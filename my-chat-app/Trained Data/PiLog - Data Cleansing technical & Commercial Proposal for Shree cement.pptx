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328" r:id="rId2"/>
    <p:sldId id="329" r:id="rId3"/>
    <p:sldId id="261" r:id="rId4"/>
    <p:sldId id="262" r:id="rId5"/>
    <p:sldId id="263"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326" r:id="rId26"/>
    <p:sldId id="327" r:id="rId27"/>
    <p:sldId id="319" r:id="rId28"/>
    <p:sldId id="320" r:id="rId29"/>
    <p:sldId id="321" r:id="rId30"/>
    <p:sldId id="332" r:id="rId31"/>
    <p:sldId id="333" r:id="rId32"/>
    <p:sldId id="334" r:id="rId33"/>
    <p:sldId id="335" r:id="rId34"/>
    <p:sldId id="336" r:id="rId35"/>
    <p:sldId id="330" r:id="rId36"/>
    <p:sldId id="331" r:id="rId37"/>
    <p:sldId id="322" r:id="rId38"/>
    <p:sldId id="323" r:id="rId39"/>
    <p:sldId id="324" r:id="rId40"/>
    <p:sldId id="337" r:id="rId41"/>
    <p:sldId id="259" r:id="rId42"/>
    <p:sldId id="338" r:id="rId43"/>
    <p:sldId id="339" r:id="rId44"/>
    <p:sldId id="325" r:id="rId4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37265D-5E78-4373-A832-9F105F7349AC}"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D5FA50C9-2EA5-409B-B669-DEC873CDDA1A}">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Optima"/>
            </a:rPr>
            <a:t>Data Acquisition from SAP/ERP</a:t>
          </a:r>
        </a:p>
      </dgm:t>
    </dgm:pt>
    <dgm:pt modelId="{E7BC2A87-4C72-4279-80A5-768ECB20DCBF}" type="parTrans" cxnId="{F423908A-4121-412C-899E-734304C77F69}">
      <dgm:prSet/>
      <dgm:spPr/>
      <dgm:t>
        <a:bodyPr/>
        <a:lstStyle/>
        <a:p>
          <a:endParaRPr lang="en-US" sz="1100">
            <a:latin typeface="Optima"/>
            <a:cs typeface="Optima"/>
          </a:endParaRPr>
        </a:p>
      </dgm:t>
    </dgm:pt>
    <dgm:pt modelId="{3BF4B3B0-8396-4565-A0BE-381D0D9980A5}" type="sibTrans" cxnId="{F423908A-4121-412C-899E-734304C77F69}">
      <dgm:prSet>
        <dgm:style>
          <a:lnRef idx="1">
            <a:schemeClr val="accent1"/>
          </a:lnRef>
          <a:fillRef idx="2">
            <a:schemeClr val="accent1"/>
          </a:fillRef>
          <a:effectRef idx="1">
            <a:schemeClr val="accent1"/>
          </a:effectRef>
          <a:fontRef idx="minor">
            <a:schemeClr val="dk1"/>
          </a:fontRef>
        </dgm:style>
      </dgm:prSet>
      <dgm:spPr/>
      <dgm:t>
        <a:bodyPr/>
        <a:lstStyle/>
        <a:p>
          <a:endParaRPr lang="en-US" sz="1400">
            <a:latin typeface="Optima"/>
            <a:ea typeface="Tahoma" pitchFamily="34" charset="0"/>
            <a:cs typeface="Optima"/>
          </a:endParaRPr>
        </a:p>
      </dgm:t>
    </dgm:pt>
    <dgm:pt modelId="{6BA7C7FE-350E-4B37-A1B5-8B1BA834A81D}">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Optima"/>
            </a:rPr>
            <a:t>Finalize the Template</a:t>
          </a:r>
        </a:p>
        <a:p>
          <a:r>
            <a:rPr lang="en-US" sz="1400" b="1" dirty="0">
              <a:latin typeface="Optima"/>
              <a:ea typeface="Tahoma" pitchFamily="34" charset="0"/>
              <a:cs typeface="Optima"/>
            </a:rPr>
            <a:t> (Mandatory/Optional Fields)</a:t>
          </a:r>
        </a:p>
      </dgm:t>
    </dgm:pt>
    <dgm:pt modelId="{DDAD0016-B9D9-48D0-AAFE-166717CD5FAC}" type="parTrans" cxnId="{9D45CE0F-9616-44DE-BD75-6FC77634F876}">
      <dgm:prSet/>
      <dgm:spPr/>
      <dgm:t>
        <a:bodyPr/>
        <a:lstStyle/>
        <a:p>
          <a:endParaRPr lang="en-US" sz="1100">
            <a:latin typeface="Optima"/>
            <a:cs typeface="Optima"/>
          </a:endParaRPr>
        </a:p>
      </dgm:t>
    </dgm:pt>
    <dgm:pt modelId="{9422B145-DBEC-42D5-9DD4-2D662C7B44AA}" type="sibTrans" cxnId="{9D45CE0F-9616-44DE-BD75-6FC77634F876}">
      <dgm:prSet/>
      <dgm:spPr/>
      <dgm:t>
        <a:bodyPr/>
        <a:lstStyle/>
        <a:p>
          <a:endParaRPr lang="en-US" sz="1100">
            <a:latin typeface="Optima"/>
            <a:cs typeface="Optima"/>
          </a:endParaRPr>
        </a:p>
      </dgm:t>
    </dgm:pt>
    <dgm:pt modelId="{83C91D48-3B69-4E2C-8555-FC256C24485D}">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Tahoma" pitchFamily="34" charset="0"/>
            </a:rPr>
            <a:t>Data Analysis</a:t>
          </a:r>
          <a:endParaRPr lang="en-US" sz="1400" b="1" dirty="0">
            <a:latin typeface="Optima"/>
            <a:ea typeface="Tahoma" pitchFamily="34" charset="0"/>
            <a:cs typeface="Optima"/>
          </a:endParaRPr>
        </a:p>
      </dgm:t>
    </dgm:pt>
    <dgm:pt modelId="{54BE7D78-B5E6-4E99-A043-DD7780815EB8}" type="parTrans" cxnId="{D334FE8E-ED9E-46DB-BCEC-837759FEF2FC}">
      <dgm:prSet/>
      <dgm:spPr/>
      <dgm:t>
        <a:bodyPr/>
        <a:lstStyle/>
        <a:p>
          <a:endParaRPr lang="en-US" sz="1100">
            <a:latin typeface="Optima"/>
            <a:cs typeface="Optima"/>
          </a:endParaRPr>
        </a:p>
      </dgm:t>
    </dgm:pt>
    <dgm:pt modelId="{F8E79E37-7E66-4F06-8AC1-FD2096AD4A4B}" type="sibTrans" cxnId="{D334FE8E-ED9E-46DB-BCEC-837759FEF2FC}">
      <dgm:prSet/>
      <dgm:spPr/>
      <dgm:t>
        <a:bodyPr/>
        <a:lstStyle/>
        <a:p>
          <a:endParaRPr lang="en-US" sz="1100">
            <a:latin typeface="Optima"/>
            <a:cs typeface="Optima"/>
          </a:endParaRPr>
        </a:p>
      </dgm:t>
    </dgm:pt>
    <dgm:pt modelId="{31AAC746-43C9-4E3A-9A1A-B0BD3AD160A0}">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Tahoma" pitchFamily="34" charset="0"/>
            </a:rPr>
            <a:t>Extract &amp; Validate</a:t>
          </a:r>
        </a:p>
        <a:p>
          <a:r>
            <a:rPr lang="en-US" sz="1400" b="1" dirty="0">
              <a:latin typeface="Optima"/>
              <a:ea typeface="Tahoma" pitchFamily="34" charset="0"/>
              <a:cs typeface="Tahoma" pitchFamily="34" charset="0"/>
            </a:rPr>
            <a:t>Address, Bank Details, Contact, Personal, Taxation etc.)</a:t>
          </a:r>
          <a:endParaRPr lang="en-US" sz="1400" b="1" dirty="0">
            <a:latin typeface="Optima"/>
            <a:ea typeface="Tahoma" pitchFamily="34" charset="0"/>
            <a:cs typeface="Optima"/>
          </a:endParaRPr>
        </a:p>
      </dgm:t>
    </dgm:pt>
    <dgm:pt modelId="{B74BD4F6-A7DB-4152-98A9-60AD2AA46B44}" type="parTrans" cxnId="{75B6C7E6-4FBF-4CA8-BF7F-4CFB20809406}">
      <dgm:prSet/>
      <dgm:spPr/>
      <dgm:t>
        <a:bodyPr/>
        <a:lstStyle/>
        <a:p>
          <a:endParaRPr lang="en-US" sz="1100">
            <a:latin typeface="Optima"/>
            <a:cs typeface="Optima"/>
          </a:endParaRPr>
        </a:p>
      </dgm:t>
    </dgm:pt>
    <dgm:pt modelId="{C482A526-020B-46D2-B051-884881EEDDCC}" type="sibTrans" cxnId="{75B6C7E6-4FBF-4CA8-BF7F-4CFB20809406}">
      <dgm:prSet/>
      <dgm:spPr/>
      <dgm:t>
        <a:bodyPr/>
        <a:lstStyle/>
        <a:p>
          <a:endParaRPr lang="en-US" sz="1100">
            <a:latin typeface="Optima"/>
            <a:cs typeface="Optima"/>
          </a:endParaRPr>
        </a:p>
      </dgm:t>
    </dgm:pt>
    <dgm:pt modelId="{26C9C11C-995F-41EE-B6A5-ECFF77AC9889}">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Optima"/>
            </a:rPr>
            <a:t>Extract the data from any relevant Docs</a:t>
          </a:r>
        </a:p>
      </dgm:t>
    </dgm:pt>
    <dgm:pt modelId="{03135923-8B11-471A-A772-544A39323F37}" type="parTrans" cxnId="{12F695E6-D26B-441F-B6A2-F8CE1EE4E84B}">
      <dgm:prSet/>
      <dgm:spPr/>
      <dgm:t>
        <a:bodyPr/>
        <a:lstStyle/>
        <a:p>
          <a:endParaRPr lang="en-US" sz="1100">
            <a:latin typeface="Optima"/>
            <a:cs typeface="Optima"/>
          </a:endParaRPr>
        </a:p>
      </dgm:t>
    </dgm:pt>
    <dgm:pt modelId="{7F87525F-A9E9-4511-8562-ABA3FE9E8AE6}" type="sibTrans" cxnId="{12F695E6-D26B-441F-B6A2-F8CE1EE4E84B}">
      <dgm:prSet/>
      <dgm:spPr/>
      <dgm:t>
        <a:bodyPr/>
        <a:lstStyle/>
        <a:p>
          <a:endParaRPr lang="en-US" sz="1100">
            <a:latin typeface="Optima"/>
            <a:cs typeface="Optima"/>
          </a:endParaRPr>
        </a:p>
      </dgm:t>
    </dgm:pt>
    <dgm:pt modelId="{54D38C8F-7ABE-4DD7-B9AE-23681F14915A}">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Optima"/>
            </a:rPr>
            <a:t>Approve &amp; Upload to SAP</a:t>
          </a:r>
        </a:p>
      </dgm:t>
    </dgm:pt>
    <dgm:pt modelId="{067FE6A3-06AE-4FDE-99DA-507D281CE8F3}" type="parTrans" cxnId="{A87F109D-B145-4E60-8958-B036FD1B9576}">
      <dgm:prSet/>
      <dgm:spPr/>
      <dgm:t>
        <a:bodyPr/>
        <a:lstStyle/>
        <a:p>
          <a:endParaRPr lang="en-US" sz="1100">
            <a:latin typeface="Optima"/>
            <a:cs typeface="Optima"/>
          </a:endParaRPr>
        </a:p>
      </dgm:t>
    </dgm:pt>
    <dgm:pt modelId="{03EE23C3-7C2C-4E0A-BBD0-380F43FF2F1C}" type="sibTrans" cxnId="{A87F109D-B145-4E60-8958-B036FD1B9576}">
      <dgm:prSet/>
      <dgm:spPr/>
      <dgm:t>
        <a:bodyPr/>
        <a:lstStyle/>
        <a:p>
          <a:endParaRPr lang="en-US" sz="1100">
            <a:latin typeface="Optima"/>
            <a:cs typeface="Optima"/>
          </a:endParaRPr>
        </a:p>
      </dgm:t>
    </dgm:pt>
    <dgm:pt modelId="{075EECF0-9016-7B40-B0F0-F7377104CD22}">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cs typeface="Optima"/>
            </a:rPr>
            <a:t>Standardize the Entity names</a:t>
          </a:r>
        </a:p>
      </dgm:t>
    </dgm:pt>
    <dgm:pt modelId="{7CF94540-3069-0549-90CD-E2D584AD8513}" type="parTrans" cxnId="{5114F275-8C0C-3F44-BE25-4DEF3624E169}">
      <dgm:prSet/>
      <dgm:spPr/>
      <dgm:t>
        <a:bodyPr/>
        <a:lstStyle/>
        <a:p>
          <a:endParaRPr lang="en-US" sz="1100">
            <a:latin typeface="Optima"/>
            <a:cs typeface="Optima"/>
          </a:endParaRPr>
        </a:p>
      </dgm:t>
    </dgm:pt>
    <dgm:pt modelId="{43276FFB-13FA-5647-9A1B-2AD677FB735E}" type="sibTrans" cxnId="{5114F275-8C0C-3F44-BE25-4DEF3624E169}">
      <dgm:prSet/>
      <dgm:spPr/>
      <dgm:t>
        <a:bodyPr/>
        <a:lstStyle/>
        <a:p>
          <a:endParaRPr lang="en-US" sz="1100">
            <a:latin typeface="Optima"/>
            <a:cs typeface="Optima"/>
          </a:endParaRPr>
        </a:p>
      </dgm:t>
    </dgm:pt>
    <dgm:pt modelId="{1063B8BB-44A6-7547-ACB1-6E681384CBAA}">
      <dgm:prSet phldrT="[Text]" custT="1">
        <dgm:style>
          <a:lnRef idx="1">
            <a:schemeClr val="accent1"/>
          </a:lnRef>
          <a:fillRef idx="2">
            <a:schemeClr val="accent1"/>
          </a:fillRef>
          <a:effectRef idx="1">
            <a:schemeClr val="accent1"/>
          </a:effectRef>
          <a:fontRef idx="minor">
            <a:schemeClr val="dk1"/>
          </a:fontRef>
        </dgm:style>
      </dgm:prSet>
      <dgm:spPr/>
      <dgm:t>
        <a:bodyPr/>
        <a:lstStyle/>
        <a:p>
          <a:r>
            <a:rPr lang="en-US" sz="1400" b="1" dirty="0">
              <a:latin typeface="Optima"/>
              <a:ea typeface="Tahoma" pitchFamily="34" charset="0"/>
            </a:rPr>
            <a:t>Generate &amp; Confirm Potential Duplicate Records</a:t>
          </a:r>
          <a:endParaRPr lang="en-US" sz="1400" b="1" dirty="0">
            <a:latin typeface="Optima"/>
            <a:ea typeface="Tahoma" pitchFamily="34" charset="0"/>
            <a:cs typeface="Optima"/>
          </a:endParaRPr>
        </a:p>
      </dgm:t>
    </dgm:pt>
    <dgm:pt modelId="{06DB0D42-56E8-CC4A-9A49-C99F2104E6E7}" type="parTrans" cxnId="{A9319A51-3BC4-EF4E-BD48-71DBE33457EC}">
      <dgm:prSet/>
      <dgm:spPr/>
      <dgm:t>
        <a:bodyPr/>
        <a:lstStyle/>
        <a:p>
          <a:endParaRPr lang="en-US" sz="1100">
            <a:latin typeface="Optima"/>
            <a:cs typeface="Optima"/>
          </a:endParaRPr>
        </a:p>
      </dgm:t>
    </dgm:pt>
    <dgm:pt modelId="{2DB589BC-0C8C-F44E-85E4-7735D8CD887B}" type="sibTrans" cxnId="{A9319A51-3BC4-EF4E-BD48-71DBE33457EC}">
      <dgm:prSet/>
      <dgm:spPr/>
      <dgm:t>
        <a:bodyPr/>
        <a:lstStyle/>
        <a:p>
          <a:endParaRPr lang="en-US" sz="1100">
            <a:latin typeface="Optima"/>
            <a:cs typeface="Optima"/>
          </a:endParaRPr>
        </a:p>
      </dgm:t>
    </dgm:pt>
    <dgm:pt modelId="{1287EEE6-CD1C-40F9-9BE0-70062859E685}" type="pres">
      <dgm:prSet presAssocID="{A537265D-5E78-4373-A832-9F105F7349AC}" presName="Name0" presStyleCnt="0">
        <dgm:presLayoutVars>
          <dgm:dir/>
          <dgm:resizeHandles val="exact"/>
        </dgm:presLayoutVars>
      </dgm:prSet>
      <dgm:spPr/>
    </dgm:pt>
    <dgm:pt modelId="{17366160-9E48-4B50-B67A-EA3327F65B1E}" type="pres">
      <dgm:prSet presAssocID="{A537265D-5E78-4373-A832-9F105F7349AC}" presName="cycle" presStyleCnt="0"/>
      <dgm:spPr/>
    </dgm:pt>
    <dgm:pt modelId="{954F720A-7C06-4389-A508-17C663693BA3}" type="pres">
      <dgm:prSet presAssocID="{D5FA50C9-2EA5-409B-B669-DEC873CDDA1A}" presName="nodeFirstNode" presStyleLbl="node1" presStyleIdx="0" presStyleCnt="8" custScaleX="118479" custRadScaleRad="102248" custRadScaleInc="39802">
        <dgm:presLayoutVars>
          <dgm:bulletEnabled val="1"/>
        </dgm:presLayoutVars>
      </dgm:prSet>
      <dgm:spPr/>
    </dgm:pt>
    <dgm:pt modelId="{2256DF19-0EE1-4A07-AB0A-614F433A7FA6}" type="pres">
      <dgm:prSet presAssocID="{3BF4B3B0-8396-4565-A0BE-381D0D9980A5}" presName="sibTransFirstNode" presStyleLbl="bgShp" presStyleIdx="0" presStyleCnt="1" custScaleX="115488" custLinFactNeighborX="-4613" custLinFactNeighborY="1327" custRadScaleRad="59483" custRadScaleInc="-2147483648"/>
      <dgm:spPr/>
    </dgm:pt>
    <dgm:pt modelId="{C80902D4-36FF-496C-B198-87559A2460A8}" type="pres">
      <dgm:prSet presAssocID="{6BA7C7FE-350E-4B37-A1B5-8B1BA834A81D}" presName="nodeFollowingNodes" presStyleLbl="node1" presStyleIdx="1" presStyleCnt="8" custScaleX="128192" custRadScaleRad="130246" custRadScaleInc="61210">
        <dgm:presLayoutVars>
          <dgm:bulletEnabled val="1"/>
        </dgm:presLayoutVars>
      </dgm:prSet>
      <dgm:spPr/>
    </dgm:pt>
    <dgm:pt modelId="{38415131-26B6-432F-93BE-8F9767E066FC}" type="pres">
      <dgm:prSet presAssocID="{83C91D48-3B69-4E2C-8555-FC256C24485D}" presName="nodeFollowingNodes" presStyleLbl="node1" presStyleIdx="2" presStyleCnt="8" custScaleX="132430" custScaleY="49713" custRadScaleRad="131811" custRadScaleInc="16526">
        <dgm:presLayoutVars>
          <dgm:bulletEnabled val="1"/>
        </dgm:presLayoutVars>
      </dgm:prSet>
      <dgm:spPr/>
    </dgm:pt>
    <dgm:pt modelId="{CFC8EA3C-6ABD-43B1-B3CA-B19BEA5507FD}" type="pres">
      <dgm:prSet presAssocID="{31AAC746-43C9-4E3A-9A1A-B0BD3AD160A0}" presName="nodeFollowingNodes" presStyleLbl="node1" presStyleIdx="3" presStyleCnt="8" custScaleX="131201" custRadScaleRad="148694" custRadScaleInc="-48190">
        <dgm:presLayoutVars>
          <dgm:bulletEnabled val="1"/>
        </dgm:presLayoutVars>
      </dgm:prSet>
      <dgm:spPr/>
    </dgm:pt>
    <dgm:pt modelId="{53739798-097E-4F49-807F-C182051998DD}" type="pres">
      <dgm:prSet presAssocID="{26C9C11C-995F-41EE-B6A5-ECFF77AC9889}" presName="nodeFollowingNodes" presStyleLbl="node1" presStyleIdx="4" presStyleCnt="8" custScaleX="133840" custRadScaleRad="102403" custRadScaleInc="-36877">
        <dgm:presLayoutVars>
          <dgm:bulletEnabled val="1"/>
        </dgm:presLayoutVars>
      </dgm:prSet>
      <dgm:spPr/>
    </dgm:pt>
    <dgm:pt modelId="{ECDACF12-F2BD-D540-9F30-F91738477FAE}" type="pres">
      <dgm:prSet presAssocID="{075EECF0-9016-7B40-B0F0-F7377104CD22}" presName="nodeFollowingNodes" presStyleLbl="node1" presStyleIdx="5" presStyleCnt="8" custScaleX="111526" custRadScaleRad="108132" custRadScaleInc="10477">
        <dgm:presLayoutVars>
          <dgm:bulletEnabled val="1"/>
        </dgm:presLayoutVars>
      </dgm:prSet>
      <dgm:spPr/>
    </dgm:pt>
    <dgm:pt modelId="{0F473364-DD26-D346-BC60-55D28DC06153}" type="pres">
      <dgm:prSet presAssocID="{1063B8BB-44A6-7547-ACB1-6E681384CBAA}" presName="nodeFollowingNodes" presStyleLbl="node1" presStyleIdx="6" presStyleCnt="8" custScaleX="128449" custRadScaleRad="107555" custRadScaleInc="-19900">
        <dgm:presLayoutVars>
          <dgm:bulletEnabled val="1"/>
        </dgm:presLayoutVars>
      </dgm:prSet>
      <dgm:spPr/>
    </dgm:pt>
    <dgm:pt modelId="{B384176C-785E-4B30-8C45-8604EEF5A403}" type="pres">
      <dgm:prSet presAssocID="{54D38C8F-7ABE-4DD7-B9AE-23681F14915A}" presName="nodeFollowingNodes" presStyleLbl="node1" presStyleIdx="7" presStyleCnt="8" custScaleX="132068" custScaleY="100002" custRadScaleRad="104903" custRadScaleInc="-45345">
        <dgm:presLayoutVars>
          <dgm:bulletEnabled val="1"/>
        </dgm:presLayoutVars>
      </dgm:prSet>
      <dgm:spPr/>
    </dgm:pt>
  </dgm:ptLst>
  <dgm:cxnLst>
    <dgm:cxn modelId="{CA7CB70D-E8D8-4A8D-9728-B0F9E38B30C2}" type="presOf" srcId="{26C9C11C-995F-41EE-B6A5-ECFF77AC9889}" destId="{53739798-097E-4F49-807F-C182051998DD}" srcOrd="0" destOrd="0" presId="urn:microsoft.com/office/officeart/2005/8/layout/cycle3"/>
    <dgm:cxn modelId="{9D45CE0F-9616-44DE-BD75-6FC77634F876}" srcId="{A537265D-5E78-4373-A832-9F105F7349AC}" destId="{6BA7C7FE-350E-4B37-A1B5-8B1BA834A81D}" srcOrd="1" destOrd="0" parTransId="{DDAD0016-B9D9-48D0-AAFE-166717CD5FAC}" sibTransId="{9422B145-DBEC-42D5-9DD4-2D662C7B44AA}"/>
    <dgm:cxn modelId="{C93B5D25-D61D-455A-8204-967421C956E2}" type="presOf" srcId="{6BA7C7FE-350E-4B37-A1B5-8B1BA834A81D}" destId="{C80902D4-36FF-496C-B198-87559A2460A8}" srcOrd="0" destOrd="0" presId="urn:microsoft.com/office/officeart/2005/8/layout/cycle3"/>
    <dgm:cxn modelId="{58CCEE26-716E-408B-A3DE-923342692D9C}" type="presOf" srcId="{1063B8BB-44A6-7547-ACB1-6E681384CBAA}" destId="{0F473364-DD26-D346-BC60-55D28DC06153}" srcOrd="0" destOrd="0" presId="urn:microsoft.com/office/officeart/2005/8/layout/cycle3"/>
    <dgm:cxn modelId="{8BC70034-CC5A-4436-B47E-2A9C23DC3586}" type="presOf" srcId="{075EECF0-9016-7B40-B0F0-F7377104CD22}" destId="{ECDACF12-F2BD-D540-9F30-F91738477FAE}" srcOrd="0" destOrd="0" presId="urn:microsoft.com/office/officeart/2005/8/layout/cycle3"/>
    <dgm:cxn modelId="{92AE4439-47AA-4998-BEF1-738AAD94B0C0}" type="presOf" srcId="{83C91D48-3B69-4E2C-8555-FC256C24485D}" destId="{38415131-26B6-432F-93BE-8F9767E066FC}" srcOrd="0" destOrd="0" presId="urn:microsoft.com/office/officeart/2005/8/layout/cycle3"/>
    <dgm:cxn modelId="{BCC86A4B-D6C6-49DA-A3F7-DC01424FF3BE}" type="presOf" srcId="{D5FA50C9-2EA5-409B-B669-DEC873CDDA1A}" destId="{954F720A-7C06-4389-A508-17C663693BA3}" srcOrd="0" destOrd="0" presId="urn:microsoft.com/office/officeart/2005/8/layout/cycle3"/>
    <dgm:cxn modelId="{A9319A51-3BC4-EF4E-BD48-71DBE33457EC}" srcId="{A537265D-5E78-4373-A832-9F105F7349AC}" destId="{1063B8BB-44A6-7547-ACB1-6E681384CBAA}" srcOrd="6" destOrd="0" parTransId="{06DB0D42-56E8-CC4A-9A49-C99F2104E6E7}" sibTransId="{2DB589BC-0C8C-F44E-85E4-7735D8CD887B}"/>
    <dgm:cxn modelId="{5114F275-8C0C-3F44-BE25-4DEF3624E169}" srcId="{A537265D-5E78-4373-A832-9F105F7349AC}" destId="{075EECF0-9016-7B40-B0F0-F7377104CD22}" srcOrd="5" destOrd="0" parTransId="{7CF94540-3069-0549-90CD-E2D584AD8513}" sibTransId="{43276FFB-13FA-5647-9A1B-2AD677FB735E}"/>
    <dgm:cxn modelId="{FC88EF81-62EF-441C-A39A-6688851C0C49}" type="presOf" srcId="{A537265D-5E78-4373-A832-9F105F7349AC}" destId="{1287EEE6-CD1C-40F9-9BE0-70062859E685}" srcOrd="0" destOrd="0" presId="urn:microsoft.com/office/officeart/2005/8/layout/cycle3"/>
    <dgm:cxn modelId="{F423908A-4121-412C-899E-734304C77F69}" srcId="{A537265D-5E78-4373-A832-9F105F7349AC}" destId="{D5FA50C9-2EA5-409B-B669-DEC873CDDA1A}" srcOrd="0" destOrd="0" parTransId="{E7BC2A87-4C72-4279-80A5-768ECB20DCBF}" sibTransId="{3BF4B3B0-8396-4565-A0BE-381D0D9980A5}"/>
    <dgm:cxn modelId="{5DB8058D-53C2-4637-BFDD-1B267FC2A315}" type="presOf" srcId="{31AAC746-43C9-4E3A-9A1A-B0BD3AD160A0}" destId="{CFC8EA3C-6ABD-43B1-B3CA-B19BEA5507FD}" srcOrd="0" destOrd="0" presId="urn:microsoft.com/office/officeart/2005/8/layout/cycle3"/>
    <dgm:cxn modelId="{D334FE8E-ED9E-46DB-BCEC-837759FEF2FC}" srcId="{A537265D-5E78-4373-A832-9F105F7349AC}" destId="{83C91D48-3B69-4E2C-8555-FC256C24485D}" srcOrd="2" destOrd="0" parTransId="{54BE7D78-B5E6-4E99-A043-DD7780815EB8}" sibTransId="{F8E79E37-7E66-4F06-8AC1-FD2096AD4A4B}"/>
    <dgm:cxn modelId="{A87F109D-B145-4E60-8958-B036FD1B9576}" srcId="{A537265D-5E78-4373-A832-9F105F7349AC}" destId="{54D38C8F-7ABE-4DD7-B9AE-23681F14915A}" srcOrd="7" destOrd="0" parTransId="{067FE6A3-06AE-4FDE-99DA-507D281CE8F3}" sibTransId="{03EE23C3-7C2C-4E0A-BBD0-380F43FF2F1C}"/>
    <dgm:cxn modelId="{1ABFB1DC-15A1-4F94-BBA2-F8583249082E}" type="presOf" srcId="{54D38C8F-7ABE-4DD7-B9AE-23681F14915A}" destId="{B384176C-785E-4B30-8C45-8604EEF5A403}" srcOrd="0" destOrd="0" presId="urn:microsoft.com/office/officeart/2005/8/layout/cycle3"/>
    <dgm:cxn modelId="{12F695E6-D26B-441F-B6A2-F8CE1EE4E84B}" srcId="{A537265D-5E78-4373-A832-9F105F7349AC}" destId="{26C9C11C-995F-41EE-B6A5-ECFF77AC9889}" srcOrd="4" destOrd="0" parTransId="{03135923-8B11-471A-A772-544A39323F37}" sibTransId="{7F87525F-A9E9-4511-8562-ABA3FE9E8AE6}"/>
    <dgm:cxn modelId="{75B6C7E6-4FBF-4CA8-BF7F-4CFB20809406}" srcId="{A537265D-5E78-4373-A832-9F105F7349AC}" destId="{31AAC746-43C9-4E3A-9A1A-B0BD3AD160A0}" srcOrd="3" destOrd="0" parTransId="{B74BD4F6-A7DB-4152-98A9-60AD2AA46B44}" sibTransId="{C482A526-020B-46D2-B051-884881EEDDCC}"/>
    <dgm:cxn modelId="{5B8187F8-9006-4AE8-A9B5-D12AFF783B2F}" type="presOf" srcId="{3BF4B3B0-8396-4565-A0BE-381D0D9980A5}" destId="{2256DF19-0EE1-4A07-AB0A-614F433A7FA6}" srcOrd="0" destOrd="0" presId="urn:microsoft.com/office/officeart/2005/8/layout/cycle3"/>
    <dgm:cxn modelId="{7380B9CC-7457-4AF7-8C3C-6786E0A262F9}" type="presParOf" srcId="{1287EEE6-CD1C-40F9-9BE0-70062859E685}" destId="{17366160-9E48-4B50-B67A-EA3327F65B1E}" srcOrd="0" destOrd="0" presId="urn:microsoft.com/office/officeart/2005/8/layout/cycle3"/>
    <dgm:cxn modelId="{9676957E-5873-46E3-8B00-05159A91F4E1}" type="presParOf" srcId="{17366160-9E48-4B50-B67A-EA3327F65B1E}" destId="{954F720A-7C06-4389-A508-17C663693BA3}" srcOrd="0" destOrd="0" presId="urn:microsoft.com/office/officeart/2005/8/layout/cycle3"/>
    <dgm:cxn modelId="{34E599BB-3AC6-407E-9AD7-8AB5B78C0915}" type="presParOf" srcId="{17366160-9E48-4B50-B67A-EA3327F65B1E}" destId="{2256DF19-0EE1-4A07-AB0A-614F433A7FA6}" srcOrd="1" destOrd="0" presId="urn:microsoft.com/office/officeart/2005/8/layout/cycle3"/>
    <dgm:cxn modelId="{F37B5DB3-2417-4875-8392-EE9F1709FE26}" type="presParOf" srcId="{17366160-9E48-4B50-B67A-EA3327F65B1E}" destId="{C80902D4-36FF-496C-B198-87559A2460A8}" srcOrd="2" destOrd="0" presId="urn:microsoft.com/office/officeart/2005/8/layout/cycle3"/>
    <dgm:cxn modelId="{AEAB0366-A770-42D5-9B1A-5D786B0CB0FE}" type="presParOf" srcId="{17366160-9E48-4B50-B67A-EA3327F65B1E}" destId="{38415131-26B6-432F-93BE-8F9767E066FC}" srcOrd="3" destOrd="0" presId="urn:microsoft.com/office/officeart/2005/8/layout/cycle3"/>
    <dgm:cxn modelId="{20A25733-12FD-4245-B393-9DED7C4254B6}" type="presParOf" srcId="{17366160-9E48-4B50-B67A-EA3327F65B1E}" destId="{CFC8EA3C-6ABD-43B1-B3CA-B19BEA5507FD}" srcOrd="4" destOrd="0" presId="urn:microsoft.com/office/officeart/2005/8/layout/cycle3"/>
    <dgm:cxn modelId="{54E010CF-4689-4A37-85F8-88E9535EB97E}" type="presParOf" srcId="{17366160-9E48-4B50-B67A-EA3327F65B1E}" destId="{53739798-097E-4F49-807F-C182051998DD}" srcOrd="5" destOrd="0" presId="urn:microsoft.com/office/officeart/2005/8/layout/cycle3"/>
    <dgm:cxn modelId="{C9691FF7-C328-4B96-989A-751CA3318BE0}" type="presParOf" srcId="{17366160-9E48-4B50-B67A-EA3327F65B1E}" destId="{ECDACF12-F2BD-D540-9F30-F91738477FAE}" srcOrd="6" destOrd="0" presId="urn:microsoft.com/office/officeart/2005/8/layout/cycle3"/>
    <dgm:cxn modelId="{7255ABB2-EFDE-47BE-90F2-814FBC7DE000}" type="presParOf" srcId="{17366160-9E48-4B50-B67A-EA3327F65B1E}" destId="{0F473364-DD26-D346-BC60-55D28DC06153}" srcOrd="7" destOrd="0" presId="urn:microsoft.com/office/officeart/2005/8/layout/cycle3"/>
    <dgm:cxn modelId="{0AF187E9-DAD9-44DE-838C-A61AA5E111F6}" type="presParOf" srcId="{17366160-9E48-4B50-B67A-EA3327F65B1E}" destId="{B384176C-785E-4B30-8C45-8604EEF5A403}" srcOrd="8"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6DF19-0EE1-4A07-AB0A-614F433A7FA6}">
      <dsp:nvSpPr>
        <dsp:cNvPr id="0" name=""/>
        <dsp:cNvSpPr/>
      </dsp:nvSpPr>
      <dsp:spPr>
        <a:xfrm>
          <a:off x="2463461" y="13533"/>
          <a:ext cx="6888109" cy="5964350"/>
        </a:xfrm>
        <a:prstGeom prst="circularArrow">
          <a:avLst>
            <a:gd name="adj1" fmla="val 5544"/>
            <a:gd name="adj2" fmla="val 330680"/>
            <a:gd name="adj3" fmla="val 14377658"/>
            <a:gd name="adj4" fmla="val 17029606"/>
            <a:gd name="adj5" fmla="val 5757"/>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sp>
    <dsp:sp modelId="{954F720A-7C06-4389-A508-17C663693BA3}">
      <dsp:nvSpPr>
        <dsp:cNvPr id="0" name=""/>
        <dsp:cNvSpPr/>
      </dsp:nvSpPr>
      <dsp:spPr>
        <a:xfrm>
          <a:off x="5163816" y="45511"/>
          <a:ext cx="2037670"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Data Acquisition from SAP/ERP</a:t>
          </a:r>
        </a:p>
      </dsp:txBody>
      <dsp:txXfrm>
        <a:off x="5205794" y="87489"/>
        <a:ext cx="1953714" cy="775972"/>
      </dsp:txXfrm>
    </dsp:sp>
    <dsp:sp modelId="{C80902D4-36FF-496C-B198-87559A2460A8}">
      <dsp:nvSpPr>
        <dsp:cNvPr id="0" name=""/>
        <dsp:cNvSpPr/>
      </dsp:nvSpPr>
      <dsp:spPr>
        <a:xfrm>
          <a:off x="7469531" y="1385360"/>
          <a:ext cx="2204720"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Finalize the Template</a:t>
          </a:r>
        </a:p>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 (Mandatory/Optional Fields)</a:t>
          </a:r>
        </a:p>
      </dsp:txBody>
      <dsp:txXfrm>
        <a:off x="7511509" y="1427338"/>
        <a:ext cx="2120764" cy="775972"/>
      </dsp:txXfrm>
    </dsp:sp>
    <dsp:sp modelId="{38415131-26B6-432F-93BE-8F9767E066FC}">
      <dsp:nvSpPr>
        <dsp:cNvPr id="0" name=""/>
        <dsp:cNvSpPr/>
      </dsp:nvSpPr>
      <dsp:spPr>
        <a:xfrm>
          <a:off x="7660715" y="3148516"/>
          <a:ext cx="2277607" cy="427496"/>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Tahoma" pitchFamily="34" charset="0"/>
            </a:rPr>
            <a:t>Data Analysis</a:t>
          </a:r>
          <a:endParaRPr lang="en-US" sz="1400" b="1" kern="1200" dirty="0">
            <a:latin typeface="Optima"/>
            <a:ea typeface="Tahoma" pitchFamily="34" charset="0"/>
            <a:cs typeface="Optima"/>
          </a:endParaRPr>
        </a:p>
      </dsp:txBody>
      <dsp:txXfrm>
        <a:off x="7681584" y="3169385"/>
        <a:ext cx="2235869" cy="385758"/>
      </dsp:txXfrm>
    </dsp:sp>
    <dsp:sp modelId="{CFC8EA3C-6ABD-43B1-B3CA-B19BEA5507FD}">
      <dsp:nvSpPr>
        <dsp:cNvPr id="0" name=""/>
        <dsp:cNvSpPr/>
      </dsp:nvSpPr>
      <dsp:spPr>
        <a:xfrm>
          <a:off x="7748172" y="4187862"/>
          <a:ext cx="2256470"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Tahoma" pitchFamily="34" charset="0"/>
            </a:rPr>
            <a:t>Extract &amp; Validate</a:t>
          </a:r>
        </a:p>
        <a:p>
          <a:pPr marL="0" lvl="0" indent="0" algn="ctr" defTabSz="622300">
            <a:lnSpc>
              <a:spcPct val="90000"/>
            </a:lnSpc>
            <a:spcBef>
              <a:spcPct val="0"/>
            </a:spcBef>
            <a:spcAft>
              <a:spcPct val="35000"/>
            </a:spcAft>
            <a:buNone/>
          </a:pPr>
          <a:r>
            <a:rPr lang="en-US" sz="1400" b="1" kern="1200" dirty="0">
              <a:latin typeface="Optima"/>
              <a:ea typeface="Tahoma" pitchFamily="34" charset="0"/>
              <a:cs typeface="Tahoma" pitchFamily="34" charset="0"/>
            </a:rPr>
            <a:t>Address, Bank Details, Contact, Personal, Taxation etc.)</a:t>
          </a:r>
          <a:endParaRPr lang="en-US" sz="1400" b="1" kern="1200" dirty="0">
            <a:latin typeface="Optima"/>
            <a:ea typeface="Tahoma" pitchFamily="34" charset="0"/>
            <a:cs typeface="Optima"/>
          </a:endParaRPr>
        </a:p>
      </dsp:txBody>
      <dsp:txXfrm>
        <a:off x="7790150" y="4229840"/>
        <a:ext cx="2172514" cy="775972"/>
      </dsp:txXfrm>
    </dsp:sp>
    <dsp:sp modelId="{53739798-097E-4F49-807F-C182051998DD}">
      <dsp:nvSpPr>
        <dsp:cNvPr id="0" name=""/>
        <dsp:cNvSpPr/>
      </dsp:nvSpPr>
      <dsp:spPr>
        <a:xfrm>
          <a:off x="4981513" y="5065077"/>
          <a:ext cx="2301857"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Extract the data from any relevant Docs</a:t>
          </a:r>
        </a:p>
      </dsp:txBody>
      <dsp:txXfrm>
        <a:off x="5023491" y="5107055"/>
        <a:ext cx="2217901" cy="775972"/>
      </dsp:txXfrm>
    </dsp:sp>
    <dsp:sp modelId="{ECDACF12-F2BD-D540-9F30-F91738477FAE}">
      <dsp:nvSpPr>
        <dsp:cNvPr id="0" name=""/>
        <dsp:cNvSpPr/>
      </dsp:nvSpPr>
      <dsp:spPr>
        <a:xfrm>
          <a:off x="2428590" y="4343780"/>
          <a:ext cx="1918088"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Standardize the Entity names</a:t>
          </a:r>
        </a:p>
      </dsp:txBody>
      <dsp:txXfrm>
        <a:off x="2470568" y="4385758"/>
        <a:ext cx="1834132" cy="775972"/>
      </dsp:txXfrm>
    </dsp:sp>
    <dsp:sp modelId="{0F473364-DD26-D346-BC60-55D28DC06153}">
      <dsp:nvSpPr>
        <dsp:cNvPr id="0" name=""/>
        <dsp:cNvSpPr/>
      </dsp:nvSpPr>
      <dsp:spPr>
        <a:xfrm>
          <a:off x="1655481" y="2925195"/>
          <a:ext cx="2209140" cy="859928"/>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rPr>
            <a:t>Generate &amp; Confirm Potential Duplicate Records</a:t>
          </a:r>
          <a:endParaRPr lang="en-US" sz="1400" b="1" kern="1200" dirty="0">
            <a:latin typeface="Optima"/>
            <a:ea typeface="Tahoma" pitchFamily="34" charset="0"/>
            <a:cs typeface="Optima"/>
          </a:endParaRPr>
        </a:p>
      </dsp:txBody>
      <dsp:txXfrm>
        <a:off x="1697459" y="2967173"/>
        <a:ext cx="2125184" cy="775972"/>
      </dsp:txXfrm>
    </dsp:sp>
    <dsp:sp modelId="{B384176C-785E-4B30-8C45-8604EEF5A403}">
      <dsp:nvSpPr>
        <dsp:cNvPr id="0" name=""/>
        <dsp:cNvSpPr/>
      </dsp:nvSpPr>
      <dsp:spPr>
        <a:xfrm>
          <a:off x="1953353" y="1340777"/>
          <a:ext cx="2271381" cy="859946"/>
        </a:xfrm>
        <a:prstGeom prst="round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dsp:spPr>
      <dsp:style>
        <a:lnRef idx="1">
          <a:schemeClr val="accent1"/>
        </a:lnRef>
        <a:fillRef idx="2">
          <a:schemeClr val="accent1"/>
        </a:fillRef>
        <a:effectRef idx="1">
          <a:schemeClr val="accent1"/>
        </a:effectRef>
        <a:fontRef idx="minor">
          <a:schemeClr val="dk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Optima"/>
              <a:ea typeface="Tahoma" pitchFamily="34" charset="0"/>
              <a:cs typeface="Optima"/>
            </a:rPr>
            <a:t>Approve &amp; Upload to SAP</a:t>
          </a:r>
        </a:p>
      </dsp:txBody>
      <dsp:txXfrm>
        <a:off x="1995332" y="1382756"/>
        <a:ext cx="2187423" cy="775988"/>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EA916A2-D932-475C-A14E-124F1B6F5176}" type="datetimeFigureOut">
              <a:rPr lang="en-IN" smtClean="0"/>
              <a:t>25-01-2024</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E2D5F5C-D10E-4DA0-B26E-A70144BEFAE8}" type="slidenum">
              <a:rPr lang="en-IN" smtClean="0"/>
              <a:t>‹#›</a:t>
            </a:fld>
            <a:endParaRPr lang="en-IN"/>
          </a:p>
        </p:txBody>
      </p:sp>
    </p:spTree>
    <p:extLst>
      <p:ext uri="{BB962C8B-B14F-4D97-AF65-F5344CB8AC3E}">
        <p14:creationId xmlns:p14="http://schemas.microsoft.com/office/powerpoint/2010/main" val="279728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noChangeArrowheads="1"/>
          </p:cNvSpPr>
          <p:nvPr/>
        </p:nvSpPr>
        <p:spPr bwMode="auto">
          <a:xfrm>
            <a:off x="3705225" y="8658225"/>
            <a:ext cx="2973388" cy="457200"/>
          </a:xfrm>
          <a:prstGeom prst="rect">
            <a:avLst/>
          </a:prstGeom>
          <a:noFill/>
          <a:ln w="9525">
            <a:noFill/>
            <a:miter lim="800000"/>
            <a:headEnd/>
            <a:tailEnd/>
          </a:ln>
        </p:spPr>
        <p:txBody>
          <a:bodyPr lIns="91379" tIns="45689" rIns="91379" bIns="45689" anchor="b"/>
          <a:lstStyle/>
          <a:p>
            <a:pPr algn="r" defTabSz="912729"/>
            <a:fld id="{F45D0890-9591-449C-AED4-0CA38983DB88}" type="slidenum">
              <a:rPr lang="en-US" sz="900"/>
              <a:pPr algn="r" defTabSz="912729"/>
              <a:t>31</a:t>
            </a:fld>
            <a:endParaRPr lang="en-US" sz="900" dirty="0"/>
          </a:p>
        </p:txBody>
      </p:sp>
      <p:sp>
        <p:nvSpPr>
          <p:cNvPr id="79875" name="Rectangle 2"/>
          <p:cNvSpPr>
            <a:spLocks noGrp="1" noRot="1" noChangeAspect="1" noChangeArrowheads="1" noTextEdit="1"/>
          </p:cNvSpPr>
          <p:nvPr>
            <p:ph type="sldImg"/>
          </p:nvPr>
        </p:nvSpPr>
        <p:spPr>
          <a:xfrm>
            <a:off x="381000" y="685800"/>
            <a:ext cx="6096000" cy="3429000"/>
          </a:xfrm>
          <a:ln/>
        </p:spPr>
      </p:sp>
      <p:sp>
        <p:nvSpPr>
          <p:cNvPr id="79876" name="Rectangle 3"/>
          <p:cNvSpPr>
            <a:spLocks noGrp="1" noChangeArrowheads="1"/>
          </p:cNvSpPr>
          <p:nvPr>
            <p:ph type="body" idx="1"/>
          </p:nvPr>
        </p:nvSpPr>
        <p:spPr>
          <a:xfrm>
            <a:off x="195264" y="4343400"/>
            <a:ext cx="6469062" cy="4114800"/>
          </a:xfrm>
          <a:noFill/>
          <a:ln/>
        </p:spPr>
        <p:txBody>
          <a:bodyPr lIns="91379" tIns="45689" rIns="91379" bIns="45689"/>
          <a:lstStyle/>
          <a:p>
            <a:pPr eaLnBrk="1" hangingPunct="1"/>
            <a:endParaRPr lang="en-US" dirty="0"/>
          </a:p>
        </p:txBody>
      </p:sp>
    </p:spTree>
    <p:extLst>
      <p:ext uri="{BB962C8B-B14F-4D97-AF65-F5344CB8AC3E}">
        <p14:creationId xmlns:p14="http://schemas.microsoft.com/office/powerpoint/2010/main" val="48160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6" name="Holder 6"/>
          <p:cNvSpPr>
            <a:spLocks noGrp="1"/>
          </p:cNvSpPr>
          <p:nvPr>
            <p:ph type="sldNum" sz="quarter" idx="7"/>
          </p:nvPr>
        </p:nvSpPr>
        <p:spPr/>
        <p:txBody>
          <a:bodyPr lIns="0" tIns="0" rIns="0" bIns="0"/>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6" name="Holder 6"/>
          <p:cNvSpPr>
            <a:spLocks noGrp="1"/>
          </p:cNvSpPr>
          <p:nvPr>
            <p:ph type="sldNum" sz="quarter" idx="7"/>
          </p:nvPr>
        </p:nvSpPr>
        <p:spPr/>
        <p:txBody>
          <a:bodyPr lIns="0" tIns="0" rIns="0" bIns="0"/>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245857" y="2223092"/>
            <a:ext cx="3655695" cy="3546475"/>
          </a:xfrm>
          <a:prstGeom prst="rect">
            <a:avLst/>
          </a:prstGeom>
        </p:spPr>
        <p:txBody>
          <a:bodyPr wrap="square" lIns="0" tIns="0" rIns="0" bIns="0">
            <a:spAutoFit/>
          </a:bodyPr>
          <a:lstStyle>
            <a:lvl1pPr>
              <a:defRPr sz="1800" b="1" i="0">
                <a:solidFill>
                  <a:srgbClr val="0F469B"/>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7" name="Holder 7"/>
          <p:cNvSpPr>
            <a:spLocks noGrp="1"/>
          </p:cNvSpPr>
          <p:nvPr>
            <p:ph type="sldNum" sz="quarter" idx="7"/>
          </p:nvPr>
        </p:nvSpPr>
        <p:spPr/>
        <p:txBody>
          <a:bodyPr lIns="0" tIns="0" rIns="0" bIns="0"/>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bg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5" name="Holder 5"/>
          <p:cNvSpPr>
            <a:spLocks noGrp="1"/>
          </p:cNvSpPr>
          <p:nvPr>
            <p:ph type="sldNum" sz="quarter" idx="7"/>
          </p:nvPr>
        </p:nvSpPr>
        <p:spPr/>
        <p:txBody>
          <a:bodyPr lIns="0" tIns="0" rIns="0" bIns="0"/>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4" name="Holder 4"/>
          <p:cNvSpPr>
            <a:spLocks noGrp="1"/>
          </p:cNvSpPr>
          <p:nvPr>
            <p:ph type="sldNum" sz="quarter" idx="7"/>
          </p:nvPr>
        </p:nvSpPr>
        <p:spPr/>
        <p:txBody>
          <a:bodyPr lIns="0" tIns="0" rIns="0" bIns="0"/>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054852"/>
            <a:ext cx="5386070" cy="803275"/>
          </a:xfrm>
          <a:custGeom>
            <a:avLst/>
            <a:gdLst/>
            <a:ahLst/>
            <a:cxnLst/>
            <a:rect l="l" t="t" r="r" b="b"/>
            <a:pathLst>
              <a:path w="5386070" h="803275">
                <a:moveTo>
                  <a:pt x="5385816" y="803148"/>
                </a:moveTo>
                <a:lnTo>
                  <a:pt x="1916557" y="492937"/>
                </a:lnTo>
                <a:lnTo>
                  <a:pt x="0" y="0"/>
                </a:lnTo>
                <a:lnTo>
                  <a:pt x="0" y="321564"/>
                </a:lnTo>
                <a:lnTo>
                  <a:pt x="0" y="803148"/>
                </a:lnTo>
                <a:lnTo>
                  <a:pt x="3122676" y="803148"/>
                </a:lnTo>
                <a:lnTo>
                  <a:pt x="5385816" y="803148"/>
                </a:lnTo>
                <a:close/>
              </a:path>
            </a:pathLst>
          </a:custGeom>
          <a:solidFill>
            <a:srgbClr val="0F469B">
              <a:alpha val="72155"/>
            </a:srgbClr>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11767058" y="728726"/>
            <a:ext cx="196088" cy="217424"/>
          </a:xfrm>
          <a:prstGeom prst="rect">
            <a:avLst/>
          </a:prstGeom>
        </p:spPr>
      </p:pic>
      <p:sp>
        <p:nvSpPr>
          <p:cNvPr id="18" name="bg object 18"/>
          <p:cNvSpPr/>
          <p:nvPr/>
        </p:nvSpPr>
        <p:spPr>
          <a:xfrm>
            <a:off x="242315" y="839724"/>
            <a:ext cx="11537315" cy="0"/>
          </a:xfrm>
          <a:custGeom>
            <a:avLst/>
            <a:gdLst/>
            <a:ahLst/>
            <a:cxnLst/>
            <a:rect l="l" t="t" r="r" b="b"/>
            <a:pathLst>
              <a:path w="11537315">
                <a:moveTo>
                  <a:pt x="0" y="0"/>
                </a:moveTo>
                <a:lnTo>
                  <a:pt x="11537188" y="0"/>
                </a:lnTo>
              </a:path>
            </a:pathLst>
          </a:custGeom>
          <a:ln w="6350">
            <a:solidFill>
              <a:srgbClr val="0F469B"/>
            </a:solidFill>
          </a:ln>
        </p:spPr>
        <p:txBody>
          <a:bodyPr wrap="square" lIns="0" tIns="0" rIns="0" bIns="0" rtlCol="0"/>
          <a:lstStyle/>
          <a:p>
            <a:endParaRPr/>
          </a:p>
        </p:txBody>
      </p:sp>
      <p:pic>
        <p:nvPicPr>
          <p:cNvPr id="19" name="bg object 19"/>
          <p:cNvPicPr/>
          <p:nvPr/>
        </p:nvPicPr>
        <p:blipFill>
          <a:blip r:embed="rId8" cstate="print"/>
          <a:stretch>
            <a:fillRect/>
          </a:stretch>
        </p:blipFill>
        <p:spPr>
          <a:xfrm>
            <a:off x="79247" y="6624826"/>
            <a:ext cx="196595" cy="198118"/>
          </a:xfrm>
          <a:prstGeom prst="rect">
            <a:avLst/>
          </a:prstGeom>
        </p:spPr>
      </p:pic>
      <p:sp>
        <p:nvSpPr>
          <p:cNvPr id="20" name="bg object 20"/>
          <p:cNvSpPr/>
          <p:nvPr/>
        </p:nvSpPr>
        <p:spPr>
          <a:xfrm>
            <a:off x="11670792" y="6502907"/>
            <a:ext cx="521334" cy="355600"/>
          </a:xfrm>
          <a:custGeom>
            <a:avLst/>
            <a:gdLst/>
            <a:ahLst/>
            <a:cxnLst/>
            <a:rect l="l" t="t" r="r" b="b"/>
            <a:pathLst>
              <a:path w="521334" h="355600">
                <a:moveTo>
                  <a:pt x="521207" y="0"/>
                </a:moveTo>
                <a:lnTo>
                  <a:pt x="0" y="355092"/>
                </a:lnTo>
                <a:lnTo>
                  <a:pt x="521207" y="355092"/>
                </a:lnTo>
                <a:lnTo>
                  <a:pt x="521207" y="0"/>
                </a:lnTo>
                <a:close/>
              </a:path>
            </a:pathLst>
          </a:custGeom>
          <a:solidFill>
            <a:srgbClr val="0F469B">
              <a:alpha val="72155"/>
            </a:srgbClr>
          </a:solidFill>
        </p:spPr>
        <p:txBody>
          <a:bodyPr wrap="square" lIns="0" tIns="0" rIns="0" bIns="0" rtlCol="0"/>
          <a:lstStyle/>
          <a:p>
            <a:endParaRPr/>
          </a:p>
        </p:txBody>
      </p:sp>
      <p:sp>
        <p:nvSpPr>
          <p:cNvPr id="2" name="Holder 2"/>
          <p:cNvSpPr>
            <a:spLocks noGrp="1"/>
          </p:cNvSpPr>
          <p:nvPr>
            <p:ph type="title"/>
          </p:nvPr>
        </p:nvSpPr>
        <p:spPr>
          <a:xfrm>
            <a:off x="991870" y="2236469"/>
            <a:ext cx="10208259" cy="452119"/>
          </a:xfrm>
          <a:prstGeom prst="rect">
            <a:avLst/>
          </a:prstGeom>
        </p:spPr>
        <p:txBody>
          <a:bodyPr wrap="square" lIns="0" tIns="0" rIns="0" bIns="0">
            <a:spAutoFit/>
          </a:bodyPr>
          <a:lstStyle>
            <a:lvl1pPr>
              <a:defRPr sz="2800" b="1" i="0">
                <a:solidFill>
                  <a:schemeClr val="bg1"/>
                </a:solidFill>
                <a:latin typeface="Calibri"/>
                <a:cs typeface="Calibri"/>
              </a:defRPr>
            </a:lvl1pPr>
          </a:lstStyle>
          <a:p>
            <a:endParaRPr/>
          </a:p>
        </p:txBody>
      </p:sp>
      <p:sp>
        <p:nvSpPr>
          <p:cNvPr id="3" name="Holder 3"/>
          <p:cNvSpPr>
            <a:spLocks noGrp="1"/>
          </p:cNvSpPr>
          <p:nvPr>
            <p:ph type="body" idx="1"/>
          </p:nvPr>
        </p:nvSpPr>
        <p:spPr>
          <a:xfrm>
            <a:off x="301612" y="3063875"/>
            <a:ext cx="11400155" cy="316737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1/25/2024</a:t>
            </a:fld>
            <a:endParaRPr lang="en-US"/>
          </a:p>
        </p:txBody>
      </p:sp>
      <p:sp>
        <p:nvSpPr>
          <p:cNvPr id="6" name="Holder 6"/>
          <p:cNvSpPr>
            <a:spLocks noGrp="1"/>
          </p:cNvSpPr>
          <p:nvPr>
            <p:ph type="sldNum" sz="quarter" idx="7"/>
          </p:nvPr>
        </p:nvSpPr>
        <p:spPr>
          <a:xfrm>
            <a:off x="11891136" y="6638493"/>
            <a:ext cx="299720" cy="235584"/>
          </a:xfrm>
          <a:prstGeom prst="rect">
            <a:avLst/>
          </a:prstGeom>
        </p:spPr>
        <p:txBody>
          <a:bodyPr wrap="square" lIns="0" tIns="0" rIns="0" bIns="0">
            <a:spAutoFit/>
          </a:bodyPr>
          <a:lstStyle>
            <a:lvl1pPr>
              <a:defRPr sz="1600" b="0" i="0">
                <a:solidFill>
                  <a:schemeClr val="bg1"/>
                </a:solidFill>
                <a:latin typeface="Calibri"/>
                <a:cs typeface="Calibri"/>
              </a:defRPr>
            </a:lvl1pPr>
          </a:lstStyle>
          <a:p>
            <a:pPr marL="38100">
              <a:lnSpc>
                <a:spcPts val="1620"/>
              </a:lnSpc>
            </a:pPr>
            <a:fld id="{81D60167-4931-47E6-BA6A-407CBD079E47}" type="slidenum">
              <a:rPr spc="-5" dirty="0"/>
              <a:t>‹#›</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jp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jpg"/><Relationship Id="rId5" Type="http://schemas.openxmlformats.org/officeDocument/2006/relationships/image" Target="../media/image6.jp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2.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hyperlink" Target="http://www.piloggroup.com/" TargetMode="Externa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jpg"/><Relationship Id="rId5" Type="http://schemas.openxmlformats.org/officeDocument/2006/relationships/image" Target="../media/image21.jpg"/><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jp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jpg"/><Relationship Id="rId11" Type="http://schemas.openxmlformats.org/officeDocument/2006/relationships/hyperlink" Target="http://www.piloggroup.com/" TargetMode="External"/><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9" Type="http://schemas.openxmlformats.org/officeDocument/2006/relationships/image" Target="../media/image73.png"/><Relationship Id="rId21" Type="http://schemas.openxmlformats.org/officeDocument/2006/relationships/image" Target="../media/image55.jpg"/><Relationship Id="rId34" Type="http://schemas.openxmlformats.org/officeDocument/2006/relationships/image" Target="../media/image68.png"/><Relationship Id="rId42" Type="http://schemas.openxmlformats.org/officeDocument/2006/relationships/image" Target="../media/image76.png"/><Relationship Id="rId47" Type="http://schemas.openxmlformats.org/officeDocument/2006/relationships/image" Target="../media/image81.png"/><Relationship Id="rId50" Type="http://schemas.openxmlformats.org/officeDocument/2006/relationships/image" Target="../media/image84.png"/><Relationship Id="rId55" Type="http://schemas.openxmlformats.org/officeDocument/2006/relationships/image" Target="../media/image89.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jpg"/><Relationship Id="rId33" Type="http://schemas.openxmlformats.org/officeDocument/2006/relationships/image" Target="../media/image67.png"/><Relationship Id="rId38" Type="http://schemas.openxmlformats.org/officeDocument/2006/relationships/image" Target="../media/image72.png"/><Relationship Id="rId46" Type="http://schemas.openxmlformats.org/officeDocument/2006/relationships/image" Target="../media/image80.png"/><Relationship Id="rId59" Type="http://schemas.openxmlformats.org/officeDocument/2006/relationships/hyperlink" Target="http://www.piloggroup.com/" TargetMode="External"/><Relationship Id="rId2" Type="http://schemas.openxmlformats.org/officeDocument/2006/relationships/image" Target="../media/image36.png"/><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41" Type="http://schemas.openxmlformats.org/officeDocument/2006/relationships/image" Target="../media/image75.png"/><Relationship Id="rId54"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jpg"/><Relationship Id="rId32" Type="http://schemas.openxmlformats.org/officeDocument/2006/relationships/image" Target="../media/image66.png"/><Relationship Id="rId37" Type="http://schemas.openxmlformats.org/officeDocument/2006/relationships/image" Target="../media/image71.png"/><Relationship Id="rId40" Type="http://schemas.openxmlformats.org/officeDocument/2006/relationships/image" Target="../media/image74.jpg"/><Relationship Id="rId45" Type="http://schemas.openxmlformats.org/officeDocument/2006/relationships/image" Target="../media/image79.png"/><Relationship Id="rId53" Type="http://schemas.openxmlformats.org/officeDocument/2006/relationships/image" Target="../media/image87.png"/><Relationship Id="rId58" Type="http://schemas.openxmlformats.org/officeDocument/2006/relationships/image" Target="../media/image92.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jpg"/><Relationship Id="rId28" Type="http://schemas.openxmlformats.org/officeDocument/2006/relationships/image" Target="../media/image62.png"/><Relationship Id="rId36" Type="http://schemas.openxmlformats.org/officeDocument/2006/relationships/image" Target="../media/image70.png"/><Relationship Id="rId49" Type="http://schemas.openxmlformats.org/officeDocument/2006/relationships/image" Target="../media/image83.png"/><Relationship Id="rId57" Type="http://schemas.openxmlformats.org/officeDocument/2006/relationships/image" Target="../media/image91.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4" Type="http://schemas.openxmlformats.org/officeDocument/2006/relationships/image" Target="../media/image78.png"/><Relationship Id="rId52" Type="http://schemas.openxmlformats.org/officeDocument/2006/relationships/image" Target="../media/image86.png"/><Relationship Id="rId60" Type="http://schemas.openxmlformats.org/officeDocument/2006/relationships/image" Target="../media/image93.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 Id="rId35" Type="http://schemas.openxmlformats.org/officeDocument/2006/relationships/image" Target="../media/image69.png"/><Relationship Id="rId43" Type="http://schemas.openxmlformats.org/officeDocument/2006/relationships/image" Target="../media/image77.png"/><Relationship Id="rId48" Type="http://schemas.openxmlformats.org/officeDocument/2006/relationships/image" Target="../media/image82.png"/><Relationship Id="rId56" Type="http://schemas.openxmlformats.org/officeDocument/2006/relationships/image" Target="../media/image90.png"/><Relationship Id="rId8" Type="http://schemas.openxmlformats.org/officeDocument/2006/relationships/image" Target="../media/image42.png"/><Relationship Id="rId51" Type="http://schemas.openxmlformats.org/officeDocument/2006/relationships/image" Target="../media/image85.png"/><Relationship Id="rId3"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image" Target="../media/image110.png"/><Relationship Id="rId26" Type="http://schemas.openxmlformats.org/officeDocument/2006/relationships/image" Target="../media/image118.png"/><Relationship Id="rId39" Type="http://schemas.openxmlformats.org/officeDocument/2006/relationships/image" Target="../media/image131.png"/><Relationship Id="rId21" Type="http://schemas.openxmlformats.org/officeDocument/2006/relationships/image" Target="../media/image113.png"/><Relationship Id="rId34" Type="http://schemas.openxmlformats.org/officeDocument/2006/relationships/image" Target="../media/image126.png"/><Relationship Id="rId42" Type="http://schemas.openxmlformats.org/officeDocument/2006/relationships/image" Target="../media/image134.png"/><Relationship Id="rId47" Type="http://schemas.openxmlformats.org/officeDocument/2006/relationships/image" Target="../media/image139.png"/><Relationship Id="rId50" Type="http://schemas.openxmlformats.org/officeDocument/2006/relationships/image" Target="../media/image142.png"/><Relationship Id="rId55" Type="http://schemas.openxmlformats.org/officeDocument/2006/relationships/image" Target="../media/image147.png"/><Relationship Id="rId63" Type="http://schemas.openxmlformats.org/officeDocument/2006/relationships/image" Target="../media/image155.jpg"/><Relationship Id="rId68" Type="http://schemas.openxmlformats.org/officeDocument/2006/relationships/image" Target="../media/image160.png"/><Relationship Id="rId7" Type="http://schemas.openxmlformats.org/officeDocument/2006/relationships/image" Target="../media/image100.png"/><Relationship Id="rId71" Type="http://schemas.openxmlformats.org/officeDocument/2006/relationships/image" Target="../media/image93.png"/><Relationship Id="rId2" Type="http://schemas.openxmlformats.org/officeDocument/2006/relationships/image" Target="../media/image95.png"/><Relationship Id="rId16" Type="http://schemas.openxmlformats.org/officeDocument/2006/relationships/image" Target="../media/image67.png"/><Relationship Id="rId29"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104.png"/><Relationship Id="rId24" Type="http://schemas.openxmlformats.org/officeDocument/2006/relationships/image" Target="../media/image116.png"/><Relationship Id="rId32" Type="http://schemas.openxmlformats.org/officeDocument/2006/relationships/image" Target="../media/image124.png"/><Relationship Id="rId37" Type="http://schemas.openxmlformats.org/officeDocument/2006/relationships/image" Target="../media/image129.png"/><Relationship Id="rId40" Type="http://schemas.openxmlformats.org/officeDocument/2006/relationships/image" Target="../media/image132.png"/><Relationship Id="rId45" Type="http://schemas.openxmlformats.org/officeDocument/2006/relationships/image" Target="../media/image137.png"/><Relationship Id="rId53" Type="http://schemas.openxmlformats.org/officeDocument/2006/relationships/image" Target="../media/image145.png"/><Relationship Id="rId58" Type="http://schemas.openxmlformats.org/officeDocument/2006/relationships/image" Target="../media/image150.png"/><Relationship Id="rId66" Type="http://schemas.openxmlformats.org/officeDocument/2006/relationships/image" Target="../media/image158.jpg"/><Relationship Id="rId5" Type="http://schemas.openxmlformats.org/officeDocument/2006/relationships/image" Target="../media/image98.png"/><Relationship Id="rId15" Type="http://schemas.openxmlformats.org/officeDocument/2006/relationships/image" Target="../media/image108.png"/><Relationship Id="rId23" Type="http://schemas.openxmlformats.org/officeDocument/2006/relationships/image" Target="../media/image115.png"/><Relationship Id="rId28" Type="http://schemas.openxmlformats.org/officeDocument/2006/relationships/image" Target="../media/image120.png"/><Relationship Id="rId36" Type="http://schemas.openxmlformats.org/officeDocument/2006/relationships/image" Target="../media/image128.png"/><Relationship Id="rId49" Type="http://schemas.openxmlformats.org/officeDocument/2006/relationships/image" Target="../media/image141.png"/><Relationship Id="rId57" Type="http://schemas.openxmlformats.org/officeDocument/2006/relationships/image" Target="../media/image149.png"/><Relationship Id="rId61" Type="http://schemas.openxmlformats.org/officeDocument/2006/relationships/image" Target="../media/image153.png"/><Relationship Id="rId10" Type="http://schemas.openxmlformats.org/officeDocument/2006/relationships/image" Target="../media/image103.png"/><Relationship Id="rId19" Type="http://schemas.openxmlformats.org/officeDocument/2006/relationships/image" Target="../media/image111.png"/><Relationship Id="rId31" Type="http://schemas.openxmlformats.org/officeDocument/2006/relationships/image" Target="../media/image123.png"/><Relationship Id="rId44" Type="http://schemas.openxmlformats.org/officeDocument/2006/relationships/image" Target="../media/image136.png"/><Relationship Id="rId52" Type="http://schemas.openxmlformats.org/officeDocument/2006/relationships/image" Target="../media/image144.png"/><Relationship Id="rId60" Type="http://schemas.openxmlformats.org/officeDocument/2006/relationships/image" Target="../media/image152.png"/><Relationship Id="rId65" Type="http://schemas.openxmlformats.org/officeDocument/2006/relationships/image" Target="../media/image157.jpg"/><Relationship Id="rId4" Type="http://schemas.openxmlformats.org/officeDocument/2006/relationships/image" Target="../media/image97.jp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4.png"/><Relationship Id="rId27" Type="http://schemas.openxmlformats.org/officeDocument/2006/relationships/image" Target="../media/image119.png"/><Relationship Id="rId30" Type="http://schemas.openxmlformats.org/officeDocument/2006/relationships/image" Target="../media/image122.png"/><Relationship Id="rId35" Type="http://schemas.openxmlformats.org/officeDocument/2006/relationships/image" Target="../media/image127.png"/><Relationship Id="rId43" Type="http://schemas.openxmlformats.org/officeDocument/2006/relationships/image" Target="../media/image135.png"/><Relationship Id="rId48" Type="http://schemas.openxmlformats.org/officeDocument/2006/relationships/image" Target="../media/image140.png"/><Relationship Id="rId56" Type="http://schemas.openxmlformats.org/officeDocument/2006/relationships/image" Target="../media/image148.png"/><Relationship Id="rId64" Type="http://schemas.openxmlformats.org/officeDocument/2006/relationships/image" Target="../media/image156.png"/><Relationship Id="rId69" Type="http://schemas.openxmlformats.org/officeDocument/2006/relationships/image" Target="../media/image161.png"/><Relationship Id="rId8" Type="http://schemas.openxmlformats.org/officeDocument/2006/relationships/image" Target="../media/image101.png"/><Relationship Id="rId51" Type="http://schemas.openxmlformats.org/officeDocument/2006/relationships/image" Target="../media/image143.png"/><Relationship Id="rId72" Type="http://schemas.openxmlformats.org/officeDocument/2006/relationships/image" Target="../media/image22.jpg"/><Relationship Id="rId3" Type="http://schemas.openxmlformats.org/officeDocument/2006/relationships/image" Target="../media/image96.png"/><Relationship Id="rId12" Type="http://schemas.openxmlformats.org/officeDocument/2006/relationships/image" Target="../media/image105.png"/><Relationship Id="rId17" Type="http://schemas.openxmlformats.org/officeDocument/2006/relationships/image" Target="../media/image109.png"/><Relationship Id="rId25" Type="http://schemas.openxmlformats.org/officeDocument/2006/relationships/image" Target="../media/image117.png"/><Relationship Id="rId33" Type="http://schemas.openxmlformats.org/officeDocument/2006/relationships/image" Target="../media/image125.png"/><Relationship Id="rId38" Type="http://schemas.openxmlformats.org/officeDocument/2006/relationships/image" Target="../media/image130.png"/><Relationship Id="rId46" Type="http://schemas.openxmlformats.org/officeDocument/2006/relationships/image" Target="../media/image138.png"/><Relationship Id="rId59" Type="http://schemas.openxmlformats.org/officeDocument/2006/relationships/image" Target="../media/image151.png"/><Relationship Id="rId67" Type="http://schemas.openxmlformats.org/officeDocument/2006/relationships/image" Target="../media/image159.png"/><Relationship Id="rId20" Type="http://schemas.openxmlformats.org/officeDocument/2006/relationships/image" Target="../media/image112.png"/><Relationship Id="rId41" Type="http://schemas.openxmlformats.org/officeDocument/2006/relationships/image" Target="../media/image133.png"/><Relationship Id="rId54" Type="http://schemas.openxmlformats.org/officeDocument/2006/relationships/image" Target="../media/image146.png"/><Relationship Id="rId62" Type="http://schemas.openxmlformats.org/officeDocument/2006/relationships/image" Target="../media/image154.jpg"/><Relationship Id="rId70" Type="http://schemas.openxmlformats.org/officeDocument/2006/relationships/image" Target="../media/image162.png"/></Relationships>
</file>

<file path=ppt/slides/_rels/slide12.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18" Type="http://schemas.openxmlformats.org/officeDocument/2006/relationships/image" Target="../media/image179.png"/><Relationship Id="rId26" Type="http://schemas.openxmlformats.org/officeDocument/2006/relationships/image" Target="../media/image187.png"/><Relationship Id="rId3" Type="http://schemas.openxmlformats.org/officeDocument/2006/relationships/image" Target="../media/image164.png"/><Relationship Id="rId21" Type="http://schemas.openxmlformats.org/officeDocument/2006/relationships/image" Target="../media/image182.png"/><Relationship Id="rId7" Type="http://schemas.openxmlformats.org/officeDocument/2006/relationships/image" Target="../media/image168.png"/><Relationship Id="rId12" Type="http://schemas.openxmlformats.org/officeDocument/2006/relationships/image" Target="../media/image173.png"/><Relationship Id="rId17" Type="http://schemas.openxmlformats.org/officeDocument/2006/relationships/image" Target="../media/image178.png"/><Relationship Id="rId25" Type="http://schemas.openxmlformats.org/officeDocument/2006/relationships/image" Target="../media/image186.png"/><Relationship Id="rId33" Type="http://schemas.openxmlformats.org/officeDocument/2006/relationships/image" Target="../media/image194.png"/><Relationship Id="rId2" Type="http://schemas.openxmlformats.org/officeDocument/2006/relationships/image" Target="../media/image163.png"/><Relationship Id="rId16" Type="http://schemas.openxmlformats.org/officeDocument/2006/relationships/image" Target="../media/image177.png"/><Relationship Id="rId20" Type="http://schemas.openxmlformats.org/officeDocument/2006/relationships/image" Target="../media/image181.png"/><Relationship Id="rId29"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67.png"/><Relationship Id="rId11" Type="http://schemas.openxmlformats.org/officeDocument/2006/relationships/image" Target="../media/image172.png"/><Relationship Id="rId24" Type="http://schemas.openxmlformats.org/officeDocument/2006/relationships/image" Target="../media/image185.png"/><Relationship Id="rId32" Type="http://schemas.openxmlformats.org/officeDocument/2006/relationships/image" Target="../media/image193.png"/><Relationship Id="rId5" Type="http://schemas.openxmlformats.org/officeDocument/2006/relationships/image" Target="../media/image166.png"/><Relationship Id="rId15" Type="http://schemas.openxmlformats.org/officeDocument/2006/relationships/image" Target="../media/image176.png"/><Relationship Id="rId23" Type="http://schemas.openxmlformats.org/officeDocument/2006/relationships/image" Target="../media/image184.png"/><Relationship Id="rId28" Type="http://schemas.openxmlformats.org/officeDocument/2006/relationships/image" Target="../media/image189.png"/><Relationship Id="rId10" Type="http://schemas.openxmlformats.org/officeDocument/2006/relationships/image" Target="../media/image171.png"/><Relationship Id="rId19" Type="http://schemas.openxmlformats.org/officeDocument/2006/relationships/image" Target="../media/image180.png"/><Relationship Id="rId31" Type="http://schemas.openxmlformats.org/officeDocument/2006/relationships/image" Target="../media/image192.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 Id="rId22" Type="http://schemas.openxmlformats.org/officeDocument/2006/relationships/image" Target="../media/image183.png"/><Relationship Id="rId27" Type="http://schemas.openxmlformats.org/officeDocument/2006/relationships/image" Target="../media/image188.png"/><Relationship Id="rId30" Type="http://schemas.openxmlformats.org/officeDocument/2006/relationships/image" Target="../media/image191.png"/></Relationships>
</file>

<file path=ppt/slides/_rels/slide13.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205.png"/><Relationship Id="rId18" Type="http://schemas.openxmlformats.org/officeDocument/2006/relationships/image" Target="../media/image210.png"/><Relationship Id="rId3" Type="http://schemas.openxmlformats.org/officeDocument/2006/relationships/image" Target="../media/image195.png"/><Relationship Id="rId7" Type="http://schemas.openxmlformats.org/officeDocument/2006/relationships/image" Target="../media/image199.png"/><Relationship Id="rId12" Type="http://schemas.openxmlformats.org/officeDocument/2006/relationships/image" Target="../media/image204.png"/><Relationship Id="rId17" Type="http://schemas.openxmlformats.org/officeDocument/2006/relationships/image" Target="../media/image209.png"/><Relationship Id="rId2" Type="http://schemas.openxmlformats.org/officeDocument/2006/relationships/hyperlink" Target="http://www.piloggroup.com/" TargetMode="External"/><Relationship Id="rId16" Type="http://schemas.openxmlformats.org/officeDocument/2006/relationships/image" Target="../media/image208.png"/><Relationship Id="rId20" Type="http://schemas.openxmlformats.org/officeDocument/2006/relationships/image" Target="../media/image212.png"/><Relationship Id="rId1" Type="http://schemas.openxmlformats.org/officeDocument/2006/relationships/slideLayout" Target="../slideLayouts/slideLayout2.xml"/><Relationship Id="rId6" Type="http://schemas.openxmlformats.org/officeDocument/2006/relationships/image" Target="../media/image198.png"/><Relationship Id="rId11" Type="http://schemas.openxmlformats.org/officeDocument/2006/relationships/image" Target="../media/image203.png"/><Relationship Id="rId5" Type="http://schemas.openxmlformats.org/officeDocument/2006/relationships/image" Target="../media/image197.png"/><Relationship Id="rId15" Type="http://schemas.openxmlformats.org/officeDocument/2006/relationships/image" Target="../media/image207.png"/><Relationship Id="rId10" Type="http://schemas.openxmlformats.org/officeDocument/2006/relationships/image" Target="../media/image202.png"/><Relationship Id="rId19" Type="http://schemas.openxmlformats.org/officeDocument/2006/relationships/image" Target="../media/image211.png"/><Relationship Id="rId4" Type="http://schemas.openxmlformats.org/officeDocument/2006/relationships/image" Target="../media/image196.png"/><Relationship Id="rId9" Type="http://schemas.openxmlformats.org/officeDocument/2006/relationships/image" Target="../media/image201.png"/><Relationship Id="rId14" Type="http://schemas.openxmlformats.org/officeDocument/2006/relationships/image" Target="../media/image206.png"/></Relationships>
</file>

<file path=ppt/slides/_rels/slide14.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hyperlink" Target="http://www.piloggroup.com/" TargetMode="External"/><Relationship Id="rId1" Type="http://schemas.openxmlformats.org/officeDocument/2006/relationships/slideLayout" Target="../slideLayouts/slideLayout2.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2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8.emf"/><Relationship Id="rId5" Type="http://schemas.openxmlformats.org/officeDocument/2006/relationships/image" Target="../media/image217.emf"/><Relationship Id="rId4" Type="http://schemas.openxmlformats.org/officeDocument/2006/relationships/hyperlink" Target="http://www.piloggroup.com/"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piloggroup.com/" TargetMode="External"/><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2.png"/><Relationship Id="rId7" Type="http://schemas.openxmlformats.org/officeDocument/2006/relationships/image" Target="../media/image226.jpg"/><Relationship Id="rId2" Type="http://schemas.openxmlformats.org/officeDocument/2006/relationships/image" Target="../media/image221.png"/><Relationship Id="rId1" Type="http://schemas.openxmlformats.org/officeDocument/2006/relationships/slideLayout" Target="../slideLayouts/slideLayout2.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s>
</file>

<file path=ppt/slides/_rels/slide18.xml.rels><?xml version="1.0" encoding="UTF-8" standalone="yes"?>
<Relationships xmlns="http://schemas.openxmlformats.org/package/2006/relationships"><Relationship Id="rId8" Type="http://schemas.openxmlformats.org/officeDocument/2006/relationships/image" Target="../media/image232.png"/><Relationship Id="rId13" Type="http://schemas.openxmlformats.org/officeDocument/2006/relationships/image" Target="../media/image237.png"/><Relationship Id="rId3" Type="http://schemas.openxmlformats.org/officeDocument/2006/relationships/image" Target="../media/image227.png"/><Relationship Id="rId7" Type="http://schemas.openxmlformats.org/officeDocument/2006/relationships/image" Target="../media/image231.png"/><Relationship Id="rId12" Type="http://schemas.openxmlformats.org/officeDocument/2006/relationships/image" Target="../media/image236.png"/><Relationship Id="rId2" Type="http://schemas.openxmlformats.org/officeDocument/2006/relationships/hyperlink" Target="http://www.piloggroup.com/" TargetMode="External"/><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235.png"/><Relationship Id="rId5" Type="http://schemas.openxmlformats.org/officeDocument/2006/relationships/image" Target="../media/image229.png"/><Relationship Id="rId10" Type="http://schemas.openxmlformats.org/officeDocument/2006/relationships/image" Target="../media/image234.png"/><Relationship Id="rId4" Type="http://schemas.openxmlformats.org/officeDocument/2006/relationships/image" Target="../media/image228.png"/><Relationship Id="rId9" Type="http://schemas.openxmlformats.org/officeDocument/2006/relationships/image" Target="../media/image233.png"/></Relationships>
</file>

<file path=ppt/slides/_rels/slide19.xml.rels><?xml version="1.0" encoding="UTF-8" standalone="yes"?>
<Relationships xmlns="http://schemas.openxmlformats.org/package/2006/relationships"><Relationship Id="rId2" Type="http://schemas.openxmlformats.org/officeDocument/2006/relationships/hyperlink" Target="http://www.pilogint.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piloggroup.com/" TargetMode="External"/><Relationship Id="rId2" Type="http://schemas.openxmlformats.org/officeDocument/2006/relationships/image" Target="../media/image238.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6" Type="http://schemas.openxmlformats.org/officeDocument/2006/relationships/image" Target="../media/image263.png"/><Relationship Id="rId21" Type="http://schemas.openxmlformats.org/officeDocument/2006/relationships/image" Target="../media/image258.png"/><Relationship Id="rId42" Type="http://schemas.openxmlformats.org/officeDocument/2006/relationships/image" Target="../media/image279.png"/><Relationship Id="rId47" Type="http://schemas.openxmlformats.org/officeDocument/2006/relationships/image" Target="../media/image284.png"/><Relationship Id="rId63" Type="http://schemas.openxmlformats.org/officeDocument/2006/relationships/image" Target="../media/image300.png"/><Relationship Id="rId68" Type="http://schemas.openxmlformats.org/officeDocument/2006/relationships/image" Target="../media/image305.png"/><Relationship Id="rId84" Type="http://schemas.openxmlformats.org/officeDocument/2006/relationships/image" Target="../media/image320.png"/><Relationship Id="rId89" Type="http://schemas.openxmlformats.org/officeDocument/2006/relationships/image" Target="../media/image325.png"/><Relationship Id="rId2" Type="http://schemas.openxmlformats.org/officeDocument/2006/relationships/image" Target="../media/image239.png"/><Relationship Id="rId16" Type="http://schemas.openxmlformats.org/officeDocument/2006/relationships/image" Target="../media/image253.png"/><Relationship Id="rId29" Type="http://schemas.openxmlformats.org/officeDocument/2006/relationships/image" Target="../media/image266.png"/><Relationship Id="rId107" Type="http://schemas.openxmlformats.org/officeDocument/2006/relationships/image" Target="../media/image343.png"/><Relationship Id="rId11" Type="http://schemas.openxmlformats.org/officeDocument/2006/relationships/image" Target="../media/image248.png"/><Relationship Id="rId24" Type="http://schemas.openxmlformats.org/officeDocument/2006/relationships/image" Target="../media/image261.png"/><Relationship Id="rId32" Type="http://schemas.openxmlformats.org/officeDocument/2006/relationships/image" Target="../media/image269.png"/><Relationship Id="rId37" Type="http://schemas.openxmlformats.org/officeDocument/2006/relationships/image" Target="../media/image274.png"/><Relationship Id="rId40" Type="http://schemas.openxmlformats.org/officeDocument/2006/relationships/image" Target="../media/image277.png"/><Relationship Id="rId45" Type="http://schemas.openxmlformats.org/officeDocument/2006/relationships/image" Target="../media/image282.png"/><Relationship Id="rId53" Type="http://schemas.openxmlformats.org/officeDocument/2006/relationships/image" Target="../media/image290.png"/><Relationship Id="rId58" Type="http://schemas.openxmlformats.org/officeDocument/2006/relationships/image" Target="../media/image295.png"/><Relationship Id="rId66" Type="http://schemas.openxmlformats.org/officeDocument/2006/relationships/image" Target="../media/image303.png"/><Relationship Id="rId74" Type="http://schemas.openxmlformats.org/officeDocument/2006/relationships/image" Target="../media/image311.png"/><Relationship Id="rId79" Type="http://schemas.openxmlformats.org/officeDocument/2006/relationships/image" Target="../media/image316.png"/><Relationship Id="rId87" Type="http://schemas.openxmlformats.org/officeDocument/2006/relationships/image" Target="../media/image323.png"/><Relationship Id="rId102" Type="http://schemas.openxmlformats.org/officeDocument/2006/relationships/image" Target="../media/image338.jpg"/><Relationship Id="rId5" Type="http://schemas.openxmlformats.org/officeDocument/2006/relationships/image" Target="../media/image242.png"/><Relationship Id="rId61" Type="http://schemas.openxmlformats.org/officeDocument/2006/relationships/image" Target="../media/image298.png"/><Relationship Id="rId82" Type="http://schemas.openxmlformats.org/officeDocument/2006/relationships/image" Target="../media/image54.png"/><Relationship Id="rId90" Type="http://schemas.openxmlformats.org/officeDocument/2006/relationships/image" Target="../media/image326.png"/><Relationship Id="rId95" Type="http://schemas.openxmlformats.org/officeDocument/2006/relationships/image" Target="../media/image331.png"/><Relationship Id="rId19" Type="http://schemas.openxmlformats.org/officeDocument/2006/relationships/image" Target="../media/image256.png"/><Relationship Id="rId14" Type="http://schemas.openxmlformats.org/officeDocument/2006/relationships/image" Target="../media/image251.png"/><Relationship Id="rId22" Type="http://schemas.openxmlformats.org/officeDocument/2006/relationships/image" Target="../media/image259.png"/><Relationship Id="rId27" Type="http://schemas.openxmlformats.org/officeDocument/2006/relationships/image" Target="../media/image264.png"/><Relationship Id="rId30" Type="http://schemas.openxmlformats.org/officeDocument/2006/relationships/image" Target="../media/image267.png"/><Relationship Id="rId35" Type="http://schemas.openxmlformats.org/officeDocument/2006/relationships/image" Target="../media/image272.png"/><Relationship Id="rId43" Type="http://schemas.openxmlformats.org/officeDocument/2006/relationships/image" Target="../media/image280.png"/><Relationship Id="rId48" Type="http://schemas.openxmlformats.org/officeDocument/2006/relationships/image" Target="../media/image285.png"/><Relationship Id="rId56" Type="http://schemas.openxmlformats.org/officeDocument/2006/relationships/image" Target="../media/image293.png"/><Relationship Id="rId64" Type="http://schemas.openxmlformats.org/officeDocument/2006/relationships/image" Target="../media/image301.png"/><Relationship Id="rId69" Type="http://schemas.openxmlformats.org/officeDocument/2006/relationships/image" Target="../media/image306.png"/><Relationship Id="rId77" Type="http://schemas.openxmlformats.org/officeDocument/2006/relationships/image" Target="../media/image314.png"/><Relationship Id="rId100" Type="http://schemas.openxmlformats.org/officeDocument/2006/relationships/image" Target="../media/image336.jpg"/><Relationship Id="rId105" Type="http://schemas.openxmlformats.org/officeDocument/2006/relationships/image" Target="../media/image341.png"/><Relationship Id="rId8" Type="http://schemas.openxmlformats.org/officeDocument/2006/relationships/image" Target="../media/image245.png"/><Relationship Id="rId51" Type="http://schemas.openxmlformats.org/officeDocument/2006/relationships/image" Target="../media/image288.png"/><Relationship Id="rId72" Type="http://schemas.openxmlformats.org/officeDocument/2006/relationships/image" Target="../media/image309.png"/><Relationship Id="rId80" Type="http://schemas.openxmlformats.org/officeDocument/2006/relationships/image" Target="../media/image317.png"/><Relationship Id="rId85" Type="http://schemas.openxmlformats.org/officeDocument/2006/relationships/image" Target="../media/image321.png"/><Relationship Id="rId93" Type="http://schemas.openxmlformats.org/officeDocument/2006/relationships/image" Target="../media/image329.png"/><Relationship Id="rId98" Type="http://schemas.openxmlformats.org/officeDocument/2006/relationships/image" Target="../media/image334.png"/><Relationship Id="rId3" Type="http://schemas.openxmlformats.org/officeDocument/2006/relationships/image" Target="../media/image240.png"/><Relationship Id="rId12" Type="http://schemas.openxmlformats.org/officeDocument/2006/relationships/image" Target="../media/image249.png"/><Relationship Id="rId17" Type="http://schemas.openxmlformats.org/officeDocument/2006/relationships/image" Target="../media/image254.png"/><Relationship Id="rId25" Type="http://schemas.openxmlformats.org/officeDocument/2006/relationships/image" Target="../media/image262.png"/><Relationship Id="rId33" Type="http://schemas.openxmlformats.org/officeDocument/2006/relationships/image" Target="../media/image270.png"/><Relationship Id="rId38" Type="http://schemas.openxmlformats.org/officeDocument/2006/relationships/image" Target="../media/image275.png"/><Relationship Id="rId46" Type="http://schemas.openxmlformats.org/officeDocument/2006/relationships/image" Target="../media/image283.png"/><Relationship Id="rId59" Type="http://schemas.openxmlformats.org/officeDocument/2006/relationships/image" Target="../media/image296.png"/><Relationship Id="rId67" Type="http://schemas.openxmlformats.org/officeDocument/2006/relationships/image" Target="../media/image304.png"/><Relationship Id="rId103" Type="http://schemas.openxmlformats.org/officeDocument/2006/relationships/image" Target="../media/image339.jpg"/><Relationship Id="rId108" Type="http://schemas.openxmlformats.org/officeDocument/2006/relationships/image" Target="../media/image93.png"/><Relationship Id="rId20" Type="http://schemas.openxmlformats.org/officeDocument/2006/relationships/image" Target="../media/image257.png"/><Relationship Id="rId41" Type="http://schemas.openxmlformats.org/officeDocument/2006/relationships/image" Target="../media/image278.png"/><Relationship Id="rId54" Type="http://schemas.openxmlformats.org/officeDocument/2006/relationships/image" Target="../media/image291.png"/><Relationship Id="rId62" Type="http://schemas.openxmlformats.org/officeDocument/2006/relationships/image" Target="../media/image299.png"/><Relationship Id="rId70" Type="http://schemas.openxmlformats.org/officeDocument/2006/relationships/image" Target="../media/image307.png"/><Relationship Id="rId75" Type="http://schemas.openxmlformats.org/officeDocument/2006/relationships/image" Target="../media/image312.png"/><Relationship Id="rId83" Type="http://schemas.openxmlformats.org/officeDocument/2006/relationships/image" Target="../media/image319.png"/><Relationship Id="rId88" Type="http://schemas.openxmlformats.org/officeDocument/2006/relationships/image" Target="../media/image324.png"/><Relationship Id="rId91" Type="http://schemas.openxmlformats.org/officeDocument/2006/relationships/image" Target="../media/image327.png"/><Relationship Id="rId96" Type="http://schemas.openxmlformats.org/officeDocument/2006/relationships/image" Target="../media/image332.png"/><Relationship Id="rId1" Type="http://schemas.openxmlformats.org/officeDocument/2006/relationships/slideLayout" Target="../slideLayouts/slideLayout2.xml"/><Relationship Id="rId6" Type="http://schemas.openxmlformats.org/officeDocument/2006/relationships/image" Target="../media/image243.png"/><Relationship Id="rId15" Type="http://schemas.openxmlformats.org/officeDocument/2006/relationships/image" Target="../media/image252.png"/><Relationship Id="rId23" Type="http://schemas.openxmlformats.org/officeDocument/2006/relationships/image" Target="../media/image260.png"/><Relationship Id="rId28" Type="http://schemas.openxmlformats.org/officeDocument/2006/relationships/image" Target="../media/image265.png"/><Relationship Id="rId36" Type="http://schemas.openxmlformats.org/officeDocument/2006/relationships/image" Target="../media/image273.png"/><Relationship Id="rId49" Type="http://schemas.openxmlformats.org/officeDocument/2006/relationships/image" Target="../media/image286.png"/><Relationship Id="rId57" Type="http://schemas.openxmlformats.org/officeDocument/2006/relationships/image" Target="../media/image294.png"/><Relationship Id="rId106" Type="http://schemas.openxmlformats.org/officeDocument/2006/relationships/image" Target="../media/image342.png"/><Relationship Id="rId10" Type="http://schemas.openxmlformats.org/officeDocument/2006/relationships/image" Target="../media/image247.png"/><Relationship Id="rId31" Type="http://schemas.openxmlformats.org/officeDocument/2006/relationships/image" Target="../media/image268.png"/><Relationship Id="rId44" Type="http://schemas.openxmlformats.org/officeDocument/2006/relationships/image" Target="../media/image281.png"/><Relationship Id="rId52" Type="http://schemas.openxmlformats.org/officeDocument/2006/relationships/image" Target="../media/image289.png"/><Relationship Id="rId60" Type="http://schemas.openxmlformats.org/officeDocument/2006/relationships/image" Target="../media/image297.png"/><Relationship Id="rId65" Type="http://schemas.openxmlformats.org/officeDocument/2006/relationships/image" Target="../media/image302.png"/><Relationship Id="rId73" Type="http://schemas.openxmlformats.org/officeDocument/2006/relationships/image" Target="../media/image310.png"/><Relationship Id="rId78" Type="http://schemas.openxmlformats.org/officeDocument/2006/relationships/image" Target="../media/image315.png"/><Relationship Id="rId81" Type="http://schemas.openxmlformats.org/officeDocument/2006/relationships/image" Target="../media/image318.png"/><Relationship Id="rId86" Type="http://schemas.openxmlformats.org/officeDocument/2006/relationships/image" Target="../media/image322.png"/><Relationship Id="rId94" Type="http://schemas.openxmlformats.org/officeDocument/2006/relationships/image" Target="../media/image330.png"/><Relationship Id="rId99" Type="http://schemas.openxmlformats.org/officeDocument/2006/relationships/image" Target="../media/image335.png"/><Relationship Id="rId101" Type="http://schemas.openxmlformats.org/officeDocument/2006/relationships/image" Target="../media/image337.png"/><Relationship Id="rId4" Type="http://schemas.openxmlformats.org/officeDocument/2006/relationships/image" Target="../media/image241.png"/><Relationship Id="rId9" Type="http://schemas.openxmlformats.org/officeDocument/2006/relationships/image" Target="../media/image246.png"/><Relationship Id="rId13" Type="http://schemas.openxmlformats.org/officeDocument/2006/relationships/image" Target="../media/image250.png"/><Relationship Id="rId18" Type="http://schemas.openxmlformats.org/officeDocument/2006/relationships/image" Target="../media/image255.png"/><Relationship Id="rId39" Type="http://schemas.openxmlformats.org/officeDocument/2006/relationships/image" Target="../media/image276.png"/><Relationship Id="rId109" Type="http://schemas.openxmlformats.org/officeDocument/2006/relationships/hyperlink" Target="http://www.piloggroup.com/" TargetMode="External"/><Relationship Id="rId34" Type="http://schemas.openxmlformats.org/officeDocument/2006/relationships/image" Target="../media/image271.png"/><Relationship Id="rId50" Type="http://schemas.openxmlformats.org/officeDocument/2006/relationships/image" Target="../media/image287.png"/><Relationship Id="rId55" Type="http://schemas.openxmlformats.org/officeDocument/2006/relationships/image" Target="../media/image292.png"/><Relationship Id="rId76" Type="http://schemas.openxmlformats.org/officeDocument/2006/relationships/image" Target="../media/image313.png"/><Relationship Id="rId97" Type="http://schemas.openxmlformats.org/officeDocument/2006/relationships/image" Target="../media/image333.png"/><Relationship Id="rId104" Type="http://schemas.openxmlformats.org/officeDocument/2006/relationships/image" Target="../media/image340.png"/><Relationship Id="rId7" Type="http://schemas.openxmlformats.org/officeDocument/2006/relationships/image" Target="../media/image244.png"/><Relationship Id="rId71" Type="http://schemas.openxmlformats.org/officeDocument/2006/relationships/image" Target="../media/image308.png"/><Relationship Id="rId92" Type="http://schemas.openxmlformats.org/officeDocument/2006/relationships/image" Target="../media/image3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5.jpg"/><Relationship Id="rId2" Type="http://schemas.openxmlformats.org/officeDocument/2006/relationships/image" Target="../media/image344.png"/><Relationship Id="rId1" Type="http://schemas.openxmlformats.org/officeDocument/2006/relationships/slideLayout" Target="../slideLayouts/slideLayout2.xml"/><Relationship Id="rId4" Type="http://schemas.openxmlformats.org/officeDocument/2006/relationships/hyperlink" Target="http://www.piloggroup.com/"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6.png"/><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7.emf"/><Relationship Id="rId2" Type="http://schemas.openxmlformats.org/officeDocument/2006/relationships/hyperlink" Target="http://www.piloggroup.com/" TargetMode="External"/><Relationship Id="rId1" Type="http://schemas.openxmlformats.org/officeDocument/2006/relationships/slideLayout" Target="../slideLayouts/slideLayout2.xml"/><Relationship Id="rId6" Type="http://schemas.openxmlformats.org/officeDocument/2006/relationships/image" Target="../media/image350.emf"/><Relationship Id="rId5" Type="http://schemas.openxmlformats.org/officeDocument/2006/relationships/image" Target="../media/image349.emf"/><Relationship Id="rId4" Type="http://schemas.openxmlformats.org/officeDocument/2006/relationships/image" Target="../media/image348.emf"/></Relationships>
</file>

<file path=ppt/slides/_rels/slide27.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hyperlink" Target="mailto:info@rolexindia.in" TargetMode="External"/><Relationship Id="rId3" Type="http://schemas.openxmlformats.org/officeDocument/2006/relationships/hyperlink" Target="mailto:customerservice@ril.com" TargetMode="External"/><Relationship Id="rId7" Type="http://schemas.openxmlformats.org/officeDocument/2006/relationships/hyperlink" Target="mailto:oahd@hcl.com" TargetMode="External"/><Relationship Id="rId2" Type="http://schemas.openxmlformats.org/officeDocument/2006/relationships/hyperlink" Target="mailto:info@vshospital.org" TargetMode="External"/><Relationship Id="rId1" Type="http://schemas.openxmlformats.org/officeDocument/2006/relationships/slideLayout" Target="../slideLayouts/slideLayout2.xml"/><Relationship Id="rId6" Type="http://schemas.openxmlformats.org/officeDocument/2006/relationships/hyperlink" Target="mailto:crm@healthindiatpa.com" TargetMode="External"/><Relationship Id="rId11" Type="http://schemas.openxmlformats.org/officeDocument/2006/relationships/hyperlink" Target="mailto:info@lifesurgicals.com" TargetMode="External"/><Relationship Id="rId5" Type="http://schemas.openxmlformats.org/officeDocument/2006/relationships/hyperlink" Target="mailto:rathodpc@hotmail.com" TargetMode="External"/><Relationship Id="rId10" Type="http://schemas.openxmlformats.org/officeDocument/2006/relationships/hyperlink" Target="mailto:inf0@lifesurgicals.com" TargetMode="External"/><Relationship Id="rId4" Type="http://schemas.openxmlformats.org/officeDocument/2006/relationships/hyperlink" Target="mailto:regulus@transgeniks.com" TargetMode="External"/><Relationship Id="rId9" Type="http://schemas.openxmlformats.org/officeDocument/2006/relationships/hyperlink" Target="mailto:oshovyas@gmail.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hyperlink" Target="http://www.piloggroup.com/" TargetMode="Externa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hyperlink" Target="http://www.piloggroup.com/" TargetMode="Externa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www.piloggroup.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41927" y="724465"/>
            <a:ext cx="11725487" cy="226060"/>
            <a:chOff x="181445" y="543348"/>
            <a:chExt cx="8794115" cy="169545"/>
          </a:xfrm>
        </p:grpSpPr>
        <p:pic>
          <p:nvPicPr>
            <p:cNvPr id="3" name="object 3"/>
            <p:cNvPicPr/>
            <p:nvPr/>
          </p:nvPicPr>
          <p:blipFill>
            <a:blip r:embed="rId2" cstate="print"/>
            <a:stretch>
              <a:fillRect/>
            </a:stretch>
          </p:blipFill>
          <p:spPr>
            <a:xfrm>
              <a:off x="8821680" y="543348"/>
              <a:ext cx="153415" cy="169400"/>
            </a:xfrm>
            <a:prstGeom prst="rect">
              <a:avLst/>
            </a:prstGeom>
          </p:spPr>
        </p:pic>
        <p:sp>
          <p:nvSpPr>
            <p:cNvPr id="4" name="object 4"/>
            <p:cNvSpPr/>
            <p:nvPr/>
          </p:nvSpPr>
          <p:spPr>
            <a:xfrm>
              <a:off x="181445" y="629707"/>
              <a:ext cx="8653145" cy="0"/>
            </a:xfrm>
            <a:custGeom>
              <a:avLst/>
              <a:gdLst/>
              <a:ahLst/>
              <a:cxnLst/>
              <a:rect l="l" t="t" r="r" b="b"/>
              <a:pathLst>
                <a:path w="8653145">
                  <a:moveTo>
                    <a:pt x="0" y="0"/>
                  </a:moveTo>
                  <a:lnTo>
                    <a:pt x="8652935" y="1"/>
                  </a:lnTo>
                </a:path>
              </a:pathLst>
            </a:custGeom>
            <a:ln w="6350">
              <a:solidFill>
                <a:srgbClr val="10479B"/>
              </a:solidFill>
            </a:ln>
          </p:spPr>
          <p:txBody>
            <a:bodyPr wrap="square" lIns="0" tIns="0" rIns="0" bIns="0" rtlCol="0"/>
            <a:lstStyle/>
            <a:p>
              <a:endParaRPr sz="2400"/>
            </a:p>
          </p:txBody>
        </p:sp>
      </p:grpSp>
      <p:pic>
        <p:nvPicPr>
          <p:cNvPr id="5" name="object 5"/>
          <p:cNvPicPr/>
          <p:nvPr/>
        </p:nvPicPr>
        <p:blipFill>
          <a:blip r:embed="rId3" cstate="print"/>
          <a:stretch>
            <a:fillRect/>
          </a:stretch>
        </p:blipFill>
        <p:spPr>
          <a:xfrm>
            <a:off x="78484" y="6625275"/>
            <a:ext cx="197293" cy="197293"/>
          </a:xfrm>
          <a:prstGeom prst="rect">
            <a:avLst/>
          </a:prstGeom>
        </p:spPr>
      </p:pic>
      <p:pic>
        <p:nvPicPr>
          <p:cNvPr id="6" name="object 6"/>
          <p:cNvPicPr/>
          <p:nvPr/>
        </p:nvPicPr>
        <p:blipFill>
          <a:blip r:embed="rId4" cstate="print"/>
          <a:stretch>
            <a:fillRect/>
          </a:stretch>
        </p:blipFill>
        <p:spPr>
          <a:xfrm>
            <a:off x="10103781" y="6120766"/>
            <a:ext cx="1995420" cy="737233"/>
          </a:xfrm>
          <a:prstGeom prst="rect">
            <a:avLst/>
          </a:prstGeom>
        </p:spPr>
      </p:pic>
      <p:grpSp>
        <p:nvGrpSpPr>
          <p:cNvPr id="7" name="object 7"/>
          <p:cNvGrpSpPr/>
          <p:nvPr/>
        </p:nvGrpSpPr>
        <p:grpSpPr>
          <a:xfrm>
            <a:off x="-4" y="0"/>
            <a:ext cx="12192000" cy="6858000"/>
            <a:chOff x="-3" y="0"/>
            <a:chExt cx="9144000" cy="5143500"/>
          </a:xfrm>
        </p:grpSpPr>
        <p:pic>
          <p:nvPicPr>
            <p:cNvPr id="8" name="object 8"/>
            <p:cNvPicPr/>
            <p:nvPr/>
          </p:nvPicPr>
          <p:blipFill>
            <a:blip r:embed="rId5" cstate="print"/>
            <a:stretch>
              <a:fillRect/>
            </a:stretch>
          </p:blipFill>
          <p:spPr>
            <a:xfrm>
              <a:off x="0" y="0"/>
              <a:ext cx="9144000" cy="4205036"/>
            </a:xfrm>
            <a:prstGeom prst="rect">
              <a:avLst/>
            </a:prstGeom>
          </p:spPr>
        </p:pic>
        <p:sp>
          <p:nvSpPr>
            <p:cNvPr id="9" name="object 9"/>
            <p:cNvSpPr/>
            <p:nvPr/>
          </p:nvSpPr>
          <p:spPr>
            <a:xfrm>
              <a:off x="0" y="4067175"/>
              <a:ext cx="9144000" cy="1076325"/>
            </a:xfrm>
            <a:custGeom>
              <a:avLst/>
              <a:gdLst/>
              <a:ahLst/>
              <a:cxnLst/>
              <a:rect l="l" t="t" r="r" b="b"/>
              <a:pathLst>
                <a:path w="9144000" h="1076325">
                  <a:moveTo>
                    <a:pt x="9143999" y="0"/>
                  </a:moveTo>
                  <a:lnTo>
                    <a:pt x="0" y="0"/>
                  </a:lnTo>
                  <a:lnTo>
                    <a:pt x="0" y="1076325"/>
                  </a:lnTo>
                  <a:lnTo>
                    <a:pt x="9143999" y="1076325"/>
                  </a:lnTo>
                  <a:lnTo>
                    <a:pt x="9143999" y="0"/>
                  </a:lnTo>
                  <a:close/>
                </a:path>
              </a:pathLst>
            </a:custGeom>
            <a:solidFill>
              <a:srgbClr val="10479B"/>
            </a:solidFill>
          </p:spPr>
          <p:txBody>
            <a:bodyPr wrap="square" lIns="0" tIns="0" rIns="0" bIns="0" rtlCol="0"/>
            <a:lstStyle/>
            <a:p>
              <a:endParaRPr sz="2400"/>
            </a:p>
          </p:txBody>
        </p:sp>
        <p:sp>
          <p:nvSpPr>
            <p:cNvPr id="10" name="object 10"/>
            <p:cNvSpPr/>
            <p:nvPr/>
          </p:nvSpPr>
          <p:spPr>
            <a:xfrm>
              <a:off x="-3" y="4065563"/>
              <a:ext cx="9144000" cy="43815"/>
            </a:xfrm>
            <a:custGeom>
              <a:avLst/>
              <a:gdLst/>
              <a:ahLst/>
              <a:cxnLst/>
              <a:rect l="l" t="t" r="r" b="b"/>
              <a:pathLst>
                <a:path w="9144000" h="43814">
                  <a:moveTo>
                    <a:pt x="9143999" y="0"/>
                  </a:moveTo>
                  <a:lnTo>
                    <a:pt x="0" y="0"/>
                  </a:lnTo>
                  <a:lnTo>
                    <a:pt x="0" y="43542"/>
                  </a:lnTo>
                  <a:lnTo>
                    <a:pt x="9143999" y="43542"/>
                  </a:lnTo>
                  <a:lnTo>
                    <a:pt x="9143999" y="0"/>
                  </a:lnTo>
                  <a:close/>
                </a:path>
              </a:pathLst>
            </a:custGeom>
            <a:solidFill>
              <a:srgbClr val="C00000"/>
            </a:solidFill>
          </p:spPr>
          <p:txBody>
            <a:bodyPr wrap="square" lIns="0" tIns="0" rIns="0" bIns="0" rtlCol="0"/>
            <a:lstStyle/>
            <a:p>
              <a:endParaRPr sz="2400"/>
            </a:p>
          </p:txBody>
        </p:sp>
        <p:pic>
          <p:nvPicPr>
            <p:cNvPr id="11" name="object 11"/>
            <p:cNvPicPr/>
            <p:nvPr/>
          </p:nvPicPr>
          <p:blipFill>
            <a:blip r:embed="rId6" cstate="print"/>
            <a:stretch>
              <a:fillRect/>
            </a:stretch>
          </p:blipFill>
          <p:spPr>
            <a:xfrm>
              <a:off x="3252215" y="2167127"/>
              <a:ext cx="2636519" cy="1048512"/>
            </a:xfrm>
            <a:prstGeom prst="rect">
              <a:avLst/>
            </a:prstGeom>
          </p:spPr>
        </p:pic>
        <p:pic>
          <p:nvPicPr>
            <p:cNvPr id="12" name="object 12"/>
            <p:cNvPicPr/>
            <p:nvPr/>
          </p:nvPicPr>
          <p:blipFill>
            <a:blip r:embed="rId7" cstate="print"/>
            <a:stretch>
              <a:fillRect/>
            </a:stretch>
          </p:blipFill>
          <p:spPr>
            <a:xfrm>
              <a:off x="3352536" y="2182454"/>
              <a:ext cx="2434134" cy="906967"/>
            </a:xfrm>
            <a:prstGeom prst="rect">
              <a:avLst/>
            </a:prstGeom>
          </p:spPr>
        </p:pic>
        <p:pic>
          <p:nvPicPr>
            <p:cNvPr id="13" name="object 13"/>
            <p:cNvPicPr/>
            <p:nvPr/>
          </p:nvPicPr>
          <p:blipFill>
            <a:blip r:embed="rId3" cstate="print"/>
            <a:stretch>
              <a:fillRect/>
            </a:stretch>
          </p:blipFill>
          <p:spPr>
            <a:xfrm>
              <a:off x="58862" y="4943302"/>
              <a:ext cx="147970" cy="147970"/>
            </a:xfrm>
            <a:prstGeom prst="rect">
              <a:avLst/>
            </a:prstGeom>
          </p:spPr>
        </p:pic>
        <p:pic>
          <p:nvPicPr>
            <p:cNvPr id="14" name="object 14"/>
            <p:cNvPicPr/>
            <p:nvPr/>
          </p:nvPicPr>
          <p:blipFill>
            <a:blip r:embed="rId8" cstate="print"/>
            <a:stretch>
              <a:fillRect/>
            </a:stretch>
          </p:blipFill>
          <p:spPr>
            <a:xfrm>
              <a:off x="3739895" y="1569719"/>
              <a:ext cx="1700783" cy="844295"/>
            </a:xfrm>
            <a:prstGeom prst="rect">
              <a:avLst/>
            </a:prstGeom>
          </p:spPr>
        </p:pic>
        <p:pic>
          <p:nvPicPr>
            <p:cNvPr id="15" name="object 15"/>
            <p:cNvPicPr/>
            <p:nvPr/>
          </p:nvPicPr>
          <p:blipFill>
            <a:blip r:embed="rId9" cstate="print"/>
            <a:stretch>
              <a:fillRect/>
            </a:stretch>
          </p:blipFill>
          <p:spPr>
            <a:xfrm>
              <a:off x="4081271" y="1331975"/>
              <a:ext cx="1014984" cy="557784"/>
            </a:xfrm>
            <a:prstGeom prst="rect">
              <a:avLst/>
            </a:prstGeom>
          </p:spPr>
        </p:pic>
        <p:pic>
          <p:nvPicPr>
            <p:cNvPr id="16" name="object 16"/>
            <p:cNvPicPr/>
            <p:nvPr/>
          </p:nvPicPr>
          <p:blipFill>
            <a:blip r:embed="rId10" cstate="print"/>
            <a:stretch>
              <a:fillRect/>
            </a:stretch>
          </p:blipFill>
          <p:spPr>
            <a:xfrm>
              <a:off x="4157471" y="1356360"/>
              <a:ext cx="914400" cy="454151"/>
            </a:xfrm>
            <a:prstGeom prst="rect">
              <a:avLst/>
            </a:prstGeom>
          </p:spPr>
        </p:pic>
      </p:grpSp>
      <p:sp>
        <p:nvSpPr>
          <p:cNvPr id="17" name="object 17"/>
          <p:cNvSpPr txBox="1"/>
          <p:nvPr/>
        </p:nvSpPr>
        <p:spPr>
          <a:xfrm>
            <a:off x="290601" y="6546428"/>
            <a:ext cx="519007" cy="263320"/>
          </a:xfrm>
          <a:prstGeom prst="rect">
            <a:avLst/>
          </a:prstGeom>
        </p:spPr>
        <p:txBody>
          <a:bodyPr vert="horz" wrap="square" lIns="0" tIns="16933" rIns="0" bIns="0" rtlCol="0">
            <a:spAutoFit/>
          </a:bodyPr>
          <a:lstStyle/>
          <a:p>
            <a:pPr marL="16933">
              <a:spcBef>
                <a:spcPts val="133"/>
              </a:spcBef>
            </a:pPr>
            <a:r>
              <a:rPr sz="1600" spc="-13" dirty="0">
                <a:solidFill>
                  <a:srgbClr val="FFFFFF"/>
                </a:solidFill>
                <a:latin typeface="Trebuchet MS"/>
                <a:cs typeface="Trebuchet MS"/>
              </a:rPr>
              <a:t>Pi</a:t>
            </a:r>
            <a:r>
              <a:rPr sz="1600" spc="7" dirty="0">
                <a:solidFill>
                  <a:srgbClr val="FFFFFF"/>
                </a:solidFill>
                <a:latin typeface="Trebuchet MS"/>
                <a:cs typeface="Trebuchet MS"/>
              </a:rPr>
              <a:t>L</a:t>
            </a:r>
            <a:r>
              <a:rPr sz="1600" dirty="0">
                <a:solidFill>
                  <a:srgbClr val="FFFFFF"/>
                </a:solidFill>
                <a:latin typeface="Trebuchet MS"/>
                <a:cs typeface="Trebuchet MS"/>
              </a:rPr>
              <a:t>o</a:t>
            </a:r>
            <a:r>
              <a:rPr sz="1600" spc="-7" dirty="0">
                <a:solidFill>
                  <a:srgbClr val="FFFFFF"/>
                </a:solidFill>
                <a:latin typeface="Trebuchet MS"/>
                <a:cs typeface="Trebuchet MS"/>
              </a:rPr>
              <a:t>g</a:t>
            </a:r>
            <a:endParaRPr sz="1600" dirty="0">
              <a:latin typeface="Trebuchet MS"/>
              <a:cs typeface="Trebuchet MS"/>
            </a:endParaRPr>
          </a:p>
        </p:txBody>
      </p:sp>
      <p:grpSp>
        <p:nvGrpSpPr>
          <p:cNvPr id="18" name="object 18"/>
          <p:cNvGrpSpPr/>
          <p:nvPr/>
        </p:nvGrpSpPr>
        <p:grpSpPr>
          <a:xfrm>
            <a:off x="0" y="0"/>
            <a:ext cx="12191997" cy="5416773"/>
            <a:chOff x="0" y="0"/>
            <a:chExt cx="9143998" cy="4062580"/>
          </a:xfrm>
        </p:grpSpPr>
        <p:pic>
          <p:nvPicPr>
            <p:cNvPr id="19" name="object 19"/>
            <p:cNvPicPr/>
            <p:nvPr/>
          </p:nvPicPr>
          <p:blipFill>
            <a:blip r:embed="rId11" cstate="print"/>
            <a:stretch>
              <a:fillRect/>
            </a:stretch>
          </p:blipFill>
          <p:spPr>
            <a:xfrm>
              <a:off x="5768153" y="3229876"/>
              <a:ext cx="914560" cy="406471"/>
            </a:xfrm>
            <a:prstGeom prst="rect">
              <a:avLst/>
            </a:prstGeom>
          </p:spPr>
        </p:pic>
        <p:pic>
          <p:nvPicPr>
            <p:cNvPr id="20" name="object 20"/>
            <p:cNvPicPr/>
            <p:nvPr/>
          </p:nvPicPr>
          <p:blipFill>
            <a:blip r:embed="rId12" cstate="print"/>
            <a:stretch>
              <a:fillRect/>
            </a:stretch>
          </p:blipFill>
          <p:spPr>
            <a:xfrm>
              <a:off x="103483" y="3097767"/>
              <a:ext cx="1785144" cy="132109"/>
            </a:xfrm>
            <a:prstGeom prst="rect">
              <a:avLst/>
            </a:prstGeom>
          </p:spPr>
        </p:pic>
        <p:pic>
          <p:nvPicPr>
            <p:cNvPr id="21" name="object 21"/>
            <p:cNvPicPr/>
            <p:nvPr/>
          </p:nvPicPr>
          <p:blipFill>
            <a:blip r:embed="rId13" cstate="print"/>
            <a:stretch>
              <a:fillRect/>
            </a:stretch>
          </p:blipFill>
          <p:spPr>
            <a:xfrm>
              <a:off x="0" y="0"/>
              <a:ext cx="9143998" cy="4062580"/>
            </a:xfrm>
            <a:prstGeom prst="rect">
              <a:avLst/>
            </a:prstGeom>
          </p:spPr>
        </p:pic>
        <p:pic>
          <p:nvPicPr>
            <p:cNvPr id="22" name="object 22"/>
            <p:cNvPicPr/>
            <p:nvPr/>
          </p:nvPicPr>
          <p:blipFill>
            <a:blip r:embed="rId11" cstate="print"/>
            <a:stretch>
              <a:fillRect/>
            </a:stretch>
          </p:blipFill>
          <p:spPr>
            <a:xfrm>
              <a:off x="265311" y="3163822"/>
              <a:ext cx="1461488" cy="649551"/>
            </a:xfrm>
            <a:prstGeom prst="rect">
              <a:avLst/>
            </a:prstGeom>
          </p:spPr>
        </p:pic>
      </p:grpSp>
      <p:sp>
        <p:nvSpPr>
          <p:cNvPr id="24" name="object 24"/>
          <p:cNvSpPr txBox="1"/>
          <p:nvPr/>
        </p:nvSpPr>
        <p:spPr>
          <a:xfrm>
            <a:off x="777782" y="5477596"/>
            <a:ext cx="10880818" cy="1103635"/>
          </a:xfrm>
          <a:prstGeom prst="rect">
            <a:avLst/>
          </a:prstGeom>
        </p:spPr>
        <p:txBody>
          <a:bodyPr vert="horz" wrap="square" lIns="0" tIns="35560" rIns="0" bIns="0" rtlCol="0">
            <a:spAutoFit/>
          </a:bodyPr>
          <a:lstStyle/>
          <a:p>
            <a:pPr marL="3239266" marR="3229106" algn="ctr">
              <a:lnSpc>
                <a:spcPts val="2813"/>
              </a:lnSpc>
              <a:spcBef>
                <a:spcPts val="280"/>
              </a:spcBef>
            </a:pPr>
            <a:r>
              <a:rPr sz="2400" b="1" spc="-67" dirty="0">
                <a:solidFill>
                  <a:srgbClr val="FFFFFF"/>
                </a:solidFill>
                <a:latin typeface="Trebuchet MS"/>
                <a:cs typeface="Trebuchet MS"/>
              </a:rPr>
              <a:t>PiLog-</a:t>
            </a:r>
            <a:r>
              <a:rPr lang="en-IN" sz="2400" b="1" spc="-67" dirty="0">
                <a:solidFill>
                  <a:srgbClr val="FFFFFF"/>
                </a:solidFill>
                <a:latin typeface="Trebuchet MS"/>
                <a:cs typeface="Trebuchet MS"/>
              </a:rPr>
              <a:t>Technical &amp;</a:t>
            </a:r>
            <a:r>
              <a:rPr sz="2400" b="1" spc="-67" dirty="0">
                <a:solidFill>
                  <a:srgbClr val="FFFFFF"/>
                </a:solidFill>
                <a:latin typeface="Trebuchet MS"/>
                <a:cs typeface="Trebuchet MS"/>
              </a:rPr>
              <a:t> </a:t>
            </a:r>
            <a:r>
              <a:rPr sz="2400" b="1" spc="-60" dirty="0">
                <a:solidFill>
                  <a:srgbClr val="FFFFFF"/>
                </a:solidFill>
                <a:latin typeface="Trebuchet MS"/>
                <a:cs typeface="Trebuchet MS"/>
              </a:rPr>
              <a:t>Commercial </a:t>
            </a:r>
            <a:r>
              <a:rPr sz="2400" b="1" spc="-73" dirty="0">
                <a:solidFill>
                  <a:srgbClr val="FFFFFF"/>
                </a:solidFill>
                <a:latin typeface="Trebuchet MS"/>
                <a:cs typeface="Trebuchet MS"/>
              </a:rPr>
              <a:t>Proposal </a:t>
            </a:r>
            <a:r>
              <a:rPr lang="en-IN" sz="2400" b="1" spc="-73" dirty="0">
                <a:solidFill>
                  <a:srgbClr val="FFFFFF"/>
                </a:solidFill>
                <a:latin typeface="Trebuchet MS"/>
                <a:cs typeface="Trebuchet MS"/>
              </a:rPr>
              <a:t>f</a:t>
            </a:r>
            <a:r>
              <a:rPr sz="2400" b="1" spc="-87" dirty="0">
                <a:solidFill>
                  <a:srgbClr val="FFFFFF"/>
                </a:solidFill>
                <a:latin typeface="Trebuchet MS"/>
                <a:cs typeface="Trebuchet MS"/>
              </a:rPr>
              <a:t>or</a:t>
            </a:r>
            <a:endParaRPr sz="2400" dirty="0">
              <a:latin typeface="Trebuchet MS"/>
              <a:cs typeface="Trebuchet MS"/>
            </a:endParaRPr>
          </a:p>
          <a:p>
            <a:pPr algn="ctr">
              <a:lnSpc>
                <a:spcPts val="2867"/>
              </a:lnSpc>
            </a:pPr>
            <a:r>
              <a:rPr sz="2400" b="1" spc="-47" dirty="0">
                <a:solidFill>
                  <a:srgbClr val="FFFFFF"/>
                </a:solidFill>
                <a:latin typeface="Trebuchet MS"/>
                <a:cs typeface="Trebuchet MS"/>
              </a:rPr>
              <a:t>Master</a:t>
            </a:r>
            <a:r>
              <a:rPr sz="2400" b="1" spc="-53" dirty="0">
                <a:solidFill>
                  <a:srgbClr val="FFFFFF"/>
                </a:solidFill>
                <a:latin typeface="Trebuchet MS"/>
                <a:cs typeface="Trebuchet MS"/>
              </a:rPr>
              <a:t> </a:t>
            </a:r>
            <a:r>
              <a:rPr sz="2400" b="1" dirty="0">
                <a:solidFill>
                  <a:srgbClr val="FFFFFF"/>
                </a:solidFill>
                <a:latin typeface="Trebuchet MS"/>
                <a:cs typeface="Trebuchet MS"/>
              </a:rPr>
              <a:t>Data</a:t>
            </a:r>
            <a:r>
              <a:rPr sz="2400" b="1" spc="-53" dirty="0">
                <a:solidFill>
                  <a:srgbClr val="FFFFFF"/>
                </a:solidFill>
                <a:latin typeface="Trebuchet MS"/>
                <a:cs typeface="Trebuchet MS"/>
              </a:rPr>
              <a:t> Cleansing</a:t>
            </a:r>
            <a:r>
              <a:rPr lang="en-IN" sz="2400" b="1" spc="-53" dirty="0">
                <a:solidFill>
                  <a:srgbClr val="FFFFFF"/>
                </a:solidFill>
                <a:latin typeface="Trebuchet MS"/>
                <a:cs typeface="Trebuchet MS"/>
              </a:rPr>
              <a:t> (Material, Business Partner)</a:t>
            </a:r>
            <a:endParaRPr sz="2400" dirty="0">
              <a:latin typeface="Trebuchet MS"/>
              <a:cs typeface="Trebuchet MS"/>
            </a:endParaRPr>
          </a:p>
        </p:txBody>
      </p:sp>
      <p:pic>
        <p:nvPicPr>
          <p:cNvPr id="25" name="Picture 24">
            <a:extLst>
              <a:ext uri="{FF2B5EF4-FFF2-40B4-BE49-F238E27FC236}">
                <a16:creationId xmlns:a16="http://schemas.microsoft.com/office/drawing/2014/main" id="{48E372BE-B086-E536-8D2B-E6002AD89520}"/>
              </a:ext>
            </a:extLst>
          </p:cNvPr>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2818748"/>
            <a:ext cx="2600960" cy="13004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6659" y="75693"/>
            <a:ext cx="8810680" cy="606832"/>
          </a:xfrm>
          <a:prstGeom prst="rect">
            <a:avLst/>
          </a:prstGeom>
        </p:spPr>
        <p:txBody>
          <a:bodyPr vert="horz" wrap="square" lIns="0" tIns="235203" rIns="0" bIns="0" rtlCol="0">
            <a:spAutoFit/>
          </a:bodyPr>
          <a:lstStyle/>
          <a:p>
            <a:pPr marL="241929">
              <a:spcBef>
                <a:spcPts val="100"/>
              </a:spcBef>
            </a:pPr>
            <a:r>
              <a:rPr lang="en-US" sz="2400" spc="-10" dirty="0">
                <a:solidFill>
                  <a:srgbClr val="0F469B"/>
                </a:solidFill>
                <a:latin typeface="Optima"/>
              </a:rPr>
              <a:t>Our understanding of Shree Cement Ltd Key objectives… </a:t>
            </a:r>
            <a:r>
              <a:rPr sz="2400" spc="-10" dirty="0">
                <a:solidFill>
                  <a:srgbClr val="0F469B"/>
                </a:solidFill>
                <a:latin typeface="Optima"/>
              </a:rPr>
              <a:t>…</a:t>
            </a:r>
          </a:p>
        </p:txBody>
      </p:sp>
      <p:sp>
        <p:nvSpPr>
          <p:cNvPr id="4" name="object 4"/>
          <p:cNvSpPr txBox="1"/>
          <p:nvPr/>
        </p:nvSpPr>
        <p:spPr>
          <a:xfrm>
            <a:off x="341419" y="6588197"/>
            <a:ext cx="543560" cy="243656"/>
          </a:xfrm>
          <a:prstGeom prst="rect">
            <a:avLst/>
          </a:prstGeom>
        </p:spPr>
        <p:txBody>
          <a:bodyPr vert="horz" wrap="square" lIns="0" tIns="0" rIns="0" bIns="0" rtlCol="0">
            <a:spAutoFit/>
          </a:bodyPr>
          <a:lstStyle/>
          <a:p>
            <a:pPr marL="12700">
              <a:lnSpc>
                <a:spcPts val="1871"/>
              </a:lnSpc>
            </a:pPr>
            <a:r>
              <a:rPr sz="1600" spc="-11" dirty="0">
                <a:solidFill>
                  <a:srgbClr val="FFFFFF"/>
                </a:solidFill>
                <a:latin typeface="Arial MT"/>
                <a:cs typeface="Arial MT"/>
              </a:rPr>
              <a:t>PiLog</a:t>
            </a:r>
            <a:endParaRPr sz="1600" dirty="0">
              <a:latin typeface="Arial MT"/>
              <a:cs typeface="Arial MT"/>
            </a:endParaRPr>
          </a:p>
        </p:txBody>
      </p:sp>
      <p:sp>
        <p:nvSpPr>
          <p:cNvPr id="5" name="object 5"/>
          <p:cNvSpPr txBox="1"/>
          <p:nvPr/>
        </p:nvSpPr>
        <p:spPr>
          <a:xfrm>
            <a:off x="5307553" y="6623470"/>
            <a:ext cx="1576705" cy="192168"/>
          </a:xfrm>
          <a:prstGeom prst="rect">
            <a:avLst/>
          </a:prstGeom>
        </p:spPr>
        <p:txBody>
          <a:bodyPr vert="horz" wrap="square" lIns="0" tIns="0" rIns="0" bIns="0" rtlCol="0">
            <a:spAutoFit/>
          </a:bodyPr>
          <a:lstStyle/>
          <a:p>
            <a:pPr marL="12700">
              <a:lnSpc>
                <a:spcPts val="1555"/>
              </a:lnSpc>
            </a:pPr>
            <a:r>
              <a:rPr sz="1300" spc="-11" dirty="0">
                <a:solidFill>
                  <a:srgbClr val="08234E"/>
                </a:solidFill>
                <a:latin typeface="Trebuchet MS"/>
                <a:cs typeface="Trebuchet MS"/>
                <a:hlinkClick r:id="rId2"/>
              </a:rPr>
              <a:t>www.piloggroup.com</a:t>
            </a:r>
            <a:endParaRPr sz="1300">
              <a:latin typeface="Trebuchet MS"/>
              <a:cs typeface="Trebuchet MS"/>
            </a:endParaRPr>
          </a:p>
        </p:txBody>
      </p:sp>
      <p:sp>
        <p:nvSpPr>
          <p:cNvPr id="3" name="object 3"/>
          <p:cNvSpPr txBox="1"/>
          <p:nvPr/>
        </p:nvSpPr>
        <p:spPr>
          <a:xfrm>
            <a:off x="266821" y="1030732"/>
            <a:ext cx="10810240" cy="4717125"/>
          </a:xfrm>
          <a:prstGeom prst="rect">
            <a:avLst/>
          </a:prstGeom>
        </p:spPr>
        <p:txBody>
          <a:bodyPr vert="horz" wrap="square" lIns="0" tIns="12700" rIns="0" bIns="0" rtlCol="0">
            <a:spAutoFit/>
          </a:bodyPr>
          <a:lstStyle/>
          <a:p>
            <a:pPr marL="298443" indent="-285744">
              <a:spcBef>
                <a:spcPts val="100"/>
              </a:spcBef>
              <a:buFont typeface="Courier New"/>
              <a:buChar char="o"/>
              <a:tabLst>
                <a:tab pos="298443" algn="l"/>
              </a:tabLst>
            </a:pPr>
            <a:r>
              <a:rPr lang="en-IN" sz="1867" spc="20" dirty="0">
                <a:solidFill>
                  <a:srgbClr val="10479B"/>
                </a:solidFill>
                <a:latin typeface="+mj-lt"/>
              </a:rPr>
              <a:t>Shree Cement Ltd </a:t>
            </a:r>
            <a:r>
              <a:rPr sz="1867" spc="20" dirty="0">
                <a:solidFill>
                  <a:srgbClr val="10479B"/>
                </a:solidFill>
                <a:latin typeface="+mj-lt"/>
              </a:rPr>
              <a:t>Steel is currently using </a:t>
            </a:r>
            <a:r>
              <a:rPr lang="en-IN" sz="1867" spc="20" dirty="0">
                <a:solidFill>
                  <a:srgbClr val="10479B"/>
                </a:solidFill>
                <a:latin typeface="+mj-lt"/>
              </a:rPr>
              <a:t>Oracle R12</a:t>
            </a:r>
            <a:r>
              <a:rPr sz="1867" spc="20" dirty="0">
                <a:solidFill>
                  <a:srgbClr val="10479B"/>
                </a:solidFill>
                <a:latin typeface="+mj-lt"/>
              </a:rPr>
              <a:t> as ERP and is in the process</a:t>
            </a:r>
            <a:r>
              <a:rPr lang="en-IN" sz="1867" spc="20" dirty="0">
                <a:solidFill>
                  <a:srgbClr val="10479B"/>
                </a:solidFill>
                <a:latin typeface="+mj-lt"/>
              </a:rPr>
              <a:t> of</a:t>
            </a:r>
            <a:r>
              <a:rPr sz="1867" spc="20" dirty="0">
                <a:solidFill>
                  <a:srgbClr val="10479B"/>
                </a:solidFill>
                <a:latin typeface="+mj-lt"/>
              </a:rPr>
              <a:t> </a:t>
            </a:r>
            <a:r>
              <a:rPr lang="en-IN" sz="1867" spc="20" dirty="0">
                <a:solidFill>
                  <a:srgbClr val="10479B"/>
                </a:solidFill>
                <a:latin typeface="+mj-lt"/>
              </a:rPr>
              <a:t>Migrating to S/4 HANA</a:t>
            </a:r>
            <a:endParaRPr sz="1867" spc="20" dirty="0">
              <a:solidFill>
                <a:srgbClr val="10479B"/>
              </a:solidFill>
              <a:latin typeface="+mj-lt"/>
            </a:endParaRPr>
          </a:p>
          <a:p>
            <a:pPr>
              <a:lnSpc>
                <a:spcPct val="100000"/>
              </a:lnSpc>
              <a:buClr>
                <a:srgbClr val="10479B"/>
              </a:buClr>
              <a:buFont typeface="Courier New"/>
              <a:buChar char="o"/>
            </a:pPr>
            <a:endParaRPr sz="1867" spc="20" dirty="0">
              <a:solidFill>
                <a:srgbClr val="10479B"/>
              </a:solidFill>
              <a:latin typeface="+mj-lt"/>
            </a:endParaRPr>
          </a:p>
          <a:p>
            <a:pPr marL="247008" marR="5715" indent="-234945" algn="just">
              <a:lnSpc>
                <a:spcPts val="1900"/>
              </a:lnSpc>
              <a:buClr>
                <a:srgbClr val="10479B"/>
              </a:buClr>
              <a:buFont typeface="Courier New"/>
              <a:buChar char="o"/>
              <a:tabLst>
                <a:tab pos="391785" algn="l"/>
              </a:tabLst>
            </a:pPr>
            <a:r>
              <a:rPr sz="1867" spc="20" dirty="0">
                <a:solidFill>
                  <a:srgbClr val="10479B"/>
                </a:solidFill>
                <a:latin typeface="+mj-lt"/>
              </a:rPr>
              <a:t>	Perform the Data Cleansing &amp; Standardization for Material</a:t>
            </a:r>
            <a:r>
              <a:rPr lang="en-IN" sz="1867" spc="20" dirty="0">
                <a:solidFill>
                  <a:srgbClr val="10479B"/>
                </a:solidFill>
                <a:latin typeface="+mj-lt"/>
              </a:rPr>
              <a:t>, Assets, Vendor &amp; Customer Master</a:t>
            </a:r>
            <a:r>
              <a:rPr sz="1867" spc="20" dirty="0">
                <a:solidFill>
                  <a:srgbClr val="10479B"/>
                </a:solidFill>
                <a:latin typeface="+mj-lt"/>
              </a:rPr>
              <a:t> Records according to ISO 22745 complaint standards</a:t>
            </a:r>
            <a:endParaRPr lang="en-IN" sz="1867" spc="20" dirty="0">
              <a:solidFill>
                <a:srgbClr val="10479B"/>
              </a:solidFill>
              <a:latin typeface="+mj-lt"/>
            </a:endParaRPr>
          </a:p>
          <a:p>
            <a:pPr marL="247008" marR="5715" indent="-234945" algn="just">
              <a:lnSpc>
                <a:spcPts val="1900"/>
              </a:lnSpc>
              <a:buClr>
                <a:srgbClr val="10479B"/>
              </a:buClr>
              <a:buFont typeface="Courier New"/>
              <a:buChar char="o"/>
              <a:tabLst>
                <a:tab pos="391785" algn="l"/>
              </a:tabLst>
            </a:pPr>
            <a:endParaRPr lang="en-IN" sz="1867" spc="20" dirty="0">
              <a:solidFill>
                <a:srgbClr val="10479B"/>
              </a:solidFill>
              <a:latin typeface="+mj-lt"/>
            </a:endParaRPr>
          </a:p>
          <a:p>
            <a:pPr marL="247008" marR="5715" indent="-234945" algn="just">
              <a:lnSpc>
                <a:spcPts val="1900"/>
              </a:lnSpc>
              <a:buClr>
                <a:srgbClr val="10479B"/>
              </a:buClr>
              <a:buFont typeface="Courier New"/>
              <a:buChar char="o"/>
              <a:tabLst>
                <a:tab pos="391785" algn="l"/>
              </a:tabLst>
            </a:pPr>
            <a:r>
              <a:rPr lang="en-US" sz="1867" spc="20" dirty="0">
                <a:solidFill>
                  <a:srgbClr val="10479B"/>
                </a:solidFill>
                <a:latin typeface="+mj-lt"/>
              </a:rPr>
              <a:t>The overall objective is to optimize</a:t>
            </a:r>
          </a:p>
          <a:p>
            <a:pPr marL="12064" marR="5715" algn="just">
              <a:lnSpc>
                <a:spcPts val="1900"/>
              </a:lnSpc>
              <a:buClr>
                <a:srgbClr val="10479B"/>
              </a:buClr>
              <a:tabLst>
                <a:tab pos="391785" algn="l"/>
              </a:tabLst>
            </a:pPr>
            <a:endParaRPr lang="en-US" sz="1867" spc="20" dirty="0">
              <a:solidFill>
                <a:srgbClr val="10479B"/>
              </a:solidFill>
              <a:latin typeface="+mj-lt"/>
            </a:endParaRPr>
          </a:p>
          <a:p>
            <a:pPr marL="704197" lvl="1" indent="-379085">
              <a:lnSpc>
                <a:spcPts val="1911"/>
              </a:lnSpc>
              <a:buFont typeface="Wingdings"/>
              <a:buChar char=""/>
              <a:tabLst>
                <a:tab pos="704197" algn="l"/>
                <a:tab pos="704833" algn="l"/>
              </a:tabLst>
            </a:pPr>
            <a:r>
              <a:rPr sz="1867" spc="20" dirty="0">
                <a:solidFill>
                  <a:srgbClr val="10479B"/>
                </a:solidFill>
                <a:latin typeface="+mj-lt"/>
              </a:rPr>
              <a:t>Streamline material master management process</a:t>
            </a:r>
            <a:endParaRPr lang="en-IN" sz="1867" spc="20" dirty="0">
              <a:solidFill>
                <a:srgbClr val="10479B"/>
              </a:solidFill>
              <a:latin typeface="+mj-lt"/>
            </a:endParaRPr>
          </a:p>
          <a:p>
            <a:pPr marL="704197" lvl="1" indent="-379085">
              <a:lnSpc>
                <a:spcPts val="1911"/>
              </a:lnSpc>
              <a:buFont typeface="Wingdings"/>
              <a:buChar char=""/>
              <a:tabLst>
                <a:tab pos="704197" algn="l"/>
                <a:tab pos="704833" algn="l"/>
              </a:tabLst>
            </a:pPr>
            <a:r>
              <a:rPr lang="en-IN" sz="1867" spc="20" dirty="0">
                <a:solidFill>
                  <a:srgbClr val="10479B"/>
                </a:solidFill>
                <a:latin typeface="+mj-lt"/>
              </a:rPr>
              <a:t>Store classification and control</a:t>
            </a:r>
          </a:p>
          <a:p>
            <a:pPr marL="704197" lvl="1" indent="-379085">
              <a:lnSpc>
                <a:spcPts val="1895"/>
              </a:lnSpc>
              <a:buFont typeface="Wingdings"/>
              <a:buChar char=""/>
              <a:tabLst>
                <a:tab pos="704197" algn="l"/>
                <a:tab pos="704833" algn="l"/>
              </a:tabLst>
            </a:pPr>
            <a:r>
              <a:rPr sz="1867" spc="20" dirty="0">
                <a:solidFill>
                  <a:srgbClr val="10479B"/>
                </a:solidFill>
                <a:latin typeface="+mj-lt"/>
              </a:rPr>
              <a:t>Material identification in project requirements;</a:t>
            </a:r>
          </a:p>
          <a:p>
            <a:pPr marL="704197" lvl="1" indent="-379085">
              <a:lnSpc>
                <a:spcPts val="1911"/>
              </a:lnSpc>
              <a:buFont typeface="Wingdings"/>
              <a:buChar char=""/>
              <a:tabLst>
                <a:tab pos="704197" algn="l"/>
                <a:tab pos="704833" algn="l"/>
              </a:tabLst>
            </a:pPr>
            <a:r>
              <a:rPr sz="1867" spc="20" dirty="0">
                <a:solidFill>
                  <a:srgbClr val="10479B"/>
                </a:solidFill>
                <a:latin typeface="+mj-lt"/>
              </a:rPr>
              <a:t>Material identification in non-project requirements.</a:t>
            </a:r>
          </a:p>
          <a:p>
            <a:pPr marL="704197" lvl="1" indent="-379085">
              <a:lnSpc>
                <a:spcPts val="1911"/>
              </a:lnSpc>
              <a:spcBef>
                <a:spcPts val="75"/>
              </a:spcBef>
              <a:buFont typeface="Wingdings"/>
              <a:buChar char=""/>
              <a:tabLst>
                <a:tab pos="704197" algn="l"/>
                <a:tab pos="704833" algn="l"/>
              </a:tabLst>
            </a:pPr>
            <a:r>
              <a:rPr sz="1867" spc="20" dirty="0">
                <a:solidFill>
                  <a:srgbClr val="10479B"/>
                </a:solidFill>
                <a:latin typeface="+mj-lt"/>
              </a:rPr>
              <a:t>Cost Control</a:t>
            </a:r>
          </a:p>
          <a:p>
            <a:pPr marL="704197" lvl="1" indent="-379085">
              <a:lnSpc>
                <a:spcPts val="1911"/>
              </a:lnSpc>
              <a:buFont typeface="Wingdings"/>
              <a:buChar char=""/>
              <a:tabLst>
                <a:tab pos="704197" algn="l"/>
                <a:tab pos="704833" algn="l"/>
              </a:tabLst>
            </a:pPr>
            <a:r>
              <a:rPr sz="1867" spc="20" dirty="0">
                <a:solidFill>
                  <a:srgbClr val="10479B"/>
                </a:solidFill>
                <a:latin typeface="+mj-lt"/>
              </a:rPr>
              <a:t>Reporting</a:t>
            </a:r>
          </a:p>
          <a:p>
            <a:pPr marL="704197" lvl="1" indent="-379085">
              <a:buFont typeface="Wingdings"/>
              <a:buChar char=""/>
              <a:tabLst>
                <a:tab pos="704197" algn="l"/>
                <a:tab pos="704833" algn="l"/>
              </a:tabLst>
            </a:pPr>
            <a:r>
              <a:rPr sz="1867" spc="20" dirty="0">
                <a:solidFill>
                  <a:srgbClr val="10479B"/>
                </a:solidFill>
                <a:latin typeface="+mj-lt"/>
              </a:rPr>
              <a:t>Commodity Management.</a:t>
            </a:r>
            <a:endParaRPr lang="en-IN" sz="1867" spc="20" dirty="0">
              <a:solidFill>
                <a:srgbClr val="10479B"/>
              </a:solidFill>
              <a:latin typeface="+mj-lt"/>
            </a:endParaRPr>
          </a:p>
          <a:p>
            <a:pPr marL="704197" lvl="1" indent="-379085">
              <a:buFont typeface="Wingdings"/>
              <a:buChar char=""/>
              <a:tabLst>
                <a:tab pos="704197" algn="l"/>
                <a:tab pos="704833" algn="l"/>
              </a:tabLst>
            </a:pPr>
            <a:r>
              <a:rPr lang="en-IN" sz="1867" spc="20" dirty="0">
                <a:solidFill>
                  <a:srgbClr val="10479B"/>
                </a:solidFill>
                <a:latin typeface="+mj-lt"/>
              </a:rPr>
              <a:t>Identify and enrich Incomplete Data.</a:t>
            </a:r>
          </a:p>
          <a:p>
            <a:pPr marL="704197" lvl="1" indent="-379085">
              <a:buFont typeface="Wingdings"/>
              <a:buChar char=""/>
              <a:tabLst>
                <a:tab pos="704197" algn="l"/>
                <a:tab pos="704833" algn="l"/>
              </a:tabLst>
            </a:pPr>
            <a:r>
              <a:rPr lang="en-IN" sz="1867" spc="20" dirty="0">
                <a:solidFill>
                  <a:srgbClr val="10479B"/>
                </a:solidFill>
                <a:latin typeface="+mj-lt"/>
              </a:rPr>
              <a:t>Reduction in duplicate payments</a:t>
            </a:r>
          </a:p>
          <a:p>
            <a:pPr marL="704197" lvl="1" indent="-379085">
              <a:buFont typeface="Wingdings"/>
              <a:buChar char=""/>
              <a:tabLst>
                <a:tab pos="704197" algn="l"/>
                <a:tab pos="704833" algn="l"/>
              </a:tabLst>
            </a:pPr>
            <a:r>
              <a:rPr lang="en-IN" sz="1867" spc="20" dirty="0">
                <a:solidFill>
                  <a:srgbClr val="10479B"/>
                </a:solidFill>
                <a:latin typeface="+mj-lt"/>
              </a:rPr>
              <a:t>Analysize existing Vendor &amp; customer records and enrich missing key fields. </a:t>
            </a:r>
          </a:p>
          <a:p>
            <a:pPr marL="704197" lvl="1" indent="-379085">
              <a:buFont typeface="Wingdings"/>
              <a:buChar char=""/>
              <a:tabLst>
                <a:tab pos="704197" algn="l"/>
                <a:tab pos="704833" algn="l"/>
              </a:tabLst>
            </a:pPr>
            <a:r>
              <a:rPr lang="en-IN" sz="1867" spc="20" dirty="0">
                <a:solidFill>
                  <a:srgbClr val="10479B"/>
                </a:solidFill>
                <a:latin typeface="+mj-lt"/>
              </a:rPr>
              <a:t>Consolidation and creating business partner for S/4 HANA</a:t>
            </a:r>
            <a:endParaRPr sz="1867" spc="20" dirty="0">
              <a:solidFill>
                <a:srgbClr val="10479B"/>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4472940"/>
          </a:xfrm>
          <a:prstGeom prst="rect">
            <a:avLst/>
          </a:prstGeom>
        </p:spPr>
      </p:pic>
      <p:sp>
        <p:nvSpPr>
          <p:cNvPr id="3" name="object 3"/>
          <p:cNvSpPr txBox="1">
            <a:spLocks noGrp="1"/>
          </p:cNvSpPr>
          <p:nvPr>
            <p:ph type="title"/>
          </p:nvPr>
        </p:nvSpPr>
        <p:spPr>
          <a:xfrm>
            <a:off x="2995676" y="2222957"/>
            <a:ext cx="6073140" cy="514350"/>
          </a:xfrm>
          <a:prstGeom prst="rect">
            <a:avLst/>
          </a:prstGeom>
        </p:spPr>
        <p:txBody>
          <a:bodyPr vert="horz" wrap="square" lIns="0" tIns="13335" rIns="0" bIns="0" rtlCol="0">
            <a:spAutoFit/>
          </a:bodyPr>
          <a:lstStyle/>
          <a:p>
            <a:pPr marL="12700">
              <a:lnSpc>
                <a:spcPct val="100000"/>
              </a:lnSpc>
              <a:spcBef>
                <a:spcPts val="105"/>
              </a:spcBef>
            </a:pPr>
            <a:r>
              <a:rPr sz="3200" spc="-5" dirty="0">
                <a:latin typeface="Optima"/>
              </a:rPr>
              <a:t>PiLog</a:t>
            </a:r>
            <a:r>
              <a:rPr sz="3200" spc="-30" dirty="0">
                <a:latin typeface="Optima"/>
              </a:rPr>
              <a:t> </a:t>
            </a:r>
            <a:r>
              <a:rPr sz="3200" spc="-10" dirty="0">
                <a:latin typeface="Optima"/>
              </a:rPr>
              <a:t>Group</a:t>
            </a:r>
            <a:r>
              <a:rPr sz="3200" spc="-30" dirty="0">
                <a:latin typeface="Optima"/>
              </a:rPr>
              <a:t> </a:t>
            </a:r>
            <a:r>
              <a:rPr sz="3200" spc="-5" dirty="0">
                <a:latin typeface="Optima"/>
              </a:rPr>
              <a:t>Overview</a:t>
            </a:r>
            <a:r>
              <a:rPr sz="3200" spc="-30" dirty="0">
                <a:latin typeface="Optima"/>
              </a:rPr>
              <a:t> </a:t>
            </a:r>
            <a:r>
              <a:rPr sz="3200" dirty="0">
                <a:latin typeface="Optima"/>
              </a:rPr>
              <a:t>and</a:t>
            </a:r>
            <a:r>
              <a:rPr sz="3200" spc="-35" dirty="0">
                <a:latin typeface="Optima"/>
              </a:rPr>
              <a:t> </a:t>
            </a:r>
            <a:r>
              <a:rPr sz="3200" spc="-10" dirty="0">
                <a:latin typeface="Optima"/>
              </a:rPr>
              <a:t>Clientele</a:t>
            </a:r>
            <a:endParaRPr sz="3200" dirty="0">
              <a:latin typeface="Optima"/>
            </a:endParaRPr>
          </a:p>
        </p:txBody>
      </p:sp>
      <p:pic>
        <p:nvPicPr>
          <p:cNvPr id="4" name="object 4"/>
          <p:cNvPicPr/>
          <p:nvPr/>
        </p:nvPicPr>
        <p:blipFill>
          <a:blip r:embed="rId3" cstate="print"/>
          <a:stretch>
            <a:fillRect/>
          </a:stretch>
        </p:blipFill>
        <p:spPr>
          <a:xfrm>
            <a:off x="3048" y="0"/>
            <a:ext cx="2066543" cy="9235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6237" y="1179703"/>
            <a:ext cx="6066790" cy="2219960"/>
          </a:xfrm>
          <a:prstGeom prst="rect">
            <a:avLst/>
          </a:prstGeom>
        </p:spPr>
        <p:txBody>
          <a:bodyPr vert="horz" wrap="square" lIns="0" tIns="12065" rIns="0" bIns="0" rtlCol="0">
            <a:spAutoFit/>
          </a:bodyPr>
          <a:lstStyle/>
          <a:p>
            <a:pPr marL="12700" marR="5080" algn="just">
              <a:lnSpc>
                <a:spcPct val="100000"/>
              </a:lnSpc>
              <a:spcBef>
                <a:spcPts val="95"/>
              </a:spcBef>
            </a:pPr>
            <a:r>
              <a:rPr sz="1600" spc="-10" dirty="0">
                <a:solidFill>
                  <a:srgbClr val="0F469B"/>
                </a:solidFill>
                <a:latin typeface="Calibri"/>
                <a:cs typeface="Calibri"/>
              </a:rPr>
              <a:t>Established</a:t>
            </a:r>
            <a:r>
              <a:rPr sz="1600" spc="-5" dirty="0">
                <a:solidFill>
                  <a:srgbClr val="0F469B"/>
                </a:solidFill>
                <a:latin typeface="Calibri"/>
                <a:cs typeface="Calibri"/>
              </a:rPr>
              <a:t> </a:t>
            </a:r>
            <a:r>
              <a:rPr sz="1600" dirty="0">
                <a:solidFill>
                  <a:srgbClr val="0F469B"/>
                </a:solidFill>
                <a:latin typeface="Calibri"/>
                <a:cs typeface="Calibri"/>
              </a:rPr>
              <a:t>in</a:t>
            </a:r>
            <a:r>
              <a:rPr sz="1600" spc="5" dirty="0">
                <a:solidFill>
                  <a:srgbClr val="0F469B"/>
                </a:solidFill>
                <a:latin typeface="Calibri"/>
                <a:cs typeface="Calibri"/>
              </a:rPr>
              <a:t> </a:t>
            </a:r>
            <a:r>
              <a:rPr sz="1600" spc="-5" dirty="0">
                <a:solidFill>
                  <a:srgbClr val="0F469B"/>
                </a:solidFill>
                <a:latin typeface="Calibri"/>
                <a:cs typeface="Calibri"/>
              </a:rPr>
              <a:t>1996,</a:t>
            </a:r>
            <a:r>
              <a:rPr sz="1600" dirty="0">
                <a:solidFill>
                  <a:srgbClr val="0F469B"/>
                </a:solidFill>
                <a:latin typeface="Calibri"/>
                <a:cs typeface="Calibri"/>
              </a:rPr>
              <a:t> </a:t>
            </a:r>
            <a:r>
              <a:rPr sz="1600" spc="-5" dirty="0">
                <a:solidFill>
                  <a:srgbClr val="0F469B"/>
                </a:solidFill>
                <a:latin typeface="Calibri"/>
                <a:cs typeface="Calibri"/>
              </a:rPr>
              <a:t>PiLog</a:t>
            </a:r>
            <a:r>
              <a:rPr sz="1600" dirty="0">
                <a:solidFill>
                  <a:srgbClr val="0F469B"/>
                </a:solidFill>
                <a:latin typeface="Calibri"/>
                <a:cs typeface="Calibri"/>
              </a:rPr>
              <a:t> </a:t>
            </a:r>
            <a:r>
              <a:rPr sz="1600" spc="-10" dirty="0">
                <a:solidFill>
                  <a:srgbClr val="0F469B"/>
                </a:solidFill>
                <a:latin typeface="Calibri"/>
                <a:cs typeface="Calibri"/>
              </a:rPr>
              <a:t>Group</a:t>
            </a:r>
            <a:r>
              <a:rPr sz="1600" spc="-5" dirty="0">
                <a:solidFill>
                  <a:srgbClr val="0F469B"/>
                </a:solidFill>
                <a:latin typeface="Calibri"/>
                <a:cs typeface="Calibri"/>
              </a:rPr>
              <a:t> </a:t>
            </a:r>
            <a:r>
              <a:rPr sz="1600" dirty="0">
                <a:solidFill>
                  <a:srgbClr val="0F469B"/>
                </a:solidFill>
                <a:latin typeface="Calibri"/>
                <a:cs typeface="Calibri"/>
              </a:rPr>
              <a:t>is</a:t>
            </a:r>
            <a:r>
              <a:rPr sz="1600" spc="5" dirty="0">
                <a:solidFill>
                  <a:srgbClr val="0F469B"/>
                </a:solidFill>
                <a:latin typeface="Calibri"/>
                <a:cs typeface="Calibri"/>
              </a:rPr>
              <a:t> </a:t>
            </a:r>
            <a:r>
              <a:rPr sz="1600" spc="-5" dirty="0">
                <a:solidFill>
                  <a:srgbClr val="0F469B"/>
                </a:solidFill>
                <a:latin typeface="Calibri"/>
                <a:cs typeface="Calibri"/>
              </a:rPr>
              <a:t>a</a:t>
            </a:r>
            <a:r>
              <a:rPr sz="1600" dirty="0">
                <a:solidFill>
                  <a:srgbClr val="0F469B"/>
                </a:solidFill>
                <a:latin typeface="Calibri"/>
                <a:cs typeface="Calibri"/>
              </a:rPr>
              <a:t> </a:t>
            </a:r>
            <a:r>
              <a:rPr sz="1600" spc="-10" dirty="0">
                <a:solidFill>
                  <a:srgbClr val="0F469B"/>
                </a:solidFill>
                <a:latin typeface="Calibri"/>
                <a:cs typeface="Calibri"/>
              </a:rPr>
              <a:t>global</a:t>
            </a:r>
            <a:r>
              <a:rPr sz="1600" spc="-5" dirty="0">
                <a:solidFill>
                  <a:srgbClr val="0F469B"/>
                </a:solidFill>
                <a:latin typeface="Calibri"/>
                <a:cs typeface="Calibri"/>
              </a:rPr>
              <a:t> </a:t>
            </a:r>
            <a:r>
              <a:rPr sz="1600" spc="-10" dirty="0">
                <a:solidFill>
                  <a:srgbClr val="0F469B"/>
                </a:solidFill>
                <a:latin typeface="Calibri"/>
                <a:cs typeface="Calibri"/>
              </a:rPr>
              <a:t>group</a:t>
            </a:r>
            <a:r>
              <a:rPr sz="1600" spc="-5" dirty="0">
                <a:solidFill>
                  <a:srgbClr val="0F469B"/>
                </a:solidFill>
                <a:latin typeface="Calibri"/>
                <a:cs typeface="Calibri"/>
              </a:rPr>
              <a:t> of</a:t>
            </a:r>
            <a:r>
              <a:rPr sz="1600" dirty="0">
                <a:solidFill>
                  <a:srgbClr val="0F469B"/>
                </a:solidFill>
                <a:latin typeface="Calibri"/>
                <a:cs typeface="Calibri"/>
              </a:rPr>
              <a:t> </a:t>
            </a:r>
            <a:r>
              <a:rPr sz="1600" spc="-10" dirty="0">
                <a:solidFill>
                  <a:srgbClr val="0F469B"/>
                </a:solidFill>
                <a:latin typeface="Calibri"/>
                <a:cs typeface="Calibri"/>
              </a:rPr>
              <a:t>independent </a:t>
            </a:r>
            <a:r>
              <a:rPr sz="1600" spc="-5" dirty="0">
                <a:solidFill>
                  <a:srgbClr val="0F469B"/>
                </a:solidFill>
                <a:latin typeface="Calibri"/>
                <a:cs typeface="Calibri"/>
              </a:rPr>
              <a:t> </a:t>
            </a:r>
            <a:r>
              <a:rPr sz="1600" spc="-10" dirty="0">
                <a:solidFill>
                  <a:srgbClr val="0F469B"/>
                </a:solidFill>
                <a:latin typeface="Calibri"/>
                <a:cs typeface="Calibri"/>
              </a:rPr>
              <a:t>companies,</a:t>
            </a:r>
            <a:r>
              <a:rPr sz="1600" spc="-5" dirty="0">
                <a:solidFill>
                  <a:srgbClr val="0F469B"/>
                </a:solidFill>
                <a:latin typeface="Calibri"/>
                <a:cs typeface="Calibri"/>
              </a:rPr>
              <a:t> specializing</a:t>
            </a:r>
            <a:r>
              <a:rPr sz="1600" dirty="0">
                <a:solidFill>
                  <a:srgbClr val="0F469B"/>
                </a:solidFill>
                <a:latin typeface="Calibri"/>
                <a:cs typeface="Calibri"/>
              </a:rPr>
              <a:t> in</a:t>
            </a:r>
            <a:r>
              <a:rPr sz="1600" spc="5" dirty="0">
                <a:solidFill>
                  <a:srgbClr val="0F469B"/>
                </a:solidFill>
                <a:latin typeface="Calibri"/>
                <a:cs typeface="Calibri"/>
              </a:rPr>
              <a:t> </a:t>
            </a:r>
            <a:r>
              <a:rPr sz="1600" spc="-10" dirty="0">
                <a:solidFill>
                  <a:srgbClr val="0F469B"/>
                </a:solidFill>
                <a:latin typeface="Calibri"/>
                <a:cs typeface="Calibri"/>
              </a:rPr>
              <a:t>Quality</a:t>
            </a:r>
            <a:r>
              <a:rPr sz="1600" spc="-5" dirty="0">
                <a:solidFill>
                  <a:srgbClr val="0F469B"/>
                </a:solidFill>
                <a:latin typeface="Calibri"/>
                <a:cs typeface="Calibri"/>
              </a:rPr>
              <a:t> </a:t>
            </a:r>
            <a:r>
              <a:rPr sz="1600" spc="-15" dirty="0">
                <a:solidFill>
                  <a:srgbClr val="0F469B"/>
                </a:solidFill>
                <a:latin typeface="Calibri"/>
                <a:cs typeface="Calibri"/>
              </a:rPr>
              <a:t>Data</a:t>
            </a:r>
            <a:r>
              <a:rPr sz="1600" spc="-10" dirty="0">
                <a:solidFill>
                  <a:srgbClr val="0F469B"/>
                </a:solidFill>
                <a:latin typeface="Calibri"/>
                <a:cs typeface="Calibri"/>
              </a:rPr>
              <a:t> </a:t>
            </a:r>
            <a:r>
              <a:rPr sz="1600" spc="-5" dirty="0">
                <a:solidFill>
                  <a:srgbClr val="0F469B"/>
                </a:solidFill>
                <a:latin typeface="Calibri"/>
                <a:cs typeface="Calibri"/>
              </a:rPr>
              <a:t>and</a:t>
            </a:r>
            <a:r>
              <a:rPr sz="1600" dirty="0">
                <a:solidFill>
                  <a:srgbClr val="0F469B"/>
                </a:solidFill>
                <a:latin typeface="Calibri"/>
                <a:cs typeface="Calibri"/>
              </a:rPr>
              <a:t> </a:t>
            </a:r>
            <a:r>
              <a:rPr sz="1600" spc="-10" dirty="0">
                <a:solidFill>
                  <a:srgbClr val="0F469B"/>
                </a:solidFill>
                <a:latin typeface="Calibri"/>
                <a:cs typeface="Calibri"/>
              </a:rPr>
              <a:t>Digital</a:t>
            </a:r>
            <a:r>
              <a:rPr sz="1600" spc="-5" dirty="0">
                <a:solidFill>
                  <a:srgbClr val="0F469B"/>
                </a:solidFill>
                <a:latin typeface="Calibri"/>
                <a:cs typeface="Calibri"/>
              </a:rPr>
              <a:t> Governance</a:t>
            </a:r>
            <a:r>
              <a:rPr sz="1600" dirty="0">
                <a:solidFill>
                  <a:srgbClr val="0F469B"/>
                </a:solidFill>
                <a:latin typeface="Calibri"/>
                <a:cs typeface="Calibri"/>
              </a:rPr>
              <a:t> </a:t>
            </a:r>
            <a:r>
              <a:rPr sz="1600" spc="-5" dirty="0">
                <a:solidFill>
                  <a:srgbClr val="0F469B"/>
                </a:solidFill>
                <a:latin typeface="Calibri"/>
                <a:cs typeface="Calibri"/>
              </a:rPr>
              <a:t>&amp; </a:t>
            </a:r>
            <a:r>
              <a:rPr sz="1600" dirty="0">
                <a:solidFill>
                  <a:srgbClr val="0F469B"/>
                </a:solidFill>
                <a:latin typeface="Calibri"/>
                <a:cs typeface="Calibri"/>
              </a:rPr>
              <a:t> </a:t>
            </a:r>
            <a:r>
              <a:rPr sz="1600" spc="-5" dirty="0">
                <a:solidFill>
                  <a:srgbClr val="0F469B"/>
                </a:solidFill>
                <a:latin typeface="Calibri"/>
                <a:cs typeface="Calibri"/>
              </a:rPr>
              <a:t>Analytical</a:t>
            </a:r>
            <a:r>
              <a:rPr sz="1600" dirty="0">
                <a:solidFill>
                  <a:srgbClr val="0F469B"/>
                </a:solidFill>
                <a:latin typeface="Calibri"/>
                <a:cs typeface="Calibri"/>
              </a:rPr>
              <a:t> </a:t>
            </a:r>
            <a:r>
              <a:rPr sz="1600" spc="-10" dirty="0">
                <a:solidFill>
                  <a:srgbClr val="0F469B"/>
                </a:solidFill>
                <a:latin typeface="Calibri"/>
                <a:cs typeface="Calibri"/>
              </a:rPr>
              <a:t>solutions</a:t>
            </a:r>
            <a:r>
              <a:rPr sz="1600" spc="-5" dirty="0">
                <a:solidFill>
                  <a:srgbClr val="0F469B"/>
                </a:solidFill>
                <a:latin typeface="Calibri"/>
                <a:cs typeface="Calibri"/>
              </a:rPr>
              <a:t> </a:t>
            </a:r>
            <a:r>
              <a:rPr sz="1600" spc="-10" dirty="0">
                <a:solidFill>
                  <a:srgbClr val="0F469B"/>
                </a:solidFill>
                <a:latin typeface="Calibri"/>
                <a:cs typeface="Calibri"/>
              </a:rPr>
              <a:t>supporting</a:t>
            </a:r>
            <a:r>
              <a:rPr sz="1600" spc="-5" dirty="0">
                <a:solidFill>
                  <a:srgbClr val="0F469B"/>
                </a:solidFill>
                <a:latin typeface="Calibri"/>
                <a:cs typeface="Calibri"/>
              </a:rPr>
              <a:t> </a:t>
            </a:r>
            <a:r>
              <a:rPr sz="1600" spc="-10" dirty="0">
                <a:solidFill>
                  <a:srgbClr val="0F469B"/>
                </a:solidFill>
                <a:latin typeface="Calibri"/>
                <a:cs typeface="Calibri"/>
              </a:rPr>
              <a:t>multiple</a:t>
            </a:r>
            <a:r>
              <a:rPr sz="1600" spc="-5" dirty="0">
                <a:solidFill>
                  <a:srgbClr val="0F469B"/>
                </a:solidFill>
                <a:latin typeface="Calibri"/>
                <a:cs typeface="Calibri"/>
              </a:rPr>
              <a:t> </a:t>
            </a:r>
            <a:r>
              <a:rPr sz="1600" spc="-15" dirty="0">
                <a:solidFill>
                  <a:srgbClr val="0F469B"/>
                </a:solidFill>
                <a:latin typeface="Calibri"/>
                <a:cs typeface="Calibri"/>
              </a:rPr>
              <a:t>data</a:t>
            </a:r>
            <a:r>
              <a:rPr sz="1600" spc="-10" dirty="0">
                <a:solidFill>
                  <a:srgbClr val="0F469B"/>
                </a:solidFill>
                <a:latin typeface="Calibri"/>
                <a:cs typeface="Calibri"/>
              </a:rPr>
              <a:t> domains</a:t>
            </a:r>
            <a:r>
              <a:rPr sz="1600" spc="-5" dirty="0">
                <a:solidFill>
                  <a:srgbClr val="0F469B"/>
                </a:solidFill>
                <a:latin typeface="Calibri"/>
                <a:cs typeface="Calibri"/>
              </a:rPr>
              <a:t> </a:t>
            </a:r>
            <a:r>
              <a:rPr sz="1600" dirty="0">
                <a:solidFill>
                  <a:srgbClr val="0F469B"/>
                </a:solidFill>
                <a:latin typeface="Calibri"/>
                <a:cs typeface="Calibri"/>
              </a:rPr>
              <a:t>in</a:t>
            </a:r>
            <a:r>
              <a:rPr sz="1600" spc="5" dirty="0">
                <a:solidFill>
                  <a:srgbClr val="0F469B"/>
                </a:solidFill>
                <a:latin typeface="Calibri"/>
                <a:cs typeface="Calibri"/>
              </a:rPr>
              <a:t> </a:t>
            </a:r>
            <a:r>
              <a:rPr sz="1600" spc="-5" dirty="0">
                <a:solidFill>
                  <a:srgbClr val="0F469B"/>
                </a:solidFill>
                <a:latin typeface="Calibri"/>
                <a:cs typeface="Calibri"/>
              </a:rPr>
              <a:t>a</a:t>
            </a:r>
            <a:r>
              <a:rPr sz="1600" dirty="0">
                <a:solidFill>
                  <a:srgbClr val="0F469B"/>
                </a:solidFill>
                <a:latin typeface="Calibri"/>
                <a:cs typeface="Calibri"/>
              </a:rPr>
              <a:t> </a:t>
            </a:r>
            <a:r>
              <a:rPr sz="1600" spc="-10" dirty="0">
                <a:solidFill>
                  <a:srgbClr val="0F469B"/>
                </a:solidFill>
                <a:latin typeface="Calibri"/>
                <a:cs typeface="Calibri"/>
              </a:rPr>
              <a:t>variety</a:t>
            </a:r>
            <a:r>
              <a:rPr sz="1600" spc="-5" dirty="0">
                <a:solidFill>
                  <a:srgbClr val="0F469B"/>
                </a:solidFill>
                <a:latin typeface="Calibri"/>
                <a:cs typeface="Calibri"/>
              </a:rPr>
              <a:t> </a:t>
            </a:r>
            <a:r>
              <a:rPr sz="1600" spc="-10" dirty="0">
                <a:solidFill>
                  <a:srgbClr val="0F469B"/>
                </a:solidFill>
                <a:latin typeface="Calibri"/>
                <a:cs typeface="Calibri"/>
              </a:rPr>
              <a:t>of </a:t>
            </a:r>
            <a:r>
              <a:rPr sz="1600" spc="-5" dirty="0">
                <a:solidFill>
                  <a:srgbClr val="0F469B"/>
                </a:solidFill>
                <a:latin typeface="Calibri"/>
                <a:cs typeface="Calibri"/>
              </a:rPr>
              <a:t> industries all </a:t>
            </a:r>
            <a:r>
              <a:rPr sz="1600" spc="-10" dirty="0">
                <a:solidFill>
                  <a:srgbClr val="0F469B"/>
                </a:solidFill>
                <a:latin typeface="Calibri"/>
                <a:cs typeface="Calibri"/>
              </a:rPr>
              <a:t>over </a:t>
            </a:r>
            <a:r>
              <a:rPr sz="1600" spc="-5" dirty="0">
                <a:solidFill>
                  <a:srgbClr val="0F469B"/>
                </a:solidFill>
                <a:latin typeface="Calibri"/>
                <a:cs typeface="Calibri"/>
              </a:rPr>
              <a:t>the globe. The PiLog solutions </a:t>
            </a:r>
            <a:r>
              <a:rPr sz="1600" spc="-15" dirty="0">
                <a:solidFill>
                  <a:srgbClr val="0F469B"/>
                </a:solidFill>
                <a:latin typeface="Calibri"/>
                <a:cs typeface="Calibri"/>
              </a:rPr>
              <a:t>are state </a:t>
            </a:r>
            <a:r>
              <a:rPr sz="1600" spc="-5" dirty="0">
                <a:solidFill>
                  <a:srgbClr val="0F469B"/>
                </a:solidFill>
                <a:latin typeface="Calibri"/>
                <a:cs typeface="Calibri"/>
              </a:rPr>
              <a:t>of the </a:t>
            </a:r>
            <a:r>
              <a:rPr sz="1600" dirty="0">
                <a:solidFill>
                  <a:srgbClr val="0F469B"/>
                </a:solidFill>
                <a:latin typeface="Calibri"/>
                <a:cs typeface="Calibri"/>
              </a:rPr>
              <a:t>art, </a:t>
            </a:r>
            <a:r>
              <a:rPr sz="1600" spc="5" dirty="0">
                <a:solidFill>
                  <a:srgbClr val="0F469B"/>
                </a:solidFill>
                <a:latin typeface="Calibri"/>
                <a:cs typeface="Calibri"/>
              </a:rPr>
              <a:t> </a:t>
            </a:r>
            <a:r>
              <a:rPr sz="1600" spc="-15" dirty="0">
                <a:solidFill>
                  <a:srgbClr val="0F469B"/>
                </a:solidFill>
                <a:latin typeface="Calibri"/>
                <a:cs typeface="Calibri"/>
              </a:rPr>
              <a:t>focused</a:t>
            </a:r>
            <a:r>
              <a:rPr sz="1600" spc="-10" dirty="0">
                <a:solidFill>
                  <a:srgbClr val="0F469B"/>
                </a:solidFill>
                <a:latin typeface="Calibri"/>
                <a:cs typeface="Calibri"/>
              </a:rPr>
              <a:t> </a:t>
            </a:r>
            <a:r>
              <a:rPr sz="1600" spc="-5" dirty="0">
                <a:solidFill>
                  <a:srgbClr val="0F469B"/>
                </a:solidFill>
                <a:latin typeface="Calibri"/>
                <a:cs typeface="Calibri"/>
              </a:rPr>
              <a:t>on</a:t>
            </a:r>
            <a:r>
              <a:rPr sz="1600" dirty="0">
                <a:solidFill>
                  <a:srgbClr val="0F469B"/>
                </a:solidFill>
                <a:latin typeface="Calibri"/>
                <a:cs typeface="Calibri"/>
              </a:rPr>
              <a:t> </a:t>
            </a:r>
            <a:r>
              <a:rPr sz="1600" spc="-10" dirty="0">
                <a:solidFill>
                  <a:srgbClr val="0F469B"/>
                </a:solidFill>
                <a:latin typeface="Calibri"/>
                <a:cs typeface="Calibri"/>
              </a:rPr>
              <a:t>creating</a:t>
            </a:r>
            <a:r>
              <a:rPr sz="1600" spc="-5" dirty="0">
                <a:solidFill>
                  <a:srgbClr val="0F469B"/>
                </a:solidFill>
                <a:latin typeface="Calibri"/>
                <a:cs typeface="Calibri"/>
              </a:rPr>
              <a:t> a</a:t>
            </a:r>
            <a:r>
              <a:rPr sz="1600" dirty="0">
                <a:solidFill>
                  <a:srgbClr val="0F469B"/>
                </a:solidFill>
                <a:latin typeface="Calibri"/>
                <a:cs typeface="Calibri"/>
              </a:rPr>
              <a:t> </a:t>
            </a:r>
            <a:r>
              <a:rPr sz="1600" spc="-10" dirty="0">
                <a:solidFill>
                  <a:srgbClr val="0F469B"/>
                </a:solidFill>
                <a:latin typeface="Calibri"/>
                <a:cs typeface="Calibri"/>
              </a:rPr>
              <a:t>common</a:t>
            </a:r>
            <a:r>
              <a:rPr sz="1600" spc="-5" dirty="0">
                <a:solidFill>
                  <a:srgbClr val="0F469B"/>
                </a:solidFill>
                <a:latin typeface="Calibri"/>
                <a:cs typeface="Calibri"/>
              </a:rPr>
              <a:t> business</a:t>
            </a:r>
            <a:r>
              <a:rPr sz="1600" dirty="0">
                <a:solidFill>
                  <a:srgbClr val="0F469B"/>
                </a:solidFill>
                <a:latin typeface="Calibri"/>
                <a:cs typeface="Calibri"/>
              </a:rPr>
              <a:t> </a:t>
            </a:r>
            <a:r>
              <a:rPr sz="1600" spc="-10" dirty="0">
                <a:solidFill>
                  <a:srgbClr val="0F469B"/>
                </a:solidFill>
                <a:latin typeface="Calibri"/>
                <a:cs typeface="Calibri"/>
              </a:rPr>
              <a:t>language</a:t>
            </a:r>
            <a:r>
              <a:rPr sz="1600" spc="-5" dirty="0">
                <a:solidFill>
                  <a:srgbClr val="0F469B"/>
                </a:solidFill>
                <a:latin typeface="Calibri"/>
                <a:cs typeface="Calibri"/>
              </a:rPr>
              <a:t> </a:t>
            </a:r>
            <a:r>
              <a:rPr sz="1600" spc="-10" dirty="0">
                <a:solidFill>
                  <a:srgbClr val="0F469B"/>
                </a:solidFill>
                <a:latin typeface="Calibri"/>
                <a:cs typeface="Calibri"/>
              </a:rPr>
              <a:t>and</a:t>
            </a:r>
            <a:r>
              <a:rPr sz="1600" spc="340" dirty="0">
                <a:solidFill>
                  <a:srgbClr val="0F469B"/>
                </a:solidFill>
                <a:latin typeface="Calibri"/>
                <a:cs typeface="Calibri"/>
              </a:rPr>
              <a:t> </a:t>
            </a:r>
            <a:r>
              <a:rPr sz="1600" spc="-5" dirty="0">
                <a:solidFill>
                  <a:srgbClr val="0F469B"/>
                </a:solidFill>
                <a:latin typeface="Calibri"/>
                <a:cs typeface="Calibri"/>
              </a:rPr>
              <a:t>managing</a:t>
            </a:r>
            <a:r>
              <a:rPr sz="1600" spc="350" dirty="0">
                <a:solidFill>
                  <a:srgbClr val="0F469B"/>
                </a:solidFill>
                <a:latin typeface="Calibri"/>
                <a:cs typeface="Calibri"/>
              </a:rPr>
              <a:t> </a:t>
            </a:r>
            <a:r>
              <a:rPr sz="1600" spc="-10" dirty="0">
                <a:solidFill>
                  <a:srgbClr val="0F469B"/>
                </a:solidFill>
                <a:latin typeface="Calibri"/>
                <a:cs typeface="Calibri"/>
              </a:rPr>
              <a:t>the </a:t>
            </a:r>
            <a:r>
              <a:rPr sz="1600" spc="-5" dirty="0">
                <a:solidFill>
                  <a:srgbClr val="0F469B"/>
                </a:solidFill>
                <a:latin typeface="Calibri"/>
                <a:cs typeface="Calibri"/>
              </a:rPr>
              <a:t> rules</a:t>
            </a:r>
            <a:r>
              <a:rPr sz="1600" dirty="0">
                <a:solidFill>
                  <a:srgbClr val="0F469B"/>
                </a:solidFill>
                <a:latin typeface="Calibri"/>
                <a:cs typeface="Calibri"/>
              </a:rPr>
              <a:t> </a:t>
            </a:r>
            <a:r>
              <a:rPr sz="1600" spc="-10" dirty="0">
                <a:solidFill>
                  <a:srgbClr val="0F469B"/>
                </a:solidFill>
                <a:latin typeface="Calibri"/>
                <a:cs typeface="Calibri"/>
              </a:rPr>
              <a:t>for</a:t>
            </a:r>
            <a:r>
              <a:rPr sz="1600" spc="-5" dirty="0">
                <a:solidFill>
                  <a:srgbClr val="0F469B"/>
                </a:solidFill>
                <a:latin typeface="Calibri"/>
                <a:cs typeface="Calibri"/>
              </a:rPr>
              <a:t> the</a:t>
            </a:r>
            <a:r>
              <a:rPr sz="1600" dirty="0">
                <a:solidFill>
                  <a:srgbClr val="0F469B"/>
                </a:solidFill>
                <a:latin typeface="Calibri"/>
                <a:cs typeface="Calibri"/>
              </a:rPr>
              <a:t> </a:t>
            </a:r>
            <a:r>
              <a:rPr sz="1600" spc="-10" dirty="0">
                <a:solidFill>
                  <a:srgbClr val="0F469B"/>
                </a:solidFill>
                <a:latin typeface="Calibri"/>
                <a:cs typeface="Calibri"/>
              </a:rPr>
              <a:t>creation</a:t>
            </a:r>
            <a:r>
              <a:rPr sz="1600" spc="-5" dirty="0">
                <a:solidFill>
                  <a:srgbClr val="0F469B"/>
                </a:solidFill>
                <a:latin typeface="Calibri"/>
                <a:cs typeface="Calibri"/>
              </a:rPr>
              <a:t> of</a:t>
            </a:r>
            <a:r>
              <a:rPr sz="1600" dirty="0">
                <a:solidFill>
                  <a:srgbClr val="0F469B"/>
                </a:solidFill>
                <a:latin typeface="Calibri"/>
                <a:cs typeface="Calibri"/>
              </a:rPr>
              <a:t> </a:t>
            </a:r>
            <a:r>
              <a:rPr sz="1600" spc="-5" dirty="0">
                <a:solidFill>
                  <a:srgbClr val="0F469B"/>
                </a:solidFill>
                <a:latin typeface="Calibri"/>
                <a:cs typeface="Calibri"/>
              </a:rPr>
              <a:t>high</a:t>
            </a:r>
            <a:r>
              <a:rPr sz="1600" dirty="0">
                <a:solidFill>
                  <a:srgbClr val="0F469B"/>
                </a:solidFill>
                <a:latin typeface="Calibri"/>
                <a:cs typeface="Calibri"/>
              </a:rPr>
              <a:t> </a:t>
            </a:r>
            <a:r>
              <a:rPr sz="1600" spc="-20" dirty="0">
                <a:solidFill>
                  <a:srgbClr val="0F469B"/>
                </a:solidFill>
                <a:latin typeface="Calibri"/>
                <a:cs typeface="Calibri"/>
              </a:rPr>
              <a:t>quality,</a:t>
            </a:r>
            <a:r>
              <a:rPr sz="1600" spc="-15" dirty="0">
                <a:solidFill>
                  <a:srgbClr val="0F469B"/>
                </a:solidFill>
                <a:latin typeface="Calibri"/>
                <a:cs typeface="Calibri"/>
              </a:rPr>
              <a:t> </a:t>
            </a:r>
            <a:r>
              <a:rPr sz="1600" spc="-10" dirty="0">
                <a:solidFill>
                  <a:srgbClr val="0F469B"/>
                </a:solidFill>
                <a:latin typeface="Calibri"/>
                <a:cs typeface="Calibri"/>
              </a:rPr>
              <a:t>multilingual</a:t>
            </a:r>
            <a:r>
              <a:rPr sz="1600" spc="-5" dirty="0">
                <a:solidFill>
                  <a:srgbClr val="0F469B"/>
                </a:solidFill>
                <a:latin typeface="Calibri"/>
                <a:cs typeface="Calibri"/>
              </a:rPr>
              <a:t> terminology</a:t>
            </a:r>
            <a:r>
              <a:rPr sz="1600" dirty="0">
                <a:solidFill>
                  <a:srgbClr val="0F469B"/>
                </a:solidFill>
                <a:latin typeface="Calibri"/>
                <a:cs typeface="Calibri"/>
              </a:rPr>
              <a:t> </a:t>
            </a:r>
            <a:r>
              <a:rPr sz="1600" spc="-10" dirty="0">
                <a:solidFill>
                  <a:srgbClr val="0F469B"/>
                </a:solidFill>
                <a:latin typeface="Calibri"/>
                <a:cs typeface="Calibri"/>
              </a:rPr>
              <a:t>using </a:t>
            </a:r>
            <a:r>
              <a:rPr sz="1600" spc="-5" dirty="0">
                <a:solidFill>
                  <a:srgbClr val="0F469B"/>
                </a:solidFill>
                <a:latin typeface="Calibri"/>
                <a:cs typeface="Calibri"/>
              </a:rPr>
              <a:t> Machine</a:t>
            </a:r>
            <a:r>
              <a:rPr sz="1600" dirty="0">
                <a:solidFill>
                  <a:srgbClr val="0F469B"/>
                </a:solidFill>
                <a:latin typeface="Calibri"/>
                <a:cs typeface="Calibri"/>
              </a:rPr>
              <a:t> </a:t>
            </a:r>
            <a:r>
              <a:rPr sz="1600" spc="-5" dirty="0">
                <a:solidFill>
                  <a:srgbClr val="0F469B"/>
                </a:solidFill>
                <a:latin typeface="Calibri"/>
                <a:cs typeface="Calibri"/>
              </a:rPr>
              <a:t>Learning,</a:t>
            </a:r>
            <a:r>
              <a:rPr sz="1600" dirty="0">
                <a:solidFill>
                  <a:srgbClr val="0F469B"/>
                </a:solidFill>
                <a:latin typeface="Calibri"/>
                <a:cs typeface="Calibri"/>
              </a:rPr>
              <a:t> </a:t>
            </a:r>
            <a:r>
              <a:rPr sz="1600" spc="-5" dirty="0">
                <a:solidFill>
                  <a:srgbClr val="0F469B"/>
                </a:solidFill>
                <a:latin typeface="Calibri"/>
                <a:cs typeface="Calibri"/>
              </a:rPr>
              <a:t>Artificial</a:t>
            </a:r>
            <a:r>
              <a:rPr sz="1600" dirty="0">
                <a:solidFill>
                  <a:srgbClr val="0F469B"/>
                </a:solidFill>
                <a:latin typeface="Calibri"/>
                <a:cs typeface="Calibri"/>
              </a:rPr>
              <a:t> </a:t>
            </a:r>
            <a:r>
              <a:rPr sz="1600" spc="-10" dirty="0">
                <a:solidFill>
                  <a:srgbClr val="0F469B"/>
                </a:solidFill>
                <a:latin typeface="Calibri"/>
                <a:cs typeface="Calibri"/>
              </a:rPr>
              <a:t>Intelligence</a:t>
            </a:r>
            <a:r>
              <a:rPr sz="1600" spc="-5" dirty="0">
                <a:solidFill>
                  <a:srgbClr val="0F469B"/>
                </a:solidFill>
                <a:latin typeface="Calibri"/>
                <a:cs typeface="Calibri"/>
              </a:rPr>
              <a:t> technologies</a:t>
            </a:r>
            <a:r>
              <a:rPr sz="1600" dirty="0">
                <a:solidFill>
                  <a:srgbClr val="0F469B"/>
                </a:solidFill>
                <a:latin typeface="Calibri"/>
                <a:cs typeface="Calibri"/>
              </a:rPr>
              <a:t> </a:t>
            </a:r>
            <a:r>
              <a:rPr sz="1600" spc="-5" dirty="0">
                <a:solidFill>
                  <a:srgbClr val="0F469B"/>
                </a:solidFill>
                <a:latin typeface="Calibri"/>
                <a:cs typeface="Calibri"/>
              </a:rPr>
              <a:t>&amp;</a:t>
            </a:r>
            <a:r>
              <a:rPr sz="1600" dirty="0">
                <a:solidFill>
                  <a:srgbClr val="0F469B"/>
                </a:solidFill>
                <a:latin typeface="Calibri"/>
                <a:cs typeface="Calibri"/>
              </a:rPr>
              <a:t> </a:t>
            </a:r>
            <a:r>
              <a:rPr sz="1600" spc="-10" dirty="0">
                <a:solidFill>
                  <a:srgbClr val="0F469B"/>
                </a:solidFill>
                <a:latin typeface="Calibri"/>
                <a:cs typeface="Calibri"/>
              </a:rPr>
              <a:t>human- </a:t>
            </a:r>
            <a:r>
              <a:rPr sz="1600" spc="-350" dirty="0">
                <a:solidFill>
                  <a:srgbClr val="0F469B"/>
                </a:solidFill>
                <a:latin typeface="Calibri"/>
                <a:cs typeface="Calibri"/>
              </a:rPr>
              <a:t> </a:t>
            </a:r>
            <a:r>
              <a:rPr sz="1600" spc="-5" dirty="0">
                <a:solidFill>
                  <a:srgbClr val="0F469B"/>
                </a:solidFill>
                <a:latin typeface="Calibri"/>
                <a:cs typeface="Calibri"/>
              </a:rPr>
              <a:t>augmented </a:t>
            </a:r>
            <a:r>
              <a:rPr sz="1600" spc="-10" dirty="0">
                <a:solidFill>
                  <a:srgbClr val="0F469B"/>
                </a:solidFill>
                <a:latin typeface="Calibri"/>
                <a:cs typeface="Calibri"/>
              </a:rPr>
              <a:t>algorithms </a:t>
            </a:r>
            <a:r>
              <a:rPr sz="1600" spc="-15" dirty="0">
                <a:solidFill>
                  <a:srgbClr val="0F469B"/>
                </a:solidFill>
                <a:latin typeface="Calibri"/>
                <a:cs typeface="Calibri"/>
              </a:rPr>
              <a:t>for</a:t>
            </a:r>
            <a:r>
              <a:rPr sz="1600" spc="-10" dirty="0">
                <a:solidFill>
                  <a:srgbClr val="0F469B"/>
                </a:solidFill>
                <a:latin typeface="Calibri"/>
                <a:cs typeface="Calibri"/>
              </a:rPr>
              <a:t> </a:t>
            </a:r>
            <a:r>
              <a:rPr sz="1600" spc="-5" dirty="0">
                <a:solidFill>
                  <a:srgbClr val="0F469B"/>
                </a:solidFill>
                <a:latin typeface="Calibri"/>
                <a:cs typeface="Calibri"/>
              </a:rPr>
              <a:t>our </a:t>
            </a:r>
            <a:r>
              <a:rPr sz="1600" spc="-10" dirty="0">
                <a:solidFill>
                  <a:srgbClr val="0F469B"/>
                </a:solidFill>
                <a:latin typeface="Calibri"/>
                <a:cs typeface="Calibri"/>
              </a:rPr>
              <a:t>customers</a:t>
            </a:r>
            <a:r>
              <a:rPr sz="1600" spc="340" dirty="0">
                <a:solidFill>
                  <a:srgbClr val="0F469B"/>
                </a:solidFill>
                <a:latin typeface="Calibri"/>
                <a:cs typeface="Calibri"/>
              </a:rPr>
              <a:t> </a:t>
            </a:r>
            <a:r>
              <a:rPr sz="1600" spc="-5" dirty="0">
                <a:solidFill>
                  <a:srgbClr val="0F469B"/>
                </a:solidFill>
                <a:latin typeface="Calibri"/>
                <a:cs typeface="Calibri"/>
              </a:rPr>
              <a:t>who </a:t>
            </a:r>
            <a:r>
              <a:rPr sz="1600" spc="-10" dirty="0">
                <a:solidFill>
                  <a:srgbClr val="0F469B"/>
                </a:solidFill>
                <a:latin typeface="Calibri"/>
                <a:cs typeface="Calibri"/>
              </a:rPr>
              <a:t>are </a:t>
            </a:r>
            <a:r>
              <a:rPr sz="1600" spc="-5" dirty="0">
                <a:solidFill>
                  <a:srgbClr val="0F469B"/>
                </a:solidFill>
                <a:latin typeface="Calibri"/>
                <a:cs typeface="Calibri"/>
              </a:rPr>
              <a:t>eager </a:t>
            </a:r>
            <a:r>
              <a:rPr sz="1600" spc="-10" dirty="0">
                <a:solidFill>
                  <a:srgbClr val="0F469B"/>
                </a:solidFill>
                <a:latin typeface="Calibri"/>
                <a:cs typeface="Calibri"/>
              </a:rPr>
              <a:t>to </a:t>
            </a:r>
            <a:r>
              <a:rPr sz="1600" spc="-15" dirty="0">
                <a:solidFill>
                  <a:srgbClr val="0F469B"/>
                </a:solidFill>
                <a:latin typeface="Calibri"/>
                <a:cs typeface="Calibri"/>
              </a:rPr>
              <a:t>transform </a:t>
            </a:r>
            <a:r>
              <a:rPr sz="1600" spc="-10" dirty="0">
                <a:solidFill>
                  <a:srgbClr val="0F469B"/>
                </a:solidFill>
                <a:latin typeface="Calibri"/>
                <a:cs typeface="Calibri"/>
              </a:rPr>
              <a:t> </a:t>
            </a:r>
            <a:r>
              <a:rPr sz="1600" spc="-5" dirty="0">
                <a:solidFill>
                  <a:srgbClr val="0F469B"/>
                </a:solidFill>
                <a:latin typeface="Calibri"/>
                <a:cs typeface="Calibri"/>
              </a:rPr>
              <a:t>their</a:t>
            </a:r>
            <a:r>
              <a:rPr sz="1600" dirty="0">
                <a:solidFill>
                  <a:srgbClr val="0F469B"/>
                </a:solidFill>
                <a:latin typeface="Calibri"/>
                <a:cs typeface="Calibri"/>
              </a:rPr>
              <a:t> </a:t>
            </a:r>
            <a:r>
              <a:rPr sz="1600" spc="-5" dirty="0">
                <a:solidFill>
                  <a:srgbClr val="0F469B"/>
                </a:solidFill>
                <a:latin typeface="Calibri"/>
                <a:cs typeface="Calibri"/>
              </a:rPr>
              <a:t>businesses</a:t>
            </a:r>
            <a:r>
              <a:rPr sz="1600" dirty="0">
                <a:solidFill>
                  <a:srgbClr val="0F469B"/>
                </a:solidFill>
                <a:latin typeface="Calibri"/>
                <a:cs typeface="Calibri"/>
              </a:rPr>
              <a:t> </a:t>
            </a:r>
            <a:r>
              <a:rPr sz="1600" spc="-15" dirty="0">
                <a:solidFill>
                  <a:srgbClr val="0F469B"/>
                </a:solidFill>
                <a:latin typeface="Calibri"/>
                <a:cs typeface="Calibri"/>
              </a:rPr>
              <a:t>digitally.</a:t>
            </a:r>
            <a:endParaRPr sz="1600" dirty="0">
              <a:latin typeface="Calibri"/>
              <a:cs typeface="Calibri"/>
            </a:endParaRPr>
          </a:p>
        </p:txBody>
      </p:sp>
      <p:sp>
        <p:nvSpPr>
          <p:cNvPr id="3" name="object 3"/>
          <p:cNvSpPr txBox="1"/>
          <p:nvPr/>
        </p:nvSpPr>
        <p:spPr>
          <a:xfrm>
            <a:off x="326237" y="3716273"/>
            <a:ext cx="6066155" cy="1732280"/>
          </a:xfrm>
          <a:prstGeom prst="rect">
            <a:avLst/>
          </a:prstGeom>
        </p:spPr>
        <p:txBody>
          <a:bodyPr vert="horz" wrap="square" lIns="0" tIns="12065" rIns="0" bIns="0" rtlCol="0">
            <a:spAutoFit/>
          </a:bodyPr>
          <a:lstStyle/>
          <a:p>
            <a:pPr marL="12700" marR="5080" algn="just">
              <a:lnSpc>
                <a:spcPct val="100000"/>
              </a:lnSpc>
              <a:spcBef>
                <a:spcPts val="95"/>
              </a:spcBef>
            </a:pPr>
            <a:r>
              <a:rPr sz="1600" spc="-5" dirty="0">
                <a:solidFill>
                  <a:srgbClr val="0F469B"/>
                </a:solidFill>
                <a:latin typeface="Optima"/>
                <a:cs typeface="Calibri"/>
              </a:rPr>
              <a:t>PiLog</a:t>
            </a:r>
            <a:r>
              <a:rPr sz="1600" dirty="0">
                <a:solidFill>
                  <a:srgbClr val="0F469B"/>
                </a:solidFill>
                <a:latin typeface="Optima"/>
                <a:cs typeface="Calibri"/>
              </a:rPr>
              <a:t> </a:t>
            </a:r>
            <a:r>
              <a:rPr sz="1600" spc="-10" dirty="0">
                <a:solidFill>
                  <a:srgbClr val="0F469B"/>
                </a:solidFill>
                <a:latin typeface="Optima"/>
                <a:cs typeface="Calibri"/>
              </a:rPr>
              <a:t>provides</a:t>
            </a:r>
            <a:r>
              <a:rPr sz="1600" spc="-5" dirty="0">
                <a:solidFill>
                  <a:srgbClr val="0F469B"/>
                </a:solidFill>
                <a:latin typeface="Optima"/>
                <a:cs typeface="Calibri"/>
              </a:rPr>
              <a:t> </a:t>
            </a:r>
            <a:r>
              <a:rPr sz="1600" spc="-10" dirty="0">
                <a:solidFill>
                  <a:srgbClr val="0F469B"/>
                </a:solidFill>
                <a:latin typeface="Optima"/>
                <a:cs typeface="Calibri"/>
              </a:rPr>
              <a:t>exclusive technical</a:t>
            </a:r>
            <a:r>
              <a:rPr sz="1600" spc="-5" dirty="0">
                <a:solidFill>
                  <a:srgbClr val="0F469B"/>
                </a:solidFill>
                <a:latin typeface="Optima"/>
                <a:cs typeface="Calibri"/>
              </a:rPr>
              <a:t> </a:t>
            </a:r>
            <a:r>
              <a:rPr sz="1600" spc="-10" dirty="0">
                <a:solidFill>
                  <a:srgbClr val="0F469B"/>
                </a:solidFill>
                <a:latin typeface="Optima"/>
                <a:cs typeface="Calibri"/>
              </a:rPr>
              <a:t>dictionaries,</a:t>
            </a:r>
            <a:r>
              <a:rPr sz="1600" spc="-5" dirty="0">
                <a:solidFill>
                  <a:srgbClr val="0F469B"/>
                </a:solidFill>
                <a:latin typeface="Optima"/>
                <a:cs typeface="Calibri"/>
              </a:rPr>
              <a:t> </a:t>
            </a:r>
            <a:r>
              <a:rPr sz="1600" spc="-10" dirty="0">
                <a:solidFill>
                  <a:srgbClr val="0F469B"/>
                </a:solidFill>
                <a:latin typeface="Optima"/>
                <a:cs typeface="Calibri"/>
              </a:rPr>
              <a:t>industrial</a:t>
            </a:r>
            <a:r>
              <a:rPr sz="1600" spc="-5" dirty="0">
                <a:solidFill>
                  <a:srgbClr val="0F469B"/>
                </a:solidFill>
                <a:latin typeface="Optima"/>
                <a:cs typeface="Calibri"/>
              </a:rPr>
              <a:t> </a:t>
            </a:r>
            <a:r>
              <a:rPr sz="1600" spc="-10" dirty="0">
                <a:solidFill>
                  <a:srgbClr val="0F469B"/>
                </a:solidFill>
                <a:latin typeface="Optima"/>
                <a:cs typeface="Calibri"/>
              </a:rPr>
              <a:t>libraries</a:t>
            </a:r>
            <a:r>
              <a:rPr sz="1600" spc="-5" dirty="0">
                <a:solidFill>
                  <a:srgbClr val="0F469B"/>
                </a:solidFill>
                <a:latin typeface="Optima"/>
                <a:cs typeface="Calibri"/>
              </a:rPr>
              <a:t> with </a:t>
            </a:r>
            <a:r>
              <a:rPr sz="1600" dirty="0">
                <a:solidFill>
                  <a:srgbClr val="0F469B"/>
                </a:solidFill>
                <a:latin typeface="Optima"/>
                <a:cs typeface="Calibri"/>
              </a:rPr>
              <a:t> </a:t>
            </a:r>
            <a:r>
              <a:rPr sz="1600" spc="-15" dirty="0">
                <a:solidFill>
                  <a:srgbClr val="0F469B"/>
                </a:solidFill>
                <a:latin typeface="Optima"/>
                <a:cs typeface="Calibri"/>
              </a:rPr>
              <a:t>content </a:t>
            </a:r>
            <a:r>
              <a:rPr sz="1600" spc="-5" dirty="0">
                <a:solidFill>
                  <a:srgbClr val="0F469B"/>
                </a:solidFill>
                <a:latin typeface="Optima"/>
                <a:cs typeface="Calibri"/>
              </a:rPr>
              <a:t>repositories </a:t>
            </a:r>
            <a:r>
              <a:rPr sz="1600" spc="-10" dirty="0">
                <a:solidFill>
                  <a:srgbClr val="0F469B"/>
                </a:solidFill>
                <a:latin typeface="Optima"/>
                <a:cs typeface="Calibri"/>
              </a:rPr>
              <a:t>that </a:t>
            </a:r>
            <a:r>
              <a:rPr sz="1600" spc="-15" dirty="0">
                <a:solidFill>
                  <a:srgbClr val="0F469B"/>
                </a:solidFill>
                <a:latin typeface="Optima"/>
                <a:cs typeface="Calibri"/>
              </a:rPr>
              <a:t>are </a:t>
            </a:r>
            <a:r>
              <a:rPr sz="1600" spc="-5" dirty="0">
                <a:solidFill>
                  <a:srgbClr val="0F469B"/>
                </a:solidFill>
                <a:latin typeface="Optima"/>
                <a:cs typeface="Calibri"/>
              </a:rPr>
              <a:t>the culmination of </a:t>
            </a:r>
            <a:r>
              <a:rPr sz="1600" spc="-10" dirty="0">
                <a:solidFill>
                  <a:srgbClr val="0F469B"/>
                </a:solidFill>
                <a:latin typeface="Optima"/>
                <a:cs typeface="Calibri"/>
              </a:rPr>
              <a:t>research, </a:t>
            </a:r>
            <a:r>
              <a:rPr sz="1600" spc="-5" dirty="0">
                <a:solidFill>
                  <a:srgbClr val="0F469B"/>
                </a:solidFill>
                <a:latin typeface="Optima"/>
                <a:cs typeface="Calibri"/>
              </a:rPr>
              <a:t>development, </a:t>
            </a:r>
            <a:r>
              <a:rPr sz="1600" dirty="0">
                <a:solidFill>
                  <a:srgbClr val="0F469B"/>
                </a:solidFill>
                <a:latin typeface="Optima"/>
                <a:cs typeface="Calibri"/>
              </a:rPr>
              <a:t> </a:t>
            </a:r>
            <a:r>
              <a:rPr sz="1600" spc="-5" dirty="0">
                <a:solidFill>
                  <a:srgbClr val="0F469B"/>
                </a:solidFill>
                <a:latin typeface="Optima"/>
                <a:cs typeface="Calibri"/>
              </a:rPr>
              <a:t>and </a:t>
            </a:r>
            <a:r>
              <a:rPr sz="1600" spc="-15" dirty="0">
                <a:solidFill>
                  <a:srgbClr val="0F469B"/>
                </a:solidFill>
                <a:latin typeface="Optima"/>
                <a:cs typeface="Calibri"/>
              </a:rPr>
              <a:t>execution </a:t>
            </a:r>
            <a:r>
              <a:rPr sz="1600" spc="-5" dirty="0">
                <a:solidFill>
                  <a:srgbClr val="0F469B"/>
                </a:solidFill>
                <a:latin typeface="Optima"/>
                <a:cs typeface="Calibri"/>
              </a:rPr>
              <a:t>over the </a:t>
            </a:r>
            <a:r>
              <a:rPr sz="1600" spc="-10" dirty="0">
                <a:solidFill>
                  <a:srgbClr val="0F469B"/>
                </a:solidFill>
                <a:latin typeface="Optima"/>
                <a:cs typeface="Calibri"/>
              </a:rPr>
              <a:t>past twenty </a:t>
            </a:r>
            <a:r>
              <a:rPr sz="1600" spc="-15" dirty="0">
                <a:solidFill>
                  <a:srgbClr val="0F469B"/>
                </a:solidFill>
                <a:latin typeface="Optima"/>
                <a:cs typeface="Calibri"/>
              </a:rPr>
              <a:t>years </a:t>
            </a:r>
            <a:r>
              <a:rPr sz="1600" spc="-10" dirty="0">
                <a:solidFill>
                  <a:srgbClr val="0F469B"/>
                </a:solidFill>
                <a:latin typeface="Optima"/>
                <a:cs typeface="Calibri"/>
              </a:rPr>
              <a:t>embedded </a:t>
            </a:r>
            <a:r>
              <a:rPr sz="1600" spc="-5" dirty="0">
                <a:solidFill>
                  <a:srgbClr val="0F469B"/>
                </a:solidFill>
                <a:latin typeface="Optima"/>
                <a:cs typeface="Calibri"/>
              </a:rPr>
              <a:t>into the </a:t>
            </a:r>
            <a:r>
              <a:rPr sz="1600" spc="-15" dirty="0">
                <a:solidFill>
                  <a:srgbClr val="0F469B"/>
                </a:solidFill>
                <a:latin typeface="Optima"/>
                <a:cs typeface="Calibri"/>
              </a:rPr>
              <a:t>platform </a:t>
            </a:r>
            <a:r>
              <a:rPr sz="1600" spc="5" dirty="0">
                <a:solidFill>
                  <a:srgbClr val="0F469B"/>
                </a:solidFill>
                <a:latin typeface="Optima"/>
                <a:cs typeface="Calibri"/>
              </a:rPr>
              <a:t>of </a:t>
            </a:r>
            <a:r>
              <a:rPr sz="1600" spc="10" dirty="0">
                <a:solidFill>
                  <a:srgbClr val="0F469B"/>
                </a:solidFill>
                <a:latin typeface="Optima"/>
                <a:cs typeface="Calibri"/>
              </a:rPr>
              <a:t> </a:t>
            </a:r>
            <a:r>
              <a:rPr sz="1600" spc="-5" dirty="0">
                <a:solidFill>
                  <a:srgbClr val="0F469B"/>
                </a:solidFill>
                <a:latin typeface="Optima"/>
                <a:cs typeface="Calibri"/>
              </a:rPr>
              <a:t>PiLog – </a:t>
            </a:r>
            <a:r>
              <a:rPr sz="1600" spc="-10" dirty="0">
                <a:solidFill>
                  <a:srgbClr val="0F469B"/>
                </a:solidFill>
                <a:latin typeface="Optima"/>
                <a:cs typeface="Calibri"/>
              </a:rPr>
              <a:t>Data Quality </a:t>
            </a:r>
            <a:r>
              <a:rPr sz="1600" spc="-5" dirty="0">
                <a:solidFill>
                  <a:srgbClr val="0F469B"/>
                </a:solidFill>
                <a:latin typeface="Optima"/>
                <a:cs typeface="Calibri"/>
              </a:rPr>
              <a:t>Hub. All our methodologies, processes, solutions are </a:t>
            </a:r>
            <a:r>
              <a:rPr sz="1600" dirty="0">
                <a:solidFill>
                  <a:srgbClr val="0F469B"/>
                </a:solidFill>
                <a:latin typeface="Optima"/>
                <a:cs typeface="Calibri"/>
              </a:rPr>
              <a:t> </a:t>
            </a:r>
            <a:r>
              <a:rPr sz="1600" spc="-10" dirty="0">
                <a:solidFill>
                  <a:srgbClr val="0F469B"/>
                </a:solidFill>
                <a:latin typeface="Optima"/>
                <a:cs typeface="Calibri"/>
              </a:rPr>
              <a:t>compliant </a:t>
            </a:r>
            <a:r>
              <a:rPr sz="1600" spc="-5" dirty="0">
                <a:solidFill>
                  <a:srgbClr val="0F469B"/>
                </a:solidFill>
                <a:latin typeface="Optima"/>
                <a:cs typeface="Calibri"/>
              </a:rPr>
              <a:t>with </a:t>
            </a:r>
            <a:r>
              <a:rPr sz="1600" spc="-10" dirty="0">
                <a:solidFill>
                  <a:srgbClr val="0F469B"/>
                </a:solidFill>
                <a:latin typeface="Optima"/>
                <a:cs typeface="Calibri"/>
              </a:rPr>
              <a:t>international </a:t>
            </a:r>
            <a:r>
              <a:rPr sz="1600" spc="-15" dirty="0">
                <a:solidFill>
                  <a:srgbClr val="0F469B"/>
                </a:solidFill>
                <a:latin typeface="Optima"/>
                <a:cs typeface="Calibri"/>
              </a:rPr>
              <a:t>standards for </a:t>
            </a:r>
            <a:r>
              <a:rPr sz="1600" spc="-10" dirty="0">
                <a:solidFill>
                  <a:srgbClr val="0F469B"/>
                </a:solidFill>
                <a:latin typeface="Optima"/>
                <a:cs typeface="Calibri"/>
              </a:rPr>
              <a:t>delivering </a:t>
            </a:r>
            <a:r>
              <a:rPr sz="1600" spc="-5" dirty="0">
                <a:solidFill>
                  <a:srgbClr val="0F469B"/>
                </a:solidFill>
                <a:latin typeface="Optima"/>
                <a:cs typeface="Calibri"/>
              </a:rPr>
              <a:t>seamless </a:t>
            </a:r>
            <a:r>
              <a:rPr sz="1600" spc="-15" dirty="0">
                <a:solidFill>
                  <a:srgbClr val="0F469B"/>
                </a:solidFill>
                <a:latin typeface="Optima"/>
                <a:cs typeface="Calibri"/>
              </a:rPr>
              <a:t>systematic </a:t>
            </a:r>
            <a:r>
              <a:rPr sz="1600" spc="-10" dirty="0">
                <a:solidFill>
                  <a:srgbClr val="0F469B"/>
                </a:solidFill>
                <a:latin typeface="Optima"/>
                <a:cs typeface="Calibri"/>
              </a:rPr>
              <a:t> integration </a:t>
            </a:r>
            <a:r>
              <a:rPr sz="1600" spc="-5" dirty="0">
                <a:solidFill>
                  <a:srgbClr val="0F469B"/>
                </a:solidFill>
                <a:latin typeface="Optima"/>
                <a:cs typeface="Calibri"/>
              </a:rPr>
              <a:t>of </a:t>
            </a:r>
            <a:r>
              <a:rPr sz="1600" spc="-10" dirty="0">
                <a:solidFill>
                  <a:srgbClr val="0F469B"/>
                </a:solidFill>
                <a:latin typeface="Optima"/>
                <a:cs typeface="Calibri"/>
              </a:rPr>
              <a:t>content </a:t>
            </a:r>
            <a:r>
              <a:rPr sz="1600" spc="-15" dirty="0">
                <a:solidFill>
                  <a:srgbClr val="0F469B"/>
                </a:solidFill>
                <a:latin typeface="Optima"/>
                <a:cs typeface="Calibri"/>
              </a:rPr>
              <a:t>into </a:t>
            </a:r>
            <a:r>
              <a:rPr sz="1600" spc="-10" dirty="0">
                <a:solidFill>
                  <a:srgbClr val="0F469B"/>
                </a:solidFill>
                <a:latin typeface="Optima"/>
                <a:cs typeface="Calibri"/>
              </a:rPr>
              <a:t>various </a:t>
            </a:r>
            <a:r>
              <a:rPr sz="1600" spc="-15" dirty="0">
                <a:solidFill>
                  <a:srgbClr val="0F469B"/>
                </a:solidFill>
                <a:latin typeface="Optima"/>
                <a:cs typeface="Calibri"/>
              </a:rPr>
              <a:t>platforms </a:t>
            </a:r>
            <a:r>
              <a:rPr sz="1600" spc="-5" dirty="0">
                <a:solidFill>
                  <a:srgbClr val="0F469B"/>
                </a:solidFill>
                <a:latin typeface="Optima"/>
                <a:cs typeface="Calibri"/>
              </a:rPr>
              <a:t>and </a:t>
            </a:r>
            <a:r>
              <a:rPr sz="1600" spc="-10" dirty="0">
                <a:solidFill>
                  <a:srgbClr val="0F469B"/>
                </a:solidFill>
                <a:latin typeface="Optima"/>
                <a:cs typeface="Calibri"/>
              </a:rPr>
              <a:t>ERPs such </a:t>
            </a:r>
            <a:r>
              <a:rPr sz="1600" spc="-5" dirty="0">
                <a:solidFill>
                  <a:srgbClr val="0F469B"/>
                </a:solidFill>
                <a:latin typeface="Optima"/>
                <a:cs typeface="Calibri"/>
              </a:rPr>
              <a:t>as </a:t>
            </a:r>
            <a:r>
              <a:rPr sz="1600" spc="-60" dirty="0">
                <a:solidFill>
                  <a:srgbClr val="0F469B"/>
                </a:solidFill>
                <a:latin typeface="Optima"/>
                <a:cs typeface="Calibri"/>
              </a:rPr>
              <a:t>SAP,</a:t>
            </a:r>
            <a:r>
              <a:rPr sz="1600" spc="-55" dirty="0">
                <a:solidFill>
                  <a:srgbClr val="0F469B"/>
                </a:solidFill>
                <a:latin typeface="Optima"/>
                <a:cs typeface="Calibri"/>
              </a:rPr>
              <a:t> </a:t>
            </a:r>
            <a:r>
              <a:rPr sz="1600" dirty="0">
                <a:solidFill>
                  <a:srgbClr val="0F469B"/>
                </a:solidFill>
                <a:latin typeface="Optima"/>
                <a:cs typeface="Calibri"/>
              </a:rPr>
              <a:t>S4 </a:t>
            </a:r>
            <a:r>
              <a:rPr sz="1600" spc="5" dirty="0">
                <a:solidFill>
                  <a:srgbClr val="0F469B"/>
                </a:solidFill>
                <a:latin typeface="Optima"/>
                <a:cs typeface="Calibri"/>
              </a:rPr>
              <a:t> </a:t>
            </a:r>
            <a:r>
              <a:rPr sz="1600" spc="-5" dirty="0">
                <a:solidFill>
                  <a:srgbClr val="0F469B"/>
                </a:solidFill>
                <a:latin typeface="Optima"/>
                <a:cs typeface="Calibri"/>
              </a:rPr>
              <a:t>HANA,</a:t>
            </a:r>
            <a:r>
              <a:rPr sz="1600" spc="10" dirty="0">
                <a:solidFill>
                  <a:srgbClr val="0F469B"/>
                </a:solidFill>
                <a:latin typeface="Optima"/>
                <a:cs typeface="Calibri"/>
              </a:rPr>
              <a:t> </a:t>
            </a:r>
            <a:r>
              <a:rPr sz="1600" spc="-15" dirty="0">
                <a:solidFill>
                  <a:srgbClr val="0F469B"/>
                </a:solidFill>
                <a:latin typeface="Optima"/>
                <a:cs typeface="Calibri"/>
              </a:rPr>
              <a:t>Oracle</a:t>
            </a:r>
            <a:r>
              <a:rPr sz="1600" spc="20" dirty="0">
                <a:solidFill>
                  <a:srgbClr val="0F469B"/>
                </a:solidFill>
                <a:latin typeface="Optima"/>
                <a:cs typeface="Calibri"/>
              </a:rPr>
              <a:t> </a:t>
            </a:r>
            <a:r>
              <a:rPr sz="1600" spc="-10" dirty="0">
                <a:solidFill>
                  <a:srgbClr val="0F469B"/>
                </a:solidFill>
                <a:latin typeface="Optima"/>
                <a:cs typeface="Calibri"/>
              </a:rPr>
              <a:t>ERP</a:t>
            </a:r>
            <a:r>
              <a:rPr sz="1600" spc="10" dirty="0">
                <a:solidFill>
                  <a:srgbClr val="0F469B"/>
                </a:solidFill>
                <a:latin typeface="Optima"/>
                <a:cs typeface="Calibri"/>
              </a:rPr>
              <a:t> </a:t>
            </a:r>
            <a:r>
              <a:rPr sz="1600" spc="-10" dirty="0">
                <a:solidFill>
                  <a:srgbClr val="0F469B"/>
                </a:solidFill>
                <a:latin typeface="Optima"/>
                <a:cs typeface="Calibri"/>
              </a:rPr>
              <a:t>Cloud,</a:t>
            </a:r>
            <a:r>
              <a:rPr sz="1600" spc="10" dirty="0">
                <a:solidFill>
                  <a:srgbClr val="0F469B"/>
                </a:solidFill>
                <a:latin typeface="Optima"/>
                <a:cs typeface="Calibri"/>
              </a:rPr>
              <a:t> </a:t>
            </a:r>
            <a:r>
              <a:rPr sz="1600" spc="-5" dirty="0">
                <a:solidFill>
                  <a:srgbClr val="0F469B"/>
                </a:solidFill>
                <a:latin typeface="Optima"/>
                <a:cs typeface="Calibri"/>
              </a:rPr>
              <a:t>Maximo</a:t>
            </a:r>
            <a:r>
              <a:rPr sz="1600" spc="-30" dirty="0">
                <a:solidFill>
                  <a:srgbClr val="0F469B"/>
                </a:solidFill>
                <a:latin typeface="Optima"/>
                <a:cs typeface="Calibri"/>
              </a:rPr>
              <a:t> </a:t>
            </a:r>
            <a:r>
              <a:rPr sz="1600" spc="-5" dirty="0">
                <a:solidFill>
                  <a:srgbClr val="0F469B"/>
                </a:solidFill>
                <a:latin typeface="Optima"/>
                <a:cs typeface="Calibri"/>
              </a:rPr>
              <a:t>&amp;</a:t>
            </a:r>
            <a:r>
              <a:rPr sz="1600" dirty="0">
                <a:solidFill>
                  <a:srgbClr val="0F469B"/>
                </a:solidFill>
                <a:latin typeface="Optima"/>
                <a:cs typeface="Calibri"/>
              </a:rPr>
              <a:t> </a:t>
            </a:r>
            <a:r>
              <a:rPr sz="1600" spc="-5" dirty="0">
                <a:solidFill>
                  <a:srgbClr val="0F469B"/>
                </a:solidFill>
                <a:latin typeface="Optima"/>
                <a:cs typeface="Calibri"/>
              </a:rPr>
              <a:t>MS Dynamics,</a:t>
            </a:r>
            <a:r>
              <a:rPr sz="1600" spc="15" dirty="0">
                <a:solidFill>
                  <a:srgbClr val="0F469B"/>
                </a:solidFill>
                <a:latin typeface="Optima"/>
                <a:cs typeface="Calibri"/>
              </a:rPr>
              <a:t> </a:t>
            </a:r>
            <a:r>
              <a:rPr sz="1600" spc="-15" dirty="0">
                <a:solidFill>
                  <a:srgbClr val="0F469B"/>
                </a:solidFill>
                <a:latin typeface="Optima"/>
                <a:cs typeface="Calibri"/>
              </a:rPr>
              <a:t>etc.</a:t>
            </a:r>
            <a:endParaRPr sz="1600" dirty="0">
              <a:latin typeface="Optima"/>
              <a:cs typeface="Calibri"/>
            </a:endParaRPr>
          </a:p>
        </p:txBody>
      </p:sp>
      <p:pic>
        <p:nvPicPr>
          <p:cNvPr id="4" name="object 4"/>
          <p:cNvPicPr/>
          <p:nvPr/>
        </p:nvPicPr>
        <p:blipFill>
          <a:blip r:embed="rId2" cstate="print"/>
          <a:stretch>
            <a:fillRect/>
          </a:stretch>
        </p:blipFill>
        <p:spPr>
          <a:xfrm>
            <a:off x="9546935" y="5643972"/>
            <a:ext cx="817187" cy="822359"/>
          </a:xfrm>
          <a:prstGeom prst="rect">
            <a:avLst/>
          </a:prstGeom>
        </p:spPr>
      </p:pic>
      <p:pic>
        <p:nvPicPr>
          <p:cNvPr id="5" name="object 5"/>
          <p:cNvPicPr/>
          <p:nvPr/>
        </p:nvPicPr>
        <p:blipFill>
          <a:blip r:embed="rId3" cstate="print"/>
          <a:stretch>
            <a:fillRect/>
          </a:stretch>
        </p:blipFill>
        <p:spPr>
          <a:xfrm>
            <a:off x="7567619" y="5688033"/>
            <a:ext cx="818472" cy="822030"/>
          </a:xfrm>
          <a:prstGeom prst="rect">
            <a:avLst/>
          </a:prstGeom>
        </p:spPr>
      </p:pic>
      <p:pic>
        <p:nvPicPr>
          <p:cNvPr id="6" name="object 6"/>
          <p:cNvPicPr/>
          <p:nvPr/>
        </p:nvPicPr>
        <p:blipFill>
          <a:blip r:embed="rId4" cstate="print"/>
          <a:stretch>
            <a:fillRect/>
          </a:stretch>
        </p:blipFill>
        <p:spPr>
          <a:xfrm>
            <a:off x="8625047" y="5685292"/>
            <a:ext cx="783396" cy="784839"/>
          </a:xfrm>
          <a:prstGeom prst="rect">
            <a:avLst/>
          </a:prstGeom>
        </p:spPr>
      </p:pic>
      <p:pic>
        <p:nvPicPr>
          <p:cNvPr id="7" name="object 7"/>
          <p:cNvPicPr/>
          <p:nvPr/>
        </p:nvPicPr>
        <p:blipFill>
          <a:blip r:embed="rId5" cstate="print"/>
          <a:stretch>
            <a:fillRect/>
          </a:stretch>
        </p:blipFill>
        <p:spPr>
          <a:xfrm>
            <a:off x="10588752" y="5638800"/>
            <a:ext cx="829055" cy="827532"/>
          </a:xfrm>
          <a:prstGeom prst="rect">
            <a:avLst/>
          </a:prstGeom>
        </p:spPr>
      </p:pic>
      <p:pic>
        <p:nvPicPr>
          <p:cNvPr id="8" name="object 8"/>
          <p:cNvPicPr/>
          <p:nvPr/>
        </p:nvPicPr>
        <p:blipFill>
          <a:blip r:embed="rId6" cstate="print"/>
          <a:stretch>
            <a:fillRect/>
          </a:stretch>
        </p:blipFill>
        <p:spPr>
          <a:xfrm>
            <a:off x="10098023" y="140207"/>
            <a:ext cx="1684020" cy="577596"/>
          </a:xfrm>
          <a:prstGeom prst="rect">
            <a:avLst/>
          </a:prstGeom>
        </p:spPr>
      </p:pic>
      <p:sp>
        <p:nvSpPr>
          <p:cNvPr id="9" name="object 9"/>
          <p:cNvSpPr txBox="1">
            <a:spLocks noGrp="1"/>
          </p:cNvSpPr>
          <p:nvPr>
            <p:ph type="title"/>
          </p:nvPr>
        </p:nvSpPr>
        <p:spPr>
          <a:xfrm>
            <a:off x="320751" y="343026"/>
            <a:ext cx="5321935" cy="376555"/>
          </a:xfrm>
          <a:prstGeom prst="rect">
            <a:avLst/>
          </a:prstGeom>
        </p:spPr>
        <p:txBody>
          <a:bodyPr vert="horz" wrap="square" lIns="0" tIns="12700" rIns="0" bIns="0" rtlCol="0">
            <a:spAutoFit/>
          </a:bodyPr>
          <a:lstStyle/>
          <a:p>
            <a:pPr marL="12700">
              <a:lnSpc>
                <a:spcPct val="100000"/>
              </a:lnSpc>
              <a:spcBef>
                <a:spcPts val="100"/>
              </a:spcBef>
            </a:pPr>
            <a:r>
              <a:rPr lang="en-GB" sz="2300" spc="-5" dirty="0" err="1">
                <a:solidFill>
                  <a:srgbClr val="0F469B"/>
                </a:solidFill>
                <a:latin typeface="Optima"/>
              </a:rPr>
              <a:t>PiLog</a:t>
            </a:r>
            <a:r>
              <a:rPr lang="en-GB" sz="2300" spc="5" dirty="0">
                <a:solidFill>
                  <a:srgbClr val="0F469B"/>
                </a:solidFill>
                <a:latin typeface="Optima"/>
              </a:rPr>
              <a:t> </a:t>
            </a:r>
            <a:r>
              <a:rPr lang="en-GB" sz="2300" dirty="0">
                <a:solidFill>
                  <a:srgbClr val="0F469B"/>
                </a:solidFill>
                <a:latin typeface="Optima"/>
              </a:rPr>
              <a:t>- </a:t>
            </a:r>
            <a:r>
              <a:rPr lang="en-GB" sz="2300" spc="-5" dirty="0">
                <a:solidFill>
                  <a:srgbClr val="0F469B"/>
                </a:solidFill>
                <a:latin typeface="Optima"/>
              </a:rPr>
              <a:t>The</a:t>
            </a:r>
            <a:r>
              <a:rPr lang="en-GB" sz="2300" dirty="0">
                <a:solidFill>
                  <a:srgbClr val="0F469B"/>
                </a:solidFill>
                <a:latin typeface="Optima"/>
              </a:rPr>
              <a:t> </a:t>
            </a:r>
            <a:r>
              <a:rPr lang="en-GB" sz="2300" spc="-10" dirty="0">
                <a:solidFill>
                  <a:srgbClr val="0F469B"/>
                </a:solidFill>
                <a:latin typeface="Optima"/>
              </a:rPr>
              <a:t>Digital</a:t>
            </a:r>
            <a:r>
              <a:rPr lang="en-GB" sz="2300" spc="5" dirty="0">
                <a:solidFill>
                  <a:srgbClr val="0F469B"/>
                </a:solidFill>
                <a:latin typeface="Optima"/>
              </a:rPr>
              <a:t> </a:t>
            </a:r>
            <a:r>
              <a:rPr lang="en-GB" sz="2300" spc="-20" dirty="0">
                <a:solidFill>
                  <a:srgbClr val="0F469B"/>
                </a:solidFill>
                <a:latin typeface="Optima"/>
              </a:rPr>
              <a:t>Transformation </a:t>
            </a:r>
            <a:r>
              <a:rPr lang="en-GB" sz="2300" spc="-10" dirty="0">
                <a:solidFill>
                  <a:srgbClr val="0F469B"/>
                </a:solidFill>
                <a:latin typeface="Optima"/>
              </a:rPr>
              <a:t>Company</a:t>
            </a:r>
            <a:endParaRPr sz="2300" dirty="0">
              <a:latin typeface="Optima"/>
            </a:endParaRPr>
          </a:p>
        </p:txBody>
      </p:sp>
      <p:grpSp>
        <p:nvGrpSpPr>
          <p:cNvPr id="10" name="object 10"/>
          <p:cNvGrpSpPr/>
          <p:nvPr/>
        </p:nvGrpSpPr>
        <p:grpSpPr>
          <a:xfrm>
            <a:off x="6856412" y="1005776"/>
            <a:ext cx="4788535" cy="346075"/>
            <a:chOff x="6856412" y="1005776"/>
            <a:chExt cx="4788535" cy="346075"/>
          </a:xfrm>
        </p:grpSpPr>
        <p:sp>
          <p:nvSpPr>
            <p:cNvPr id="11" name="object 11"/>
            <p:cNvSpPr/>
            <p:nvPr/>
          </p:nvSpPr>
          <p:spPr>
            <a:xfrm>
              <a:off x="6858000" y="1007363"/>
              <a:ext cx="4785360" cy="342900"/>
            </a:xfrm>
            <a:custGeom>
              <a:avLst/>
              <a:gdLst/>
              <a:ahLst/>
              <a:cxnLst/>
              <a:rect l="l" t="t" r="r" b="b"/>
              <a:pathLst>
                <a:path w="4785359" h="342900">
                  <a:moveTo>
                    <a:pt x="4785359" y="0"/>
                  </a:moveTo>
                  <a:lnTo>
                    <a:pt x="0" y="0"/>
                  </a:lnTo>
                  <a:lnTo>
                    <a:pt x="0" y="342900"/>
                  </a:lnTo>
                  <a:lnTo>
                    <a:pt x="4785359" y="342900"/>
                  </a:lnTo>
                  <a:lnTo>
                    <a:pt x="4785359" y="0"/>
                  </a:lnTo>
                  <a:close/>
                </a:path>
              </a:pathLst>
            </a:custGeom>
            <a:solidFill>
              <a:srgbClr val="0C3574"/>
            </a:solidFill>
          </p:spPr>
          <p:txBody>
            <a:bodyPr wrap="square" lIns="0" tIns="0" rIns="0" bIns="0" rtlCol="0"/>
            <a:lstStyle/>
            <a:p>
              <a:endParaRPr/>
            </a:p>
          </p:txBody>
        </p:sp>
        <p:sp>
          <p:nvSpPr>
            <p:cNvPr id="12" name="object 12"/>
            <p:cNvSpPr/>
            <p:nvPr/>
          </p:nvSpPr>
          <p:spPr>
            <a:xfrm>
              <a:off x="6858000" y="1007363"/>
              <a:ext cx="4785360" cy="342900"/>
            </a:xfrm>
            <a:custGeom>
              <a:avLst/>
              <a:gdLst/>
              <a:ahLst/>
              <a:cxnLst/>
              <a:rect l="l" t="t" r="r" b="b"/>
              <a:pathLst>
                <a:path w="4785359" h="342900">
                  <a:moveTo>
                    <a:pt x="0" y="342900"/>
                  </a:moveTo>
                  <a:lnTo>
                    <a:pt x="4785359" y="342900"/>
                  </a:lnTo>
                  <a:lnTo>
                    <a:pt x="4785359" y="0"/>
                  </a:lnTo>
                  <a:lnTo>
                    <a:pt x="0" y="0"/>
                  </a:lnTo>
                  <a:lnTo>
                    <a:pt x="0" y="342900"/>
                  </a:lnTo>
                  <a:close/>
                </a:path>
              </a:pathLst>
            </a:custGeom>
            <a:ln w="3175">
              <a:solidFill>
                <a:srgbClr val="0F469B"/>
              </a:solidFill>
            </a:ln>
          </p:spPr>
          <p:txBody>
            <a:bodyPr wrap="square" lIns="0" tIns="0" rIns="0" bIns="0" rtlCol="0"/>
            <a:lstStyle/>
            <a:p>
              <a:endParaRPr/>
            </a:p>
          </p:txBody>
        </p:sp>
      </p:grpSp>
      <p:sp>
        <p:nvSpPr>
          <p:cNvPr id="13" name="object 13"/>
          <p:cNvSpPr txBox="1"/>
          <p:nvPr/>
        </p:nvSpPr>
        <p:spPr>
          <a:xfrm>
            <a:off x="7202551" y="1048003"/>
            <a:ext cx="2436495"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Calibri"/>
                <a:cs typeface="Calibri"/>
              </a:rPr>
              <a:t>PiLog</a:t>
            </a:r>
            <a:r>
              <a:rPr sz="1400" b="1" spc="-20" dirty="0">
                <a:solidFill>
                  <a:srgbClr val="FFFFFF"/>
                </a:solidFill>
                <a:latin typeface="Calibri"/>
                <a:cs typeface="Calibri"/>
              </a:rPr>
              <a:t> </a:t>
            </a:r>
            <a:r>
              <a:rPr sz="1400" b="1" dirty="0">
                <a:solidFill>
                  <a:srgbClr val="FFFFFF"/>
                </a:solidFill>
                <a:latin typeface="Calibri"/>
                <a:cs typeface="Calibri"/>
              </a:rPr>
              <a:t>India</a:t>
            </a:r>
            <a:r>
              <a:rPr sz="1400" b="1" spc="-25" dirty="0">
                <a:solidFill>
                  <a:srgbClr val="FFFFFF"/>
                </a:solidFill>
                <a:latin typeface="Calibri"/>
                <a:cs typeface="Calibri"/>
              </a:rPr>
              <a:t> </a:t>
            </a:r>
            <a:r>
              <a:rPr sz="1400" b="1" spc="-10" dirty="0">
                <a:solidFill>
                  <a:srgbClr val="FFFFFF"/>
                </a:solidFill>
                <a:latin typeface="Calibri"/>
                <a:cs typeface="Calibri"/>
              </a:rPr>
              <a:t>Private</a:t>
            </a:r>
            <a:r>
              <a:rPr sz="1400" b="1" spc="-30" dirty="0">
                <a:solidFill>
                  <a:srgbClr val="FFFFFF"/>
                </a:solidFill>
                <a:latin typeface="Calibri"/>
                <a:cs typeface="Calibri"/>
              </a:rPr>
              <a:t> </a:t>
            </a:r>
            <a:r>
              <a:rPr sz="1400" b="1" dirty="0">
                <a:solidFill>
                  <a:srgbClr val="FFFFFF"/>
                </a:solidFill>
                <a:latin typeface="Calibri"/>
                <a:cs typeface="Calibri"/>
              </a:rPr>
              <a:t>Limited,</a:t>
            </a:r>
            <a:r>
              <a:rPr sz="1400" b="1" spc="-40" dirty="0">
                <a:solidFill>
                  <a:srgbClr val="FFFFFF"/>
                </a:solidFill>
                <a:latin typeface="Calibri"/>
                <a:cs typeface="Calibri"/>
              </a:rPr>
              <a:t> </a:t>
            </a:r>
            <a:r>
              <a:rPr sz="1400" b="1" dirty="0">
                <a:solidFill>
                  <a:srgbClr val="FFFFFF"/>
                </a:solidFill>
                <a:latin typeface="Calibri"/>
                <a:cs typeface="Calibri"/>
              </a:rPr>
              <a:t>India</a:t>
            </a:r>
            <a:endParaRPr sz="1400" dirty="0">
              <a:latin typeface="Calibri"/>
              <a:cs typeface="Calibri"/>
            </a:endParaRPr>
          </a:p>
        </p:txBody>
      </p:sp>
      <p:grpSp>
        <p:nvGrpSpPr>
          <p:cNvPr id="14" name="object 14"/>
          <p:cNvGrpSpPr/>
          <p:nvPr/>
        </p:nvGrpSpPr>
        <p:grpSpPr>
          <a:xfrm>
            <a:off x="6665976" y="913130"/>
            <a:ext cx="4984115" cy="918844"/>
            <a:chOff x="6665976" y="913130"/>
            <a:chExt cx="4984115" cy="918844"/>
          </a:xfrm>
        </p:grpSpPr>
        <p:sp>
          <p:nvSpPr>
            <p:cNvPr id="15" name="object 15"/>
            <p:cNvSpPr/>
            <p:nvPr/>
          </p:nvSpPr>
          <p:spPr>
            <a:xfrm>
              <a:off x="6685026" y="931926"/>
              <a:ext cx="475615" cy="497205"/>
            </a:xfrm>
            <a:custGeom>
              <a:avLst/>
              <a:gdLst/>
              <a:ahLst/>
              <a:cxnLst/>
              <a:rect l="l" t="t" r="r" b="b"/>
              <a:pathLst>
                <a:path w="475615" h="497205">
                  <a:moveTo>
                    <a:pt x="237744" y="0"/>
                  </a:moveTo>
                  <a:lnTo>
                    <a:pt x="189825" y="5048"/>
                  </a:lnTo>
                  <a:lnTo>
                    <a:pt x="145196" y="19526"/>
                  </a:lnTo>
                  <a:lnTo>
                    <a:pt x="104812" y="42433"/>
                  </a:lnTo>
                  <a:lnTo>
                    <a:pt x="69627" y="72771"/>
                  </a:lnTo>
                  <a:lnTo>
                    <a:pt x="40598" y="109537"/>
                  </a:lnTo>
                  <a:lnTo>
                    <a:pt x="18680" y="151733"/>
                  </a:lnTo>
                  <a:lnTo>
                    <a:pt x="4829" y="198358"/>
                  </a:lnTo>
                  <a:lnTo>
                    <a:pt x="0" y="248412"/>
                  </a:lnTo>
                  <a:lnTo>
                    <a:pt x="4829" y="298465"/>
                  </a:lnTo>
                  <a:lnTo>
                    <a:pt x="18680" y="345090"/>
                  </a:lnTo>
                  <a:lnTo>
                    <a:pt x="40598" y="387286"/>
                  </a:lnTo>
                  <a:lnTo>
                    <a:pt x="69627" y="424053"/>
                  </a:lnTo>
                  <a:lnTo>
                    <a:pt x="104812" y="454390"/>
                  </a:lnTo>
                  <a:lnTo>
                    <a:pt x="145196" y="477297"/>
                  </a:lnTo>
                  <a:lnTo>
                    <a:pt x="189825" y="491775"/>
                  </a:lnTo>
                  <a:lnTo>
                    <a:pt x="237744" y="496824"/>
                  </a:lnTo>
                  <a:lnTo>
                    <a:pt x="285662" y="491775"/>
                  </a:lnTo>
                  <a:lnTo>
                    <a:pt x="330291" y="477297"/>
                  </a:lnTo>
                  <a:lnTo>
                    <a:pt x="370675" y="454390"/>
                  </a:lnTo>
                  <a:lnTo>
                    <a:pt x="405860" y="424052"/>
                  </a:lnTo>
                  <a:lnTo>
                    <a:pt x="434889" y="387286"/>
                  </a:lnTo>
                  <a:lnTo>
                    <a:pt x="456807" y="345090"/>
                  </a:lnTo>
                  <a:lnTo>
                    <a:pt x="470658" y="298465"/>
                  </a:lnTo>
                  <a:lnTo>
                    <a:pt x="475488" y="248412"/>
                  </a:lnTo>
                  <a:lnTo>
                    <a:pt x="470658" y="198358"/>
                  </a:lnTo>
                  <a:lnTo>
                    <a:pt x="456807" y="151733"/>
                  </a:lnTo>
                  <a:lnTo>
                    <a:pt x="434889" y="109537"/>
                  </a:lnTo>
                  <a:lnTo>
                    <a:pt x="405860" y="72770"/>
                  </a:lnTo>
                  <a:lnTo>
                    <a:pt x="370675" y="42433"/>
                  </a:lnTo>
                  <a:lnTo>
                    <a:pt x="330291" y="19526"/>
                  </a:lnTo>
                  <a:lnTo>
                    <a:pt x="285662" y="5048"/>
                  </a:lnTo>
                  <a:lnTo>
                    <a:pt x="237744" y="0"/>
                  </a:lnTo>
                  <a:close/>
                </a:path>
              </a:pathLst>
            </a:custGeom>
            <a:solidFill>
              <a:srgbClr val="FFFFFF"/>
            </a:solidFill>
          </p:spPr>
          <p:txBody>
            <a:bodyPr wrap="square" lIns="0" tIns="0" rIns="0" bIns="0" rtlCol="0"/>
            <a:lstStyle/>
            <a:p>
              <a:endParaRPr/>
            </a:p>
          </p:txBody>
        </p:sp>
        <p:sp>
          <p:nvSpPr>
            <p:cNvPr id="16" name="object 16"/>
            <p:cNvSpPr/>
            <p:nvPr/>
          </p:nvSpPr>
          <p:spPr>
            <a:xfrm>
              <a:off x="6665976" y="913130"/>
              <a:ext cx="513715" cy="534670"/>
            </a:xfrm>
            <a:custGeom>
              <a:avLst/>
              <a:gdLst/>
              <a:ahLst/>
              <a:cxnLst/>
              <a:rect l="l" t="t" r="r" b="b"/>
              <a:pathLst>
                <a:path w="513715" h="534669">
                  <a:moveTo>
                    <a:pt x="269494" y="0"/>
                  </a:moveTo>
                  <a:lnTo>
                    <a:pt x="256285" y="0"/>
                  </a:lnTo>
                  <a:lnTo>
                    <a:pt x="243077" y="1270"/>
                  </a:lnTo>
                  <a:lnTo>
                    <a:pt x="229997" y="1270"/>
                  </a:lnTo>
                  <a:lnTo>
                    <a:pt x="191897" y="8890"/>
                  </a:lnTo>
                  <a:lnTo>
                    <a:pt x="155701" y="21590"/>
                  </a:lnTo>
                  <a:lnTo>
                    <a:pt x="112141" y="46990"/>
                  </a:lnTo>
                  <a:lnTo>
                    <a:pt x="74295" y="80010"/>
                  </a:lnTo>
                  <a:lnTo>
                    <a:pt x="43179" y="119380"/>
                  </a:lnTo>
                  <a:lnTo>
                    <a:pt x="19684" y="165100"/>
                  </a:lnTo>
                  <a:lnTo>
                    <a:pt x="5079" y="214630"/>
                  </a:lnTo>
                  <a:lnTo>
                    <a:pt x="253" y="254000"/>
                  </a:lnTo>
                  <a:lnTo>
                    <a:pt x="0" y="267970"/>
                  </a:lnTo>
                  <a:lnTo>
                    <a:pt x="380" y="281940"/>
                  </a:lnTo>
                  <a:lnTo>
                    <a:pt x="5460" y="322580"/>
                  </a:lnTo>
                  <a:lnTo>
                    <a:pt x="20447" y="372110"/>
                  </a:lnTo>
                  <a:lnTo>
                    <a:pt x="44196" y="417830"/>
                  </a:lnTo>
                  <a:lnTo>
                    <a:pt x="75565" y="457200"/>
                  </a:lnTo>
                  <a:lnTo>
                    <a:pt x="113665" y="490220"/>
                  </a:lnTo>
                  <a:lnTo>
                    <a:pt x="157479" y="514350"/>
                  </a:lnTo>
                  <a:lnTo>
                    <a:pt x="218058" y="532130"/>
                  </a:lnTo>
                  <a:lnTo>
                    <a:pt x="244094" y="534670"/>
                  </a:lnTo>
                  <a:lnTo>
                    <a:pt x="270509" y="534670"/>
                  </a:lnTo>
                  <a:lnTo>
                    <a:pt x="296545" y="532130"/>
                  </a:lnTo>
                  <a:lnTo>
                    <a:pt x="321691" y="527050"/>
                  </a:lnTo>
                  <a:lnTo>
                    <a:pt x="334264" y="523240"/>
                  </a:lnTo>
                  <a:lnTo>
                    <a:pt x="337656" y="521970"/>
                  </a:lnTo>
                  <a:lnTo>
                    <a:pt x="244475" y="521970"/>
                  </a:lnTo>
                  <a:lnTo>
                    <a:pt x="219709" y="519430"/>
                  </a:lnTo>
                  <a:lnTo>
                    <a:pt x="162051" y="502920"/>
                  </a:lnTo>
                  <a:lnTo>
                    <a:pt x="120523" y="478790"/>
                  </a:lnTo>
                  <a:lnTo>
                    <a:pt x="84327" y="448310"/>
                  </a:lnTo>
                  <a:lnTo>
                    <a:pt x="54482" y="410210"/>
                  </a:lnTo>
                  <a:lnTo>
                    <a:pt x="32003" y="367030"/>
                  </a:lnTo>
                  <a:lnTo>
                    <a:pt x="17779" y="318770"/>
                  </a:lnTo>
                  <a:lnTo>
                    <a:pt x="12928" y="279400"/>
                  </a:lnTo>
                  <a:lnTo>
                    <a:pt x="12700" y="267970"/>
                  </a:lnTo>
                  <a:lnTo>
                    <a:pt x="12928" y="256540"/>
                  </a:lnTo>
                  <a:lnTo>
                    <a:pt x="17652" y="217170"/>
                  </a:lnTo>
                  <a:lnTo>
                    <a:pt x="31750" y="168910"/>
                  </a:lnTo>
                  <a:lnTo>
                    <a:pt x="54101" y="125730"/>
                  </a:lnTo>
                  <a:lnTo>
                    <a:pt x="83947" y="87630"/>
                  </a:lnTo>
                  <a:lnTo>
                    <a:pt x="120015" y="57150"/>
                  </a:lnTo>
                  <a:lnTo>
                    <a:pt x="161417" y="33020"/>
                  </a:lnTo>
                  <a:lnTo>
                    <a:pt x="195579" y="21590"/>
                  </a:lnTo>
                  <a:lnTo>
                    <a:pt x="207391" y="17780"/>
                  </a:lnTo>
                  <a:lnTo>
                    <a:pt x="219455" y="16510"/>
                  </a:lnTo>
                  <a:lnTo>
                    <a:pt x="231648" y="13970"/>
                  </a:lnTo>
                  <a:lnTo>
                    <a:pt x="244094" y="12700"/>
                  </a:lnTo>
                  <a:lnTo>
                    <a:pt x="332867" y="12700"/>
                  </a:lnTo>
                  <a:lnTo>
                    <a:pt x="320675" y="8890"/>
                  </a:lnTo>
                  <a:lnTo>
                    <a:pt x="282575" y="1270"/>
                  </a:lnTo>
                  <a:lnTo>
                    <a:pt x="269494" y="0"/>
                  </a:lnTo>
                  <a:close/>
                </a:path>
                <a:path w="513715" h="534669">
                  <a:moveTo>
                    <a:pt x="332867" y="12700"/>
                  </a:moveTo>
                  <a:lnTo>
                    <a:pt x="269113" y="12700"/>
                  </a:lnTo>
                  <a:lnTo>
                    <a:pt x="281558" y="13970"/>
                  </a:lnTo>
                  <a:lnTo>
                    <a:pt x="293877" y="16510"/>
                  </a:lnTo>
                  <a:lnTo>
                    <a:pt x="305816" y="17780"/>
                  </a:lnTo>
                  <a:lnTo>
                    <a:pt x="317753" y="21590"/>
                  </a:lnTo>
                  <a:lnTo>
                    <a:pt x="329310" y="24130"/>
                  </a:lnTo>
                  <a:lnTo>
                    <a:pt x="372999" y="44450"/>
                  </a:lnTo>
                  <a:lnTo>
                    <a:pt x="411988" y="71120"/>
                  </a:lnTo>
                  <a:lnTo>
                    <a:pt x="445007" y="105410"/>
                  </a:lnTo>
                  <a:lnTo>
                    <a:pt x="471297" y="146050"/>
                  </a:lnTo>
                  <a:lnTo>
                    <a:pt x="489839" y="191770"/>
                  </a:lnTo>
                  <a:lnTo>
                    <a:pt x="499618" y="241300"/>
                  </a:lnTo>
                  <a:lnTo>
                    <a:pt x="500888" y="267970"/>
                  </a:lnTo>
                  <a:lnTo>
                    <a:pt x="500633" y="280670"/>
                  </a:lnTo>
                  <a:lnTo>
                    <a:pt x="495934" y="318770"/>
                  </a:lnTo>
                  <a:lnTo>
                    <a:pt x="481838" y="367030"/>
                  </a:lnTo>
                  <a:lnTo>
                    <a:pt x="459485" y="410210"/>
                  </a:lnTo>
                  <a:lnTo>
                    <a:pt x="429641" y="448310"/>
                  </a:lnTo>
                  <a:lnTo>
                    <a:pt x="393700" y="478790"/>
                  </a:lnTo>
                  <a:lnTo>
                    <a:pt x="352298" y="502920"/>
                  </a:lnTo>
                  <a:lnTo>
                    <a:pt x="294131" y="519430"/>
                  </a:lnTo>
                  <a:lnTo>
                    <a:pt x="269494" y="521970"/>
                  </a:lnTo>
                  <a:lnTo>
                    <a:pt x="337656" y="521970"/>
                  </a:lnTo>
                  <a:lnTo>
                    <a:pt x="380365" y="502920"/>
                  </a:lnTo>
                  <a:lnTo>
                    <a:pt x="421258" y="473710"/>
                  </a:lnTo>
                  <a:lnTo>
                    <a:pt x="455675" y="436880"/>
                  </a:lnTo>
                  <a:lnTo>
                    <a:pt x="483107" y="393700"/>
                  </a:lnTo>
                  <a:lnTo>
                    <a:pt x="502412" y="346710"/>
                  </a:lnTo>
                  <a:lnTo>
                    <a:pt x="510667" y="308610"/>
                  </a:lnTo>
                  <a:lnTo>
                    <a:pt x="513588" y="266700"/>
                  </a:lnTo>
                  <a:lnTo>
                    <a:pt x="513206" y="254000"/>
                  </a:lnTo>
                  <a:lnTo>
                    <a:pt x="508126" y="213360"/>
                  </a:lnTo>
                  <a:lnTo>
                    <a:pt x="493141" y="162560"/>
                  </a:lnTo>
                  <a:lnTo>
                    <a:pt x="469392" y="118110"/>
                  </a:lnTo>
                  <a:lnTo>
                    <a:pt x="438023" y="78740"/>
                  </a:lnTo>
                  <a:lnTo>
                    <a:pt x="399923" y="45720"/>
                  </a:lnTo>
                  <a:lnTo>
                    <a:pt x="356234" y="21590"/>
                  </a:lnTo>
                  <a:lnTo>
                    <a:pt x="332867" y="12700"/>
                  </a:lnTo>
                  <a:close/>
                </a:path>
                <a:path w="513715" h="534669">
                  <a:moveTo>
                    <a:pt x="268858" y="25400"/>
                  </a:moveTo>
                  <a:lnTo>
                    <a:pt x="245109" y="25400"/>
                  </a:lnTo>
                  <a:lnTo>
                    <a:pt x="233299" y="26670"/>
                  </a:lnTo>
                  <a:lnTo>
                    <a:pt x="221742" y="29210"/>
                  </a:lnTo>
                  <a:lnTo>
                    <a:pt x="210312" y="30480"/>
                  </a:lnTo>
                  <a:lnTo>
                    <a:pt x="167131" y="44450"/>
                  </a:lnTo>
                  <a:lnTo>
                    <a:pt x="127889" y="67310"/>
                  </a:lnTo>
                  <a:lnTo>
                    <a:pt x="93472" y="96520"/>
                  </a:lnTo>
                  <a:lnTo>
                    <a:pt x="65150" y="132080"/>
                  </a:lnTo>
                  <a:lnTo>
                    <a:pt x="43688" y="172720"/>
                  </a:lnTo>
                  <a:lnTo>
                    <a:pt x="30225" y="218440"/>
                  </a:lnTo>
                  <a:lnTo>
                    <a:pt x="25628" y="256540"/>
                  </a:lnTo>
                  <a:lnTo>
                    <a:pt x="25400" y="267970"/>
                  </a:lnTo>
                  <a:lnTo>
                    <a:pt x="25628" y="279400"/>
                  </a:lnTo>
                  <a:lnTo>
                    <a:pt x="35687" y="339090"/>
                  </a:lnTo>
                  <a:lnTo>
                    <a:pt x="53213" y="383540"/>
                  </a:lnTo>
                  <a:lnTo>
                    <a:pt x="78104" y="421640"/>
                  </a:lnTo>
                  <a:lnTo>
                    <a:pt x="109600" y="454660"/>
                  </a:lnTo>
                  <a:lnTo>
                    <a:pt x="146303" y="480060"/>
                  </a:lnTo>
                  <a:lnTo>
                    <a:pt x="187959" y="499110"/>
                  </a:lnTo>
                  <a:lnTo>
                    <a:pt x="198881" y="501650"/>
                  </a:lnTo>
                  <a:lnTo>
                    <a:pt x="210057" y="505460"/>
                  </a:lnTo>
                  <a:lnTo>
                    <a:pt x="244728" y="509270"/>
                  </a:lnTo>
                  <a:lnTo>
                    <a:pt x="268477" y="509270"/>
                  </a:lnTo>
                  <a:lnTo>
                    <a:pt x="303275" y="505460"/>
                  </a:lnTo>
                  <a:lnTo>
                    <a:pt x="314451" y="502920"/>
                  </a:lnTo>
                  <a:lnTo>
                    <a:pt x="332316" y="496570"/>
                  </a:lnTo>
                  <a:lnTo>
                    <a:pt x="234060" y="496570"/>
                  </a:lnTo>
                  <a:lnTo>
                    <a:pt x="223139" y="494030"/>
                  </a:lnTo>
                  <a:lnTo>
                    <a:pt x="171196" y="478790"/>
                  </a:lnTo>
                  <a:lnTo>
                    <a:pt x="134112" y="457200"/>
                  </a:lnTo>
                  <a:lnTo>
                    <a:pt x="101853" y="429260"/>
                  </a:lnTo>
                  <a:lnTo>
                    <a:pt x="75056" y="394970"/>
                  </a:lnTo>
                  <a:lnTo>
                    <a:pt x="54991" y="356870"/>
                  </a:lnTo>
                  <a:lnTo>
                    <a:pt x="42418" y="313690"/>
                  </a:lnTo>
                  <a:lnTo>
                    <a:pt x="38100" y="267970"/>
                  </a:lnTo>
                  <a:lnTo>
                    <a:pt x="38328" y="256540"/>
                  </a:lnTo>
                  <a:lnTo>
                    <a:pt x="48259" y="198120"/>
                  </a:lnTo>
                  <a:lnTo>
                    <a:pt x="65024" y="157480"/>
                  </a:lnTo>
                  <a:lnTo>
                    <a:pt x="88773" y="120650"/>
                  </a:lnTo>
                  <a:lnTo>
                    <a:pt x="118745" y="90170"/>
                  </a:lnTo>
                  <a:lnTo>
                    <a:pt x="153670" y="66040"/>
                  </a:lnTo>
                  <a:lnTo>
                    <a:pt x="192913" y="48260"/>
                  </a:lnTo>
                  <a:lnTo>
                    <a:pt x="246125" y="38100"/>
                  </a:lnTo>
                  <a:lnTo>
                    <a:pt x="329205" y="38100"/>
                  </a:lnTo>
                  <a:lnTo>
                    <a:pt x="314705" y="33020"/>
                  </a:lnTo>
                  <a:lnTo>
                    <a:pt x="303529" y="30480"/>
                  </a:lnTo>
                  <a:lnTo>
                    <a:pt x="292100" y="29210"/>
                  </a:lnTo>
                  <a:lnTo>
                    <a:pt x="280543" y="26670"/>
                  </a:lnTo>
                  <a:lnTo>
                    <a:pt x="268858" y="25400"/>
                  </a:lnTo>
                  <a:close/>
                </a:path>
                <a:path w="513715" h="534669">
                  <a:moveTo>
                    <a:pt x="329205" y="38100"/>
                  </a:moveTo>
                  <a:lnTo>
                    <a:pt x="268477" y="38100"/>
                  </a:lnTo>
                  <a:lnTo>
                    <a:pt x="290449" y="40640"/>
                  </a:lnTo>
                  <a:lnTo>
                    <a:pt x="322072" y="48260"/>
                  </a:lnTo>
                  <a:lnTo>
                    <a:pt x="361569" y="66040"/>
                  </a:lnTo>
                  <a:lnTo>
                    <a:pt x="396367" y="91440"/>
                  </a:lnTo>
                  <a:lnTo>
                    <a:pt x="425830" y="121920"/>
                  </a:lnTo>
                  <a:lnTo>
                    <a:pt x="449452" y="158750"/>
                  </a:lnTo>
                  <a:lnTo>
                    <a:pt x="465835" y="200660"/>
                  </a:lnTo>
                  <a:lnTo>
                    <a:pt x="474345" y="245110"/>
                  </a:lnTo>
                  <a:lnTo>
                    <a:pt x="475488" y="267970"/>
                  </a:lnTo>
                  <a:lnTo>
                    <a:pt x="475259" y="279400"/>
                  </a:lnTo>
                  <a:lnTo>
                    <a:pt x="465327" y="336550"/>
                  </a:lnTo>
                  <a:lnTo>
                    <a:pt x="448564" y="378460"/>
                  </a:lnTo>
                  <a:lnTo>
                    <a:pt x="424815" y="415290"/>
                  </a:lnTo>
                  <a:lnTo>
                    <a:pt x="394843" y="445770"/>
                  </a:lnTo>
                  <a:lnTo>
                    <a:pt x="359918" y="469900"/>
                  </a:lnTo>
                  <a:lnTo>
                    <a:pt x="320675" y="487680"/>
                  </a:lnTo>
                  <a:lnTo>
                    <a:pt x="278638" y="496570"/>
                  </a:lnTo>
                  <a:lnTo>
                    <a:pt x="332316" y="496570"/>
                  </a:lnTo>
                  <a:lnTo>
                    <a:pt x="385825" y="468630"/>
                  </a:lnTo>
                  <a:lnTo>
                    <a:pt x="420116" y="439420"/>
                  </a:lnTo>
                  <a:lnTo>
                    <a:pt x="448437" y="403860"/>
                  </a:lnTo>
                  <a:lnTo>
                    <a:pt x="469900" y="361950"/>
                  </a:lnTo>
                  <a:lnTo>
                    <a:pt x="483362" y="317500"/>
                  </a:lnTo>
                  <a:lnTo>
                    <a:pt x="488188" y="267970"/>
                  </a:lnTo>
                  <a:lnTo>
                    <a:pt x="487845" y="256540"/>
                  </a:lnTo>
                  <a:lnTo>
                    <a:pt x="477900" y="195580"/>
                  </a:lnTo>
                  <a:lnTo>
                    <a:pt x="460375" y="152400"/>
                  </a:lnTo>
                  <a:lnTo>
                    <a:pt x="435482" y="114300"/>
                  </a:lnTo>
                  <a:lnTo>
                    <a:pt x="404114" y="81280"/>
                  </a:lnTo>
                  <a:lnTo>
                    <a:pt x="367283" y="54610"/>
                  </a:lnTo>
                  <a:lnTo>
                    <a:pt x="347091" y="44450"/>
                  </a:lnTo>
                  <a:lnTo>
                    <a:pt x="329205" y="38100"/>
                  </a:lnTo>
                  <a:close/>
                </a:path>
              </a:pathLst>
            </a:custGeom>
            <a:solidFill>
              <a:srgbClr val="0C3574"/>
            </a:solidFill>
          </p:spPr>
          <p:txBody>
            <a:bodyPr wrap="square" lIns="0" tIns="0" rIns="0" bIns="0" rtlCol="0"/>
            <a:lstStyle/>
            <a:p>
              <a:endParaRPr/>
            </a:p>
          </p:txBody>
        </p:sp>
        <p:sp>
          <p:nvSpPr>
            <p:cNvPr id="17" name="object 17"/>
            <p:cNvSpPr/>
            <p:nvPr/>
          </p:nvSpPr>
          <p:spPr>
            <a:xfrm>
              <a:off x="7153656" y="1487424"/>
              <a:ext cx="4494530" cy="342900"/>
            </a:xfrm>
            <a:custGeom>
              <a:avLst/>
              <a:gdLst/>
              <a:ahLst/>
              <a:cxnLst/>
              <a:rect l="l" t="t" r="r" b="b"/>
              <a:pathLst>
                <a:path w="4494530" h="342900">
                  <a:moveTo>
                    <a:pt x="4494276" y="0"/>
                  </a:moveTo>
                  <a:lnTo>
                    <a:pt x="0" y="0"/>
                  </a:lnTo>
                  <a:lnTo>
                    <a:pt x="0" y="342900"/>
                  </a:lnTo>
                  <a:lnTo>
                    <a:pt x="4494276" y="342900"/>
                  </a:lnTo>
                  <a:lnTo>
                    <a:pt x="4494276" y="0"/>
                  </a:lnTo>
                  <a:close/>
                </a:path>
              </a:pathLst>
            </a:custGeom>
            <a:solidFill>
              <a:srgbClr val="990000"/>
            </a:solidFill>
          </p:spPr>
          <p:txBody>
            <a:bodyPr wrap="square" lIns="0" tIns="0" rIns="0" bIns="0" rtlCol="0"/>
            <a:lstStyle/>
            <a:p>
              <a:endParaRPr/>
            </a:p>
          </p:txBody>
        </p:sp>
        <p:sp>
          <p:nvSpPr>
            <p:cNvPr id="18" name="object 18"/>
            <p:cNvSpPr/>
            <p:nvPr/>
          </p:nvSpPr>
          <p:spPr>
            <a:xfrm>
              <a:off x="7153656" y="1487424"/>
              <a:ext cx="4494530" cy="342900"/>
            </a:xfrm>
            <a:custGeom>
              <a:avLst/>
              <a:gdLst/>
              <a:ahLst/>
              <a:cxnLst/>
              <a:rect l="l" t="t" r="r" b="b"/>
              <a:pathLst>
                <a:path w="4494530" h="342900">
                  <a:moveTo>
                    <a:pt x="0" y="342900"/>
                  </a:moveTo>
                  <a:lnTo>
                    <a:pt x="4494276" y="342900"/>
                  </a:lnTo>
                  <a:lnTo>
                    <a:pt x="4494276" y="0"/>
                  </a:lnTo>
                  <a:lnTo>
                    <a:pt x="0" y="0"/>
                  </a:lnTo>
                  <a:lnTo>
                    <a:pt x="0" y="342900"/>
                  </a:lnTo>
                  <a:close/>
                </a:path>
              </a:pathLst>
            </a:custGeom>
            <a:ln w="3175">
              <a:solidFill>
                <a:srgbClr val="0F469B"/>
              </a:solidFill>
            </a:ln>
          </p:spPr>
          <p:txBody>
            <a:bodyPr wrap="square" lIns="0" tIns="0" rIns="0" bIns="0" rtlCol="0"/>
            <a:lstStyle/>
            <a:p>
              <a:endParaRPr/>
            </a:p>
          </p:txBody>
        </p:sp>
      </p:grpSp>
      <p:sp>
        <p:nvSpPr>
          <p:cNvPr id="19" name="object 19"/>
          <p:cNvSpPr txBox="1"/>
          <p:nvPr/>
        </p:nvSpPr>
        <p:spPr>
          <a:xfrm>
            <a:off x="7497826" y="1528063"/>
            <a:ext cx="1684020"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Calibri"/>
                <a:cs typeface="Calibri"/>
              </a:rPr>
              <a:t>PiLog</a:t>
            </a:r>
            <a:r>
              <a:rPr sz="1400" b="1" spc="-30" dirty="0">
                <a:solidFill>
                  <a:srgbClr val="FFFFFF"/>
                </a:solidFill>
                <a:latin typeface="Calibri"/>
                <a:cs typeface="Calibri"/>
              </a:rPr>
              <a:t> </a:t>
            </a:r>
            <a:r>
              <a:rPr sz="1400" b="1" dirty="0">
                <a:solidFill>
                  <a:srgbClr val="FFFFFF"/>
                </a:solidFill>
                <a:latin typeface="Calibri"/>
                <a:cs typeface="Calibri"/>
              </a:rPr>
              <a:t>India</a:t>
            </a:r>
            <a:r>
              <a:rPr sz="1400" b="1" spc="-30" dirty="0">
                <a:solidFill>
                  <a:srgbClr val="FFFFFF"/>
                </a:solidFill>
                <a:latin typeface="Calibri"/>
                <a:cs typeface="Calibri"/>
              </a:rPr>
              <a:t> </a:t>
            </a:r>
            <a:r>
              <a:rPr sz="1400" b="1" spc="-5" dirty="0">
                <a:solidFill>
                  <a:srgbClr val="FFFFFF"/>
                </a:solidFill>
                <a:latin typeface="Calibri"/>
                <a:cs typeface="Calibri"/>
              </a:rPr>
              <a:t>Labs</a:t>
            </a:r>
            <a:r>
              <a:rPr sz="1400" b="1" spc="-30" dirty="0">
                <a:solidFill>
                  <a:srgbClr val="FFFFFF"/>
                </a:solidFill>
                <a:latin typeface="Calibri"/>
                <a:cs typeface="Calibri"/>
              </a:rPr>
              <a:t> </a:t>
            </a:r>
            <a:r>
              <a:rPr sz="1400" b="1" spc="-5" dirty="0">
                <a:solidFill>
                  <a:srgbClr val="FFFFFF"/>
                </a:solidFill>
                <a:latin typeface="Calibri"/>
                <a:cs typeface="Calibri"/>
              </a:rPr>
              <a:t>(R&amp;D)</a:t>
            </a:r>
            <a:endParaRPr sz="1400" dirty="0">
              <a:latin typeface="Calibri"/>
              <a:cs typeface="Calibri"/>
            </a:endParaRPr>
          </a:p>
        </p:txBody>
      </p:sp>
      <p:grpSp>
        <p:nvGrpSpPr>
          <p:cNvPr id="20" name="object 20"/>
          <p:cNvGrpSpPr/>
          <p:nvPr/>
        </p:nvGrpSpPr>
        <p:grpSpPr>
          <a:xfrm>
            <a:off x="6960107" y="1392936"/>
            <a:ext cx="4685030" cy="919480"/>
            <a:chOff x="6960107" y="1392936"/>
            <a:chExt cx="4685030" cy="919480"/>
          </a:xfrm>
        </p:grpSpPr>
        <p:sp>
          <p:nvSpPr>
            <p:cNvPr id="21" name="object 21"/>
            <p:cNvSpPr/>
            <p:nvPr/>
          </p:nvSpPr>
          <p:spPr>
            <a:xfrm>
              <a:off x="6979157" y="1411986"/>
              <a:ext cx="477520" cy="495300"/>
            </a:xfrm>
            <a:custGeom>
              <a:avLst/>
              <a:gdLst/>
              <a:ahLst/>
              <a:cxnLst/>
              <a:rect l="l" t="t" r="r" b="b"/>
              <a:pathLst>
                <a:path w="477520" h="495300">
                  <a:moveTo>
                    <a:pt x="238506" y="0"/>
                  </a:moveTo>
                  <a:lnTo>
                    <a:pt x="190445" y="5031"/>
                  </a:lnTo>
                  <a:lnTo>
                    <a:pt x="145678" y="19460"/>
                  </a:lnTo>
                  <a:lnTo>
                    <a:pt x="105165" y="42293"/>
                  </a:lnTo>
                  <a:lnTo>
                    <a:pt x="69865" y="72532"/>
                  </a:lnTo>
                  <a:lnTo>
                    <a:pt x="40739" y="109184"/>
                  </a:lnTo>
                  <a:lnTo>
                    <a:pt x="18746" y="151251"/>
                  </a:lnTo>
                  <a:lnTo>
                    <a:pt x="4846" y="197738"/>
                  </a:lnTo>
                  <a:lnTo>
                    <a:pt x="0" y="247650"/>
                  </a:lnTo>
                  <a:lnTo>
                    <a:pt x="4846" y="297561"/>
                  </a:lnTo>
                  <a:lnTo>
                    <a:pt x="18746" y="344048"/>
                  </a:lnTo>
                  <a:lnTo>
                    <a:pt x="40739" y="386115"/>
                  </a:lnTo>
                  <a:lnTo>
                    <a:pt x="69865" y="422767"/>
                  </a:lnTo>
                  <a:lnTo>
                    <a:pt x="105165" y="453006"/>
                  </a:lnTo>
                  <a:lnTo>
                    <a:pt x="145678" y="475839"/>
                  </a:lnTo>
                  <a:lnTo>
                    <a:pt x="190445" y="490268"/>
                  </a:lnTo>
                  <a:lnTo>
                    <a:pt x="238506" y="495300"/>
                  </a:lnTo>
                  <a:lnTo>
                    <a:pt x="286566" y="490268"/>
                  </a:lnTo>
                  <a:lnTo>
                    <a:pt x="331333" y="475839"/>
                  </a:lnTo>
                  <a:lnTo>
                    <a:pt x="371846" y="453006"/>
                  </a:lnTo>
                  <a:lnTo>
                    <a:pt x="407146" y="422767"/>
                  </a:lnTo>
                  <a:lnTo>
                    <a:pt x="436272" y="386115"/>
                  </a:lnTo>
                  <a:lnTo>
                    <a:pt x="458265" y="344048"/>
                  </a:lnTo>
                  <a:lnTo>
                    <a:pt x="472165" y="297561"/>
                  </a:lnTo>
                  <a:lnTo>
                    <a:pt x="477012" y="247650"/>
                  </a:lnTo>
                  <a:lnTo>
                    <a:pt x="472165" y="197738"/>
                  </a:lnTo>
                  <a:lnTo>
                    <a:pt x="458265" y="151251"/>
                  </a:lnTo>
                  <a:lnTo>
                    <a:pt x="436272" y="109184"/>
                  </a:lnTo>
                  <a:lnTo>
                    <a:pt x="407146" y="72532"/>
                  </a:lnTo>
                  <a:lnTo>
                    <a:pt x="371846" y="42293"/>
                  </a:lnTo>
                  <a:lnTo>
                    <a:pt x="331333" y="19460"/>
                  </a:lnTo>
                  <a:lnTo>
                    <a:pt x="286566" y="5031"/>
                  </a:lnTo>
                  <a:lnTo>
                    <a:pt x="238506" y="0"/>
                  </a:lnTo>
                  <a:close/>
                </a:path>
              </a:pathLst>
            </a:custGeom>
            <a:solidFill>
              <a:srgbClr val="FFFFFF"/>
            </a:solidFill>
          </p:spPr>
          <p:txBody>
            <a:bodyPr wrap="square" lIns="0" tIns="0" rIns="0" bIns="0" rtlCol="0"/>
            <a:lstStyle/>
            <a:p>
              <a:endParaRPr/>
            </a:p>
          </p:txBody>
        </p:sp>
        <p:sp>
          <p:nvSpPr>
            <p:cNvPr id="22" name="object 22"/>
            <p:cNvSpPr/>
            <p:nvPr/>
          </p:nvSpPr>
          <p:spPr>
            <a:xfrm>
              <a:off x="6960107" y="1392936"/>
              <a:ext cx="515620" cy="533400"/>
            </a:xfrm>
            <a:custGeom>
              <a:avLst/>
              <a:gdLst/>
              <a:ahLst/>
              <a:cxnLst/>
              <a:rect l="l" t="t" r="r" b="b"/>
              <a:pathLst>
                <a:path w="515620" h="533400">
                  <a:moveTo>
                    <a:pt x="257175" y="0"/>
                  </a:moveTo>
                  <a:lnTo>
                    <a:pt x="217805" y="3810"/>
                  </a:lnTo>
                  <a:lnTo>
                    <a:pt x="179959" y="12700"/>
                  </a:lnTo>
                  <a:lnTo>
                    <a:pt x="133731" y="33020"/>
                  </a:lnTo>
                  <a:lnTo>
                    <a:pt x="92837" y="62229"/>
                  </a:lnTo>
                  <a:lnTo>
                    <a:pt x="58039" y="99060"/>
                  </a:lnTo>
                  <a:lnTo>
                    <a:pt x="30480" y="140970"/>
                  </a:lnTo>
                  <a:lnTo>
                    <a:pt x="11302" y="189229"/>
                  </a:lnTo>
                  <a:lnTo>
                    <a:pt x="2921" y="227329"/>
                  </a:lnTo>
                  <a:lnTo>
                    <a:pt x="0" y="267970"/>
                  </a:lnTo>
                  <a:lnTo>
                    <a:pt x="381" y="281939"/>
                  </a:lnTo>
                  <a:lnTo>
                    <a:pt x="5461" y="321310"/>
                  </a:lnTo>
                  <a:lnTo>
                    <a:pt x="20574" y="372110"/>
                  </a:lnTo>
                  <a:lnTo>
                    <a:pt x="44323" y="416560"/>
                  </a:lnTo>
                  <a:lnTo>
                    <a:pt x="75946" y="455929"/>
                  </a:lnTo>
                  <a:lnTo>
                    <a:pt x="114046" y="488950"/>
                  </a:lnTo>
                  <a:lnTo>
                    <a:pt x="157988" y="513079"/>
                  </a:lnTo>
                  <a:lnTo>
                    <a:pt x="218694" y="530860"/>
                  </a:lnTo>
                  <a:lnTo>
                    <a:pt x="244856" y="533400"/>
                  </a:lnTo>
                  <a:lnTo>
                    <a:pt x="271399" y="533400"/>
                  </a:lnTo>
                  <a:lnTo>
                    <a:pt x="297307" y="530860"/>
                  </a:lnTo>
                  <a:lnTo>
                    <a:pt x="322580" y="525779"/>
                  </a:lnTo>
                  <a:lnTo>
                    <a:pt x="335152" y="521970"/>
                  </a:lnTo>
                  <a:lnTo>
                    <a:pt x="338563" y="520700"/>
                  </a:lnTo>
                  <a:lnTo>
                    <a:pt x="245110" y="520700"/>
                  </a:lnTo>
                  <a:lnTo>
                    <a:pt x="220472" y="518160"/>
                  </a:lnTo>
                  <a:lnTo>
                    <a:pt x="162560" y="501650"/>
                  </a:lnTo>
                  <a:lnTo>
                    <a:pt x="120776" y="477520"/>
                  </a:lnTo>
                  <a:lnTo>
                    <a:pt x="84582" y="447039"/>
                  </a:lnTo>
                  <a:lnTo>
                    <a:pt x="54610" y="408939"/>
                  </a:lnTo>
                  <a:lnTo>
                    <a:pt x="32003" y="367029"/>
                  </a:lnTo>
                  <a:lnTo>
                    <a:pt x="17780" y="318770"/>
                  </a:lnTo>
                  <a:lnTo>
                    <a:pt x="12928" y="279400"/>
                  </a:lnTo>
                  <a:lnTo>
                    <a:pt x="12700" y="267970"/>
                  </a:lnTo>
                  <a:lnTo>
                    <a:pt x="12930" y="255270"/>
                  </a:lnTo>
                  <a:lnTo>
                    <a:pt x="17652" y="215900"/>
                  </a:lnTo>
                  <a:lnTo>
                    <a:pt x="31876" y="168910"/>
                  </a:lnTo>
                  <a:lnTo>
                    <a:pt x="54356" y="125729"/>
                  </a:lnTo>
                  <a:lnTo>
                    <a:pt x="84200" y="87629"/>
                  </a:lnTo>
                  <a:lnTo>
                    <a:pt x="120269" y="57150"/>
                  </a:lnTo>
                  <a:lnTo>
                    <a:pt x="161925" y="33020"/>
                  </a:lnTo>
                  <a:lnTo>
                    <a:pt x="232283" y="13970"/>
                  </a:lnTo>
                  <a:lnTo>
                    <a:pt x="244728" y="13970"/>
                  </a:lnTo>
                  <a:lnTo>
                    <a:pt x="257428" y="12700"/>
                  </a:lnTo>
                  <a:lnTo>
                    <a:pt x="333883" y="12700"/>
                  </a:lnTo>
                  <a:lnTo>
                    <a:pt x="321564" y="8889"/>
                  </a:lnTo>
                  <a:lnTo>
                    <a:pt x="283464" y="1270"/>
                  </a:lnTo>
                  <a:lnTo>
                    <a:pt x="270256" y="1270"/>
                  </a:lnTo>
                  <a:lnTo>
                    <a:pt x="257175" y="0"/>
                  </a:lnTo>
                  <a:close/>
                </a:path>
                <a:path w="515620" h="533400">
                  <a:moveTo>
                    <a:pt x="333883" y="12700"/>
                  </a:moveTo>
                  <a:lnTo>
                    <a:pt x="257428" y="12700"/>
                  </a:lnTo>
                  <a:lnTo>
                    <a:pt x="270001" y="13970"/>
                  </a:lnTo>
                  <a:lnTo>
                    <a:pt x="282448" y="13970"/>
                  </a:lnTo>
                  <a:lnTo>
                    <a:pt x="330326" y="24129"/>
                  </a:lnTo>
                  <a:lnTo>
                    <a:pt x="374142" y="44450"/>
                  </a:lnTo>
                  <a:lnTo>
                    <a:pt x="413131" y="71120"/>
                  </a:lnTo>
                  <a:lnTo>
                    <a:pt x="446405" y="105410"/>
                  </a:lnTo>
                  <a:lnTo>
                    <a:pt x="472821" y="146050"/>
                  </a:lnTo>
                  <a:lnTo>
                    <a:pt x="491236" y="191770"/>
                  </a:lnTo>
                  <a:lnTo>
                    <a:pt x="501142" y="241300"/>
                  </a:lnTo>
                  <a:lnTo>
                    <a:pt x="502412" y="266700"/>
                  </a:lnTo>
                  <a:lnTo>
                    <a:pt x="502181" y="279400"/>
                  </a:lnTo>
                  <a:lnTo>
                    <a:pt x="497459" y="318770"/>
                  </a:lnTo>
                  <a:lnTo>
                    <a:pt x="483235" y="365760"/>
                  </a:lnTo>
                  <a:lnTo>
                    <a:pt x="460756" y="408939"/>
                  </a:lnTo>
                  <a:lnTo>
                    <a:pt x="431038" y="447039"/>
                  </a:lnTo>
                  <a:lnTo>
                    <a:pt x="394843" y="477520"/>
                  </a:lnTo>
                  <a:lnTo>
                    <a:pt x="353314" y="501650"/>
                  </a:lnTo>
                  <a:lnTo>
                    <a:pt x="295021" y="518160"/>
                  </a:lnTo>
                  <a:lnTo>
                    <a:pt x="270383" y="520700"/>
                  </a:lnTo>
                  <a:lnTo>
                    <a:pt x="338563" y="520700"/>
                  </a:lnTo>
                  <a:lnTo>
                    <a:pt x="381381" y="501650"/>
                  </a:lnTo>
                  <a:lnTo>
                    <a:pt x="422401" y="472439"/>
                  </a:lnTo>
                  <a:lnTo>
                    <a:pt x="457073" y="435610"/>
                  </a:lnTo>
                  <a:lnTo>
                    <a:pt x="484632" y="393700"/>
                  </a:lnTo>
                  <a:lnTo>
                    <a:pt x="503809" y="345439"/>
                  </a:lnTo>
                  <a:lnTo>
                    <a:pt x="512191" y="307339"/>
                  </a:lnTo>
                  <a:lnTo>
                    <a:pt x="515112" y="266700"/>
                  </a:lnTo>
                  <a:lnTo>
                    <a:pt x="514731" y="252729"/>
                  </a:lnTo>
                  <a:lnTo>
                    <a:pt x="509650" y="213360"/>
                  </a:lnTo>
                  <a:lnTo>
                    <a:pt x="494538" y="162560"/>
                  </a:lnTo>
                  <a:lnTo>
                    <a:pt x="470789" y="118110"/>
                  </a:lnTo>
                  <a:lnTo>
                    <a:pt x="439293" y="78739"/>
                  </a:lnTo>
                  <a:lnTo>
                    <a:pt x="401066" y="45720"/>
                  </a:lnTo>
                  <a:lnTo>
                    <a:pt x="357124" y="21589"/>
                  </a:lnTo>
                  <a:lnTo>
                    <a:pt x="333883" y="12700"/>
                  </a:lnTo>
                  <a:close/>
                </a:path>
                <a:path w="515620" h="533400">
                  <a:moveTo>
                    <a:pt x="281432" y="26670"/>
                  </a:moveTo>
                  <a:lnTo>
                    <a:pt x="234061" y="26670"/>
                  </a:lnTo>
                  <a:lnTo>
                    <a:pt x="222376" y="29210"/>
                  </a:lnTo>
                  <a:lnTo>
                    <a:pt x="211074" y="30479"/>
                  </a:lnTo>
                  <a:lnTo>
                    <a:pt x="167640" y="44450"/>
                  </a:lnTo>
                  <a:lnTo>
                    <a:pt x="128143" y="67310"/>
                  </a:lnTo>
                  <a:lnTo>
                    <a:pt x="93725" y="96520"/>
                  </a:lnTo>
                  <a:lnTo>
                    <a:pt x="65277" y="132079"/>
                  </a:lnTo>
                  <a:lnTo>
                    <a:pt x="43815" y="172720"/>
                  </a:lnTo>
                  <a:lnTo>
                    <a:pt x="30225" y="218439"/>
                  </a:lnTo>
                  <a:lnTo>
                    <a:pt x="25400" y="266700"/>
                  </a:lnTo>
                  <a:lnTo>
                    <a:pt x="25628" y="278129"/>
                  </a:lnTo>
                  <a:lnTo>
                    <a:pt x="30099" y="316229"/>
                  </a:lnTo>
                  <a:lnTo>
                    <a:pt x="43561" y="360679"/>
                  </a:lnTo>
                  <a:lnTo>
                    <a:pt x="65024" y="402589"/>
                  </a:lnTo>
                  <a:lnTo>
                    <a:pt x="93345" y="438150"/>
                  </a:lnTo>
                  <a:lnTo>
                    <a:pt x="127635" y="467360"/>
                  </a:lnTo>
                  <a:lnTo>
                    <a:pt x="167005" y="488950"/>
                  </a:lnTo>
                  <a:lnTo>
                    <a:pt x="199517" y="500379"/>
                  </a:lnTo>
                  <a:lnTo>
                    <a:pt x="210693" y="504189"/>
                  </a:lnTo>
                  <a:lnTo>
                    <a:pt x="245364" y="508000"/>
                  </a:lnTo>
                  <a:lnTo>
                    <a:pt x="281050" y="508000"/>
                  </a:lnTo>
                  <a:lnTo>
                    <a:pt x="292735" y="505460"/>
                  </a:lnTo>
                  <a:lnTo>
                    <a:pt x="304038" y="504189"/>
                  </a:lnTo>
                  <a:lnTo>
                    <a:pt x="315341" y="501650"/>
                  </a:lnTo>
                  <a:lnTo>
                    <a:pt x="333290" y="495300"/>
                  </a:lnTo>
                  <a:lnTo>
                    <a:pt x="234696" y="495300"/>
                  </a:lnTo>
                  <a:lnTo>
                    <a:pt x="223774" y="492760"/>
                  </a:lnTo>
                  <a:lnTo>
                    <a:pt x="171576" y="477520"/>
                  </a:lnTo>
                  <a:lnTo>
                    <a:pt x="134366" y="455929"/>
                  </a:lnTo>
                  <a:lnTo>
                    <a:pt x="101981" y="427989"/>
                  </a:lnTo>
                  <a:lnTo>
                    <a:pt x="75311" y="394970"/>
                  </a:lnTo>
                  <a:lnTo>
                    <a:pt x="55118" y="355600"/>
                  </a:lnTo>
                  <a:lnTo>
                    <a:pt x="42418" y="312420"/>
                  </a:lnTo>
                  <a:lnTo>
                    <a:pt x="38100" y="266700"/>
                  </a:lnTo>
                  <a:lnTo>
                    <a:pt x="38353" y="255270"/>
                  </a:lnTo>
                  <a:lnTo>
                    <a:pt x="48260" y="198120"/>
                  </a:lnTo>
                  <a:lnTo>
                    <a:pt x="65150" y="157479"/>
                  </a:lnTo>
                  <a:lnTo>
                    <a:pt x="89026" y="120650"/>
                  </a:lnTo>
                  <a:lnTo>
                    <a:pt x="118999" y="90170"/>
                  </a:lnTo>
                  <a:lnTo>
                    <a:pt x="154050" y="66039"/>
                  </a:lnTo>
                  <a:lnTo>
                    <a:pt x="193421" y="48260"/>
                  </a:lnTo>
                  <a:lnTo>
                    <a:pt x="235712" y="39370"/>
                  </a:lnTo>
                  <a:lnTo>
                    <a:pt x="246761" y="39370"/>
                  </a:lnTo>
                  <a:lnTo>
                    <a:pt x="257937" y="38100"/>
                  </a:lnTo>
                  <a:lnTo>
                    <a:pt x="330348" y="38100"/>
                  </a:lnTo>
                  <a:lnTo>
                    <a:pt x="326771" y="36829"/>
                  </a:lnTo>
                  <a:lnTo>
                    <a:pt x="315722" y="33020"/>
                  </a:lnTo>
                  <a:lnTo>
                    <a:pt x="304546" y="30479"/>
                  </a:lnTo>
                  <a:lnTo>
                    <a:pt x="292989" y="29210"/>
                  </a:lnTo>
                  <a:lnTo>
                    <a:pt x="281432" y="26670"/>
                  </a:lnTo>
                  <a:close/>
                </a:path>
                <a:path w="515620" h="533400">
                  <a:moveTo>
                    <a:pt x="330348" y="38100"/>
                  </a:moveTo>
                  <a:lnTo>
                    <a:pt x="257937" y="38100"/>
                  </a:lnTo>
                  <a:lnTo>
                    <a:pt x="269367" y="39370"/>
                  </a:lnTo>
                  <a:lnTo>
                    <a:pt x="280416" y="39370"/>
                  </a:lnTo>
                  <a:lnTo>
                    <a:pt x="291338" y="41910"/>
                  </a:lnTo>
                  <a:lnTo>
                    <a:pt x="343662" y="57150"/>
                  </a:lnTo>
                  <a:lnTo>
                    <a:pt x="380746" y="77470"/>
                  </a:lnTo>
                  <a:lnTo>
                    <a:pt x="413131" y="106679"/>
                  </a:lnTo>
                  <a:lnTo>
                    <a:pt x="439800" y="139700"/>
                  </a:lnTo>
                  <a:lnTo>
                    <a:pt x="459994" y="179070"/>
                  </a:lnTo>
                  <a:lnTo>
                    <a:pt x="472694" y="222250"/>
                  </a:lnTo>
                  <a:lnTo>
                    <a:pt x="477012" y="267970"/>
                  </a:lnTo>
                  <a:lnTo>
                    <a:pt x="476786" y="278129"/>
                  </a:lnTo>
                  <a:lnTo>
                    <a:pt x="466851" y="336550"/>
                  </a:lnTo>
                  <a:lnTo>
                    <a:pt x="449961" y="377189"/>
                  </a:lnTo>
                  <a:lnTo>
                    <a:pt x="426085" y="414020"/>
                  </a:lnTo>
                  <a:lnTo>
                    <a:pt x="396240" y="444500"/>
                  </a:lnTo>
                  <a:lnTo>
                    <a:pt x="361061" y="468629"/>
                  </a:lnTo>
                  <a:lnTo>
                    <a:pt x="321691" y="486410"/>
                  </a:lnTo>
                  <a:lnTo>
                    <a:pt x="279400" y="495300"/>
                  </a:lnTo>
                  <a:lnTo>
                    <a:pt x="333290" y="495300"/>
                  </a:lnTo>
                  <a:lnTo>
                    <a:pt x="386969" y="467360"/>
                  </a:lnTo>
                  <a:lnTo>
                    <a:pt x="421513" y="438150"/>
                  </a:lnTo>
                  <a:lnTo>
                    <a:pt x="449834" y="402589"/>
                  </a:lnTo>
                  <a:lnTo>
                    <a:pt x="471297" y="361950"/>
                  </a:lnTo>
                  <a:lnTo>
                    <a:pt x="484886" y="316229"/>
                  </a:lnTo>
                  <a:lnTo>
                    <a:pt x="489712" y="267970"/>
                  </a:lnTo>
                  <a:lnTo>
                    <a:pt x="489331" y="255270"/>
                  </a:lnTo>
                  <a:lnTo>
                    <a:pt x="479298" y="195579"/>
                  </a:lnTo>
                  <a:lnTo>
                    <a:pt x="461772" y="152400"/>
                  </a:lnTo>
                  <a:lnTo>
                    <a:pt x="436752" y="114300"/>
                  </a:lnTo>
                  <a:lnTo>
                    <a:pt x="405384" y="81279"/>
                  </a:lnTo>
                  <a:lnTo>
                    <a:pt x="368426" y="55879"/>
                  </a:lnTo>
                  <a:lnTo>
                    <a:pt x="348234" y="44450"/>
                  </a:lnTo>
                  <a:lnTo>
                    <a:pt x="330348" y="38100"/>
                  </a:lnTo>
                  <a:close/>
                </a:path>
                <a:path w="515620" h="533400">
                  <a:moveTo>
                    <a:pt x="257683" y="25400"/>
                  </a:moveTo>
                  <a:lnTo>
                    <a:pt x="245745" y="26670"/>
                  </a:lnTo>
                  <a:lnTo>
                    <a:pt x="269748" y="26670"/>
                  </a:lnTo>
                  <a:lnTo>
                    <a:pt x="257683" y="25400"/>
                  </a:lnTo>
                  <a:close/>
                </a:path>
              </a:pathLst>
            </a:custGeom>
            <a:solidFill>
              <a:srgbClr val="990000"/>
            </a:solidFill>
          </p:spPr>
          <p:txBody>
            <a:bodyPr wrap="square" lIns="0" tIns="0" rIns="0" bIns="0" rtlCol="0"/>
            <a:lstStyle/>
            <a:p>
              <a:endParaRPr/>
            </a:p>
          </p:txBody>
        </p:sp>
        <p:sp>
          <p:nvSpPr>
            <p:cNvPr id="23" name="object 23"/>
            <p:cNvSpPr/>
            <p:nvPr/>
          </p:nvSpPr>
          <p:spPr>
            <a:xfrm>
              <a:off x="7438643" y="1967484"/>
              <a:ext cx="4204970" cy="342900"/>
            </a:xfrm>
            <a:custGeom>
              <a:avLst/>
              <a:gdLst/>
              <a:ahLst/>
              <a:cxnLst/>
              <a:rect l="l" t="t" r="r" b="b"/>
              <a:pathLst>
                <a:path w="4204970" h="342900">
                  <a:moveTo>
                    <a:pt x="4204715" y="0"/>
                  </a:moveTo>
                  <a:lnTo>
                    <a:pt x="0" y="0"/>
                  </a:lnTo>
                  <a:lnTo>
                    <a:pt x="0" y="342900"/>
                  </a:lnTo>
                  <a:lnTo>
                    <a:pt x="4204715" y="342900"/>
                  </a:lnTo>
                  <a:lnTo>
                    <a:pt x="4204715" y="0"/>
                  </a:lnTo>
                  <a:close/>
                </a:path>
              </a:pathLst>
            </a:custGeom>
            <a:solidFill>
              <a:srgbClr val="E36C09"/>
            </a:solidFill>
          </p:spPr>
          <p:txBody>
            <a:bodyPr wrap="square" lIns="0" tIns="0" rIns="0" bIns="0" rtlCol="0"/>
            <a:lstStyle/>
            <a:p>
              <a:endParaRPr/>
            </a:p>
          </p:txBody>
        </p:sp>
        <p:sp>
          <p:nvSpPr>
            <p:cNvPr id="24" name="object 24"/>
            <p:cNvSpPr/>
            <p:nvPr/>
          </p:nvSpPr>
          <p:spPr>
            <a:xfrm>
              <a:off x="7438643" y="1967484"/>
              <a:ext cx="4204970" cy="342900"/>
            </a:xfrm>
            <a:custGeom>
              <a:avLst/>
              <a:gdLst/>
              <a:ahLst/>
              <a:cxnLst/>
              <a:rect l="l" t="t" r="r" b="b"/>
              <a:pathLst>
                <a:path w="4204970" h="342900">
                  <a:moveTo>
                    <a:pt x="0" y="342900"/>
                  </a:moveTo>
                  <a:lnTo>
                    <a:pt x="4204715" y="342900"/>
                  </a:lnTo>
                  <a:lnTo>
                    <a:pt x="4204715" y="0"/>
                  </a:lnTo>
                  <a:lnTo>
                    <a:pt x="0" y="0"/>
                  </a:lnTo>
                  <a:lnTo>
                    <a:pt x="0" y="342900"/>
                  </a:lnTo>
                  <a:close/>
                </a:path>
              </a:pathLst>
            </a:custGeom>
            <a:ln w="3175">
              <a:solidFill>
                <a:srgbClr val="0F469B"/>
              </a:solidFill>
            </a:ln>
          </p:spPr>
          <p:txBody>
            <a:bodyPr wrap="square" lIns="0" tIns="0" rIns="0" bIns="0" rtlCol="0"/>
            <a:lstStyle/>
            <a:p>
              <a:endParaRPr/>
            </a:p>
          </p:txBody>
        </p:sp>
      </p:grpSp>
      <p:sp>
        <p:nvSpPr>
          <p:cNvPr id="25" name="object 25"/>
          <p:cNvSpPr txBox="1"/>
          <p:nvPr/>
        </p:nvSpPr>
        <p:spPr>
          <a:xfrm>
            <a:off x="7782814" y="2008124"/>
            <a:ext cx="3264535"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Calibri"/>
                <a:cs typeface="Calibri"/>
              </a:rPr>
              <a:t>PiLog</a:t>
            </a:r>
            <a:r>
              <a:rPr sz="1400" b="1" spc="-15" dirty="0">
                <a:solidFill>
                  <a:srgbClr val="FFFFFF"/>
                </a:solidFill>
                <a:latin typeface="Calibri"/>
                <a:cs typeface="Calibri"/>
              </a:rPr>
              <a:t> Technology</a:t>
            </a:r>
            <a:r>
              <a:rPr sz="1400" b="1" spc="-50" dirty="0">
                <a:solidFill>
                  <a:srgbClr val="FFFFFF"/>
                </a:solidFill>
                <a:latin typeface="Calibri"/>
                <a:cs typeface="Calibri"/>
              </a:rPr>
              <a:t> </a:t>
            </a:r>
            <a:r>
              <a:rPr sz="1400" b="1" dirty="0">
                <a:solidFill>
                  <a:srgbClr val="FFFFFF"/>
                </a:solidFill>
                <a:latin typeface="Calibri"/>
                <a:cs typeface="Calibri"/>
              </a:rPr>
              <a:t>Solutions,</a:t>
            </a:r>
            <a:r>
              <a:rPr sz="1400" b="1" spc="-15" dirty="0">
                <a:solidFill>
                  <a:srgbClr val="FFFFFF"/>
                </a:solidFill>
                <a:latin typeface="Calibri"/>
                <a:cs typeface="Calibri"/>
              </a:rPr>
              <a:t> </a:t>
            </a:r>
            <a:r>
              <a:rPr sz="1400" b="1" dirty="0">
                <a:solidFill>
                  <a:srgbClr val="FFFFFF"/>
                </a:solidFill>
                <a:latin typeface="Calibri"/>
                <a:cs typeface="Calibri"/>
              </a:rPr>
              <a:t>Abu</a:t>
            </a:r>
            <a:r>
              <a:rPr sz="1400" b="1" spc="-20" dirty="0">
                <a:solidFill>
                  <a:srgbClr val="FFFFFF"/>
                </a:solidFill>
                <a:latin typeface="Calibri"/>
                <a:cs typeface="Calibri"/>
              </a:rPr>
              <a:t> </a:t>
            </a:r>
            <a:r>
              <a:rPr sz="1400" b="1" dirty="0">
                <a:solidFill>
                  <a:srgbClr val="FFFFFF"/>
                </a:solidFill>
                <a:latin typeface="Calibri"/>
                <a:cs typeface="Calibri"/>
              </a:rPr>
              <a:t>Dhabi,</a:t>
            </a:r>
            <a:r>
              <a:rPr sz="1400" b="1" spc="-30" dirty="0">
                <a:solidFill>
                  <a:srgbClr val="FFFFFF"/>
                </a:solidFill>
                <a:latin typeface="Calibri"/>
                <a:cs typeface="Calibri"/>
              </a:rPr>
              <a:t> </a:t>
            </a:r>
            <a:r>
              <a:rPr sz="1400" b="1" spc="-15" dirty="0">
                <a:solidFill>
                  <a:srgbClr val="FFFFFF"/>
                </a:solidFill>
                <a:latin typeface="Calibri"/>
                <a:cs typeface="Calibri"/>
              </a:rPr>
              <a:t>UAE</a:t>
            </a:r>
            <a:endParaRPr sz="1400" dirty="0">
              <a:latin typeface="Calibri"/>
              <a:cs typeface="Calibri"/>
            </a:endParaRPr>
          </a:p>
        </p:txBody>
      </p:sp>
      <p:grpSp>
        <p:nvGrpSpPr>
          <p:cNvPr id="26" name="object 26"/>
          <p:cNvGrpSpPr/>
          <p:nvPr/>
        </p:nvGrpSpPr>
        <p:grpSpPr>
          <a:xfrm>
            <a:off x="7246619" y="1872995"/>
            <a:ext cx="4398645" cy="955675"/>
            <a:chOff x="7246619" y="1872995"/>
            <a:chExt cx="4398645" cy="955675"/>
          </a:xfrm>
        </p:grpSpPr>
        <p:sp>
          <p:nvSpPr>
            <p:cNvPr id="27" name="object 27"/>
            <p:cNvSpPr/>
            <p:nvPr/>
          </p:nvSpPr>
          <p:spPr>
            <a:xfrm>
              <a:off x="7265669" y="1892045"/>
              <a:ext cx="475615" cy="495300"/>
            </a:xfrm>
            <a:custGeom>
              <a:avLst/>
              <a:gdLst/>
              <a:ahLst/>
              <a:cxnLst/>
              <a:rect l="l" t="t" r="r" b="b"/>
              <a:pathLst>
                <a:path w="475615" h="495300">
                  <a:moveTo>
                    <a:pt x="237744" y="0"/>
                  </a:moveTo>
                  <a:lnTo>
                    <a:pt x="189825" y="5031"/>
                  </a:lnTo>
                  <a:lnTo>
                    <a:pt x="145196" y="19460"/>
                  </a:lnTo>
                  <a:lnTo>
                    <a:pt x="104812" y="42293"/>
                  </a:lnTo>
                  <a:lnTo>
                    <a:pt x="69627" y="72532"/>
                  </a:lnTo>
                  <a:lnTo>
                    <a:pt x="40598" y="109184"/>
                  </a:lnTo>
                  <a:lnTo>
                    <a:pt x="18680" y="151251"/>
                  </a:lnTo>
                  <a:lnTo>
                    <a:pt x="4829" y="197738"/>
                  </a:lnTo>
                  <a:lnTo>
                    <a:pt x="0" y="247650"/>
                  </a:lnTo>
                  <a:lnTo>
                    <a:pt x="4829" y="297561"/>
                  </a:lnTo>
                  <a:lnTo>
                    <a:pt x="18680" y="344048"/>
                  </a:lnTo>
                  <a:lnTo>
                    <a:pt x="40598" y="386115"/>
                  </a:lnTo>
                  <a:lnTo>
                    <a:pt x="69627" y="422767"/>
                  </a:lnTo>
                  <a:lnTo>
                    <a:pt x="104812" y="453006"/>
                  </a:lnTo>
                  <a:lnTo>
                    <a:pt x="145196" y="475839"/>
                  </a:lnTo>
                  <a:lnTo>
                    <a:pt x="189825" y="490268"/>
                  </a:lnTo>
                  <a:lnTo>
                    <a:pt x="237744" y="495300"/>
                  </a:lnTo>
                  <a:lnTo>
                    <a:pt x="285662" y="490268"/>
                  </a:lnTo>
                  <a:lnTo>
                    <a:pt x="330291" y="475839"/>
                  </a:lnTo>
                  <a:lnTo>
                    <a:pt x="370675" y="453006"/>
                  </a:lnTo>
                  <a:lnTo>
                    <a:pt x="405860" y="422767"/>
                  </a:lnTo>
                  <a:lnTo>
                    <a:pt x="434889" y="386115"/>
                  </a:lnTo>
                  <a:lnTo>
                    <a:pt x="456807" y="344048"/>
                  </a:lnTo>
                  <a:lnTo>
                    <a:pt x="470658" y="297561"/>
                  </a:lnTo>
                  <a:lnTo>
                    <a:pt x="475487" y="247650"/>
                  </a:lnTo>
                  <a:lnTo>
                    <a:pt x="470658" y="197738"/>
                  </a:lnTo>
                  <a:lnTo>
                    <a:pt x="456807" y="151251"/>
                  </a:lnTo>
                  <a:lnTo>
                    <a:pt x="434889" y="109184"/>
                  </a:lnTo>
                  <a:lnTo>
                    <a:pt x="405860" y="72532"/>
                  </a:lnTo>
                  <a:lnTo>
                    <a:pt x="370675" y="42293"/>
                  </a:lnTo>
                  <a:lnTo>
                    <a:pt x="330291" y="19460"/>
                  </a:lnTo>
                  <a:lnTo>
                    <a:pt x="285662" y="5031"/>
                  </a:lnTo>
                  <a:lnTo>
                    <a:pt x="237744" y="0"/>
                  </a:lnTo>
                  <a:close/>
                </a:path>
              </a:pathLst>
            </a:custGeom>
            <a:solidFill>
              <a:srgbClr val="FFFFFF"/>
            </a:solidFill>
          </p:spPr>
          <p:txBody>
            <a:bodyPr wrap="square" lIns="0" tIns="0" rIns="0" bIns="0" rtlCol="0"/>
            <a:lstStyle/>
            <a:p>
              <a:endParaRPr/>
            </a:p>
          </p:txBody>
        </p:sp>
        <p:sp>
          <p:nvSpPr>
            <p:cNvPr id="28" name="object 28"/>
            <p:cNvSpPr/>
            <p:nvPr/>
          </p:nvSpPr>
          <p:spPr>
            <a:xfrm>
              <a:off x="7246619" y="1872995"/>
              <a:ext cx="513715" cy="533400"/>
            </a:xfrm>
            <a:custGeom>
              <a:avLst/>
              <a:gdLst/>
              <a:ahLst/>
              <a:cxnLst/>
              <a:rect l="l" t="t" r="r" b="b"/>
              <a:pathLst>
                <a:path w="513715" h="533400">
                  <a:moveTo>
                    <a:pt x="256285" y="0"/>
                  </a:moveTo>
                  <a:lnTo>
                    <a:pt x="217043" y="3810"/>
                  </a:lnTo>
                  <a:lnTo>
                    <a:pt x="179324" y="12700"/>
                  </a:lnTo>
                  <a:lnTo>
                    <a:pt x="133223" y="33020"/>
                  </a:lnTo>
                  <a:lnTo>
                    <a:pt x="92582" y="62229"/>
                  </a:lnTo>
                  <a:lnTo>
                    <a:pt x="57911" y="99060"/>
                  </a:lnTo>
                  <a:lnTo>
                    <a:pt x="30479" y="140970"/>
                  </a:lnTo>
                  <a:lnTo>
                    <a:pt x="11175" y="189229"/>
                  </a:lnTo>
                  <a:lnTo>
                    <a:pt x="2921" y="227329"/>
                  </a:lnTo>
                  <a:lnTo>
                    <a:pt x="0" y="267970"/>
                  </a:lnTo>
                  <a:lnTo>
                    <a:pt x="380" y="281939"/>
                  </a:lnTo>
                  <a:lnTo>
                    <a:pt x="5460" y="321310"/>
                  </a:lnTo>
                  <a:lnTo>
                    <a:pt x="20447" y="372110"/>
                  </a:lnTo>
                  <a:lnTo>
                    <a:pt x="44196" y="416560"/>
                  </a:lnTo>
                  <a:lnTo>
                    <a:pt x="75691" y="455929"/>
                  </a:lnTo>
                  <a:lnTo>
                    <a:pt x="113664" y="488950"/>
                  </a:lnTo>
                  <a:lnTo>
                    <a:pt x="157479" y="513079"/>
                  </a:lnTo>
                  <a:lnTo>
                    <a:pt x="218058" y="530860"/>
                  </a:lnTo>
                  <a:lnTo>
                    <a:pt x="244094" y="533400"/>
                  </a:lnTo>
                  <a:lnTo>
                    <a:pt x="270509" y="533400"/>
                  </a:lnTo>
                  <a:lnTo>
                    <a:pt x="296545" y="530860"/>
                  </a:lnTo>
                  <a:lnTo>
                    <a:pt x="321690" y="525779"/>
                  </a:lnTo>
                  <a:lnTo>
                    <a:pt x="334263" y="521970"/>
                  </a:lnTo>
                  <a:lnTo>
                    <a:pt x="337656" y="520700"/>
                  </a:lnTo>
                  <a:lnTo>
                    <a:pt x="244475" y="520700"/>
                  </a:lnTo>
                  <a:lnTo>
                    <a:pt x="219709" y="518160"/>
                  </a:lnTo>
                  <a:lnTo>
                    <a:pt x="162051" y="501650"/>
                  </a:lnTo>
                  <a:lnTo>
                    <a:pt x="120523" y="477520"/>
                  </a:lnTo>
                  <a:lnTo>
                    <a:pt x="84327" y="447039"/>
                  </a:lnTo>
                  <a:lnTo>
                    <a:pt x="54482" y="408939"/>
                  </a:lnTo>
                  <a:lnTo>
                    <a:pt x="32003" y="365760"/>
                  </a:lnTo>
                  <a:lnTo>
                    <a:pt x="17779" y="318770"/>
                  </a:lnTo>
                  <a:lnTo>
                    <a:pt x="12928" y="279400"/>
                  </a:lnTo>
                  <a:lnTo>
                    <a:pt x="12700" y="267970"/>
                  </a:lnTo>
                  <a:lnTo>
                    <a:pt x="12930" y="255270"/>
                  </a:lnTo>
                  <a:lnTo>
                    <a:pt x="17652" y="215900"/>
                  </a:lnTo>
                  <a:lnTo>
                    <a:pt x="31750" y="168910"/>
                  </a:lnTo>
                  <a:lnTo>
                    <a:pt x="54101" y="125729"/>
                  </a:lnTo>
                  <a:lnTo>
                    <a:pt x="83947" y="87629"/>
                  </a:lnTo>
                  <a:lnTo>
                    <a:pt x="120014" y="57150"/>
                  </a:lnTo>
                  <a:lnTo>
                    <a:pt x="161416" y="33020"/>
                  </a:lnTo>
                  <a:lnTo>
                    <a:pt x="231648" y="13970"/>
                  </a:lnTo>
                  <a:lnTo>
                    <a:pt x="244094" y="13970"/>
                  </a:lnTo>
                  <a:lnTo>
                    <a:pt x="256666" y="12700"/>
                  </a:lnTo>
                  <a:lnTo>
                    <a:pt x="332866" y="12700"/>
                  </a:lnTo>
                  <a:lnTo>
                    <a:pt x="320675" y="8889"/>
                  </a:lnTo>
                  <a:lnTo>
                    <a:pt x="282575" y="1270"/>
                  </a:lnTo>
                  <a:lnTo>
                    <a:pt x="269494" y="1270"/>
                  </a:lnTo>
                  <a:lnTo>
                    <a:pt x="256285" y="0"/>
                  </a:lnTo>
                  <a:close/>
                </a:path>
                <a:path w="513715" h="533400">
                  <a:moveTo>
                    <a:pt x="332866" y="12700"/>
                  </a:moveTo>
                  <a:lnTo>
                    <a:pt x="256666" y="12700"/>
                  </a:lnTo>
                  <a:lnTo>
                    <a:pt x="269112" y="13970"/>
                  </a:lnTo>
                  <a:lnTo>
                    <a:pt x="281558" y="13970"/>
                  </a:lnTo>
                  <a:lnTo>
                    <a:pt x="329310" y="24129"/>
                  </a:lnTo>
                  <a:lnTo>
                    <a:pt x="372999" y="44450"/>
                  </a:lnTo>
                  <a:lnTo>
                    <a:pt x="411987" y="71120"/>
                  </a:lnTo>
                  <a:lnTo>
                    <a:pt x="445007" y="105410"/>
                  </a:lnTo>
                  <a:lnTo>
                    <a:pt x="471297" y="146050"/>
                  </a:lnTo>
                  <a:lnTo>
                    <a:pt x="489838" y="191770"/>
                  </a:lnTo>
                  <a:lnTo>
                    <a:pt x="499618" y="241300"/>
                  </a:lnTo>
                  <a:lnTo>
                    <a:pt x="500887" y="266700"/>
                  </a:lnTo>
                  <a:lnTo>
                    <a:pt x="500657" y="279400"/>
                  </a:lnTo>
                  <a:lnTo>
                    <a:pt x="495934" y="318770"/>
                  </a:lnTo>
                  <a:lnTo>
                    <a:pt x="481837" y="365760"/>
                  </a:lnTo>
                  <a:lnTo>
                    <a:pt x="459485" y="408939"/>
                  </a:lnTo>
                  <a:lnTo>
                    <a:pt x="429640" y="447039"/>
                  </a:lnTo>
                  <a:lnTo>
                    <a:pt x="393700" y="477520"/>
                  </a:lnTo>
                  <a:lnTo>
                    <a:pt x="352298" y="501650"/>
                  </a:lnTo>
                  <a:lnTo>
                    <a:pt x="294131" y="518160"/>
                  </a:lnTo>
                  <a:lnTo>
                    <a:pt x="269494" y="520700"/>
                  </a:lnTo>
                  <a:lnTo>
                    <a:pt x="337656" y="520700"/>
                  </a:lnTo>
                  <a:lnTo>
                    <a:pt x="380364" y="501650"/>
                  </a:lnTo>
                  <a:lnTo>
                    <a:pt x="421131" y="472439"/>
                  </a:lnTo>
                  <a:lnTo>
                    <a:pt x="455675" y="435610"/>
                  </a:lnTo>
                  <a:lnTo>
                    <a:pt x="483107" y="393700"/>
                  </a:lnTo>
                  <a:lnTo>
                    <a:pt x="502411" y="345439"/>
                  </a:lnTo>
                  <a:lnTo>
                    <a:pt x="510666" y="307339"/>
                  </a:lnTo>
                  <a:lnTo>
                    <a:pt x="513587" y="266700"/>
                  </a:lnTo>
                  <a:lnTo>
                    <a:pt x="513206" y="252729"/>
                  </a:lnTo>
                  <a:lnTo>
                    <a:pt x="508126" y="213360"/>
                  </a:lnTo>
                  <a:lnTo>
                    <a:pt x="493140" y="162560"/>
                  </a:lnTo>
                  <a:lnTo>
                    <a:pt x="469391" y="118110"/>
                  </a:lnTo>
                  <a:lnTo>
                    <a:pt x="438023" y="78739"/>
                  </a:lnTo>
                  <a:lnTo>
                    <a:pt x="399923" y="45720"/>
                  </a:lnTo>
                  <a:lnTo>
                    <a:pt x="356107" y="21589"/>
                  </a:lnTo>
                  <a:lnTo>
                    <a:pt x="332866" y="12700"/>
                  </a:lnTo>
                  <a:close/>
                </a:path>
                <a:path w="513715" h="533400">
                  <a:moveTo>
                    <a:pt x="280543" y="26670"/>
                  </a:moveTo>
                  <a:lnTo>
                    <a:pt x="233299" y="26670"/>
                  </a:lnTo>
                  <a:lnTo>
                    <a:pt x="221741" y="29210"/>
                  </a:lnTo>
                  <a:lnTo>
                    <a:pt x="210311" y="30479"/>
                  </a:lnTo>
                  <a:lnTo>
                    <a:pt x="167131" y="44450"/>
                  </a:lnTo>
                  <a:lnTo>
                    <a:pt x="127888" y="67310"/>
                  </a:lnTo>
                  <a:lnTo>
                    <a:pt x="93472" y="96520"/>
                  </a:lnTo>
                  <a:lnTo>
                    <a:pt x="65150" y="132079"/>
                  </a:lnTo>
                  <a:lnTo>
                    <a:pt x="43687" y="172720"/>
                  </a:lnTo>
                  <a:lnTo>
                    <a:pt x="30225" y="218439"/>
                  </a:lnTo>
                  <a:lnTo>
                    <a:pt x="25400" y="266700"/>
                  </a:lnTo>
                  <a:lnTo>
                    <a:pt x="25628" y="278129"/>
                  </a:lnTo>
                  <a:lnTo>
                    <a:pt x="30099" y="316229"/>
                  </a:lnTo>
                  <a:lnTo>
                    <a:pt x="43433" y="360679"/>
                  </a:lnTo>
                  <a:lnTo>
                    <a:pt x="64770" y="402589"/>
                  </a:lnTo>
                  <a:lnTo>
                    <a:pt x="92963" y="438150"/>
                  </a:lnTo>
                  <a:lnTo>
                    <a:pt x="127380" y="467360"/>
                  </a:lnTo>
                  <a:lnTo>
                    <a:pt x="166624" y="488950"/>
                  </a:lnTo>
                  <a:lnTo>
                    <a:pt x="198881" y="500379"/>
                  </a:lnTo>
                  <a:lnTo>
                    <a:pt x="210057" y="504189"/>
                  </a:lnTo>
                  <a:lnTo>
                    <a:pt x="244728" y="508000"/>
                  </a:lnTo>
                  <a:lnTo>
                    <a:pt x="280288" y="508000"/>
                  </a:lnTo>
                  <a:lnTo>
                    <a:pt x="291846" y="505460"/>
                  </a:lnTo>
                  <a:lnTo>
                    <a:pt x="303275" y="504189"/>
                  </a:lnTo>
                  <a:lnTo>
                    <a:pt x="314451" y="501650"/>
                  </a:lnTo>
                  <a:lnTo>
                    <a:pt x="332316" y="495300"/>
                  </a:lnTo>
                  <a:lnTo>
                    <a:pt x="234060" y="495300"/>
                  </a:lnTo>
                  <a:lnTo>
                    <a:pt x="223138" y="492760"/>
                  </a:lnTo>
                  <a:lnTo>
                    <a:pt x="171069" y="477520"/>
                  </a:lnTo>
                  <a:lnTo>
                    <a:pt x="134111" y="455929"/>
                  </a:lnTo>
                  <a:lnTo>
                    <a:pt x="101726" y="427989"/>
                  </a:lnTo>
                  <a:lnTo>
                    <a:pt x="75056" y="394970"/>
                  </a:lnTo>
                  <a:lnTo>
                    <a:pt x="54990" y="355600"/>
                  </a:lnTo>
                  <a:lnTo>
                    <a:pt x="42418" y="312420"/>
                  </a:lnTo>
                  <a:lnTo>
                    <a:pt x="38100" y="266700"/>
                  </a:lnTo>
                  <a:lnTo>
                    <a:pt x="38353" y="255270"/>
                  </a:lnTo>
                  <a:lnTo>
                    <a:pt x="48259" y="198120"/>
                  </a:lnTo>
                  <a:lnTo>
                    <a:pt x="65024" y="157479"/>
                  </a:lnTo>
                  <a:lnTo>
                    <a:pt x="88773" y="120650"/>
                  </a:lnTo>
                  <a:lnTo>
                    <a:pt x="118745" y="90170"/>
                  </a:lnTo>
                  <a:lnTo>
                    <a:pt x="153670" y="66039"/>
                  </a:lnTo>
                  <a:lnTo>
                    <a:pt x="192912" y="48260"/>
                  </a:lnTo>
                  <a:lnTo>
                    <a:pt x="235076" y="39370"/>
                  </a:lnTo>
                  <a:lnTo>
                    <a:pt x="246125" y="39370"/>
                  </a:lnTo>
                  <a:lnTo>
                    <a:pt x="257301" y="38100"/>
                  </a:lnTo>
                  <a:lnTo>
                    <a:pt x="329205" y="38100"/>
                  </a:lnTo>
                  <a:lnTo>
                    <a:pt x="314705" y="33020"/>
                  </a:lnTo>
                  <a:lnTo>
                    <a:pt x="303529" y="30479"/>
                  </a:lnTo>
                  <a:lnTo>
                    <a:pt x="292100" y="29210"/>
                  </a:lnTo>
                  <a:lnTo>
                    <a:pt x="280543" y="26670"/>
                  </a:lnTo>
                  <a:close/>
                </a:path>
                <a:path w="513715" h="533400">
                  <a:moveTo>
                    <a:pt x="329205" y="38100"/>
                  </a:moveTo>
                  <a:lnTo>
                    <a:pt x="257301" y="38100"/>
                  </a:lnTo>
                  <a:lnTo>
                    <a:pt x="268477" y="39370"/>
                  </a:lnTo>
                  <a:lnTo>
                    <a:pt x="279526" y="39370"/>
                  </a:lnTo>
                  <a:lnTo>
                    <a:pt x="290449" y="41910"/>
                  </a:lnTo>
                  <a:lnTo>
                    <a:pt x="342646" y="57150"/>
                  </a:lnTo>
                  <a:lnTo>
                    <a:pt x="379602" y="77470"/>
                  </a:lnTo>
                  <a:lnTo>
                    <a:pt x="411733" y="105410"/>
                  </a:lnTo>
                  <a:lnTo>
                    <a:pt x="438530" y="139700"/>
                  </a:lnTo>
                  <a:lnTo>
                    <a:pt x="458597" y="179070"/>
                  </a:lnTo>
                  <a:lnTo>
                    <a:pt x="471170" y="222250"/>
                  </a:lnTo>
                  <a:lnTo>
                    <a:pt x="475487" y="267970"/>
                  </a:lnTo>
                  <a:lnTo>
                    <a:pt x="475262" y="278129"/>
                  </a:lnTo>
                  <a:lnTo>
                    <a:pt x="465327" y="336550"/>
                  </a:lnTo>
                  <a:lnTo>
                    <a:pt x="448563" y="377189"/>
                  </a:lnTo>
                  <a:lnTo>
                    <a:pt x="424814" y="414020"/>
                  </a:lnTo>
                  <a:lnTo>
                    <a:pt x="394970" y="444500"/>
                  </a:lnTo>
                  <a:lnTo>
                    <a:pt x="359918" y="468629"/>
                  </a:lnTo>
                  <a:lnTo>
                    <a:pt x="320675" y="486410"/>
                  </a:lnTo>
                  <a:lnTo>
                    <a:pt x="289432" y="492760"/>
                  </a:lnTo>
                  <a:lnTo>
                    <a:pt x="278510" y="495300"/>
                  </a:lnTo>
                  <a:lnTo>
                    <a:pt x="332316" y="495300"/>
                  </a:lnTo>
                  <a:lnTo>
                    <a:pt x="346455" y="490220"/>
                  </a:lnTo>
                  <a:lnTo>
                    <a:pt x="385825" y="467360"/>
                  </a:lnTo>
                  <a:lnTo>
                    <a:pt x="420115" y="438150"/>
                  </a:lnTo>
                  <a:lnTo>
                    <a:pt x="448436" y="402589"/>
                  </a:lnTo>
                  <a:lnTo>
                    <a:pt x="469900" y="361950"/>
                  </a:lnTo>
                  <a:lnTo>
                    <a:pt x="483361" y="316229"/>
                  </a:lnTo>
                  <a:lnTo>
                    <a:pt x="488187" y="267970"/>
                  </a:lnTo>
                  <a:lnTo>
                    <a:pt x="487806" y="255270"/>
                  </a:lnTo>
                  <a:lnTo>
                    <a:pt x="477900" y="195579"/>
                  </a:lnTo>
                  <a:lnTo>
                    <a:pt x="460375" y="152400"/>
                  </a:lnTo>
                  <a:lnTo>
                    <a:pt x="435482" y="114300"/>
                  </a:lnTo>
                  <a:lnTo>
                    <a:pt x="404113" y="81279"/>
                  </a:lnTo>
                  <a:lnTo>
                    <a:pt x="367283" y="54610"/>
                  </a:lnTo>
                  <a:lnTo>
                    <a:pt x="347090" y="44450"/>
                  </a:lnTo>
                  <a:lnTo>
                    <a:pt x="329205" y="38100"/>
                  </a:lnTo>
                  <a:close/>
                </a:path>
                <a:path w="513715" h="533400">
                  <a:moveTo>
                    <a:pt x="256921" y="25400"/>
                  </a:moveTo>
                  <a:lnTo>
                    <a:pt x="245109" y="26670"/>
                  </a:lnTo>
                  <a:lnTo>
                    <a:pt x="268858" y="26670"/>
                  </a:lnTo>
                  <a:lnTo>
                    <a:pt x="256921" y="25400"/>
                  </a:lnTo>
                  <a:close/>
                </a:path>
              </a:pathLst>
            </a:custGeom>
            <a:solidFill>
              <a:srgbClr val="E36C09"/>
            </a:solidFill>
          </p:spPr>
          <p:txBody>
            <a:bodyPr wrap="square" lIns="0" tIns="0" rIns="0" bIns="0" rtlCol="0"/>
            <a:lstStyle/>
            <a:p>
              <a:endParaRPr/>
            </a:p>
          </p:txBody>
        </p:sp>
        <p:sp>
          <p:nvSpPr>
            <p:cNvPr id="29" name="object 29"/>
            <p:cNvSpPr/>
            <p:nvPr/>
          </p:nvSpPr>
          <p:spPr>
            <a:xfrm>
              <a:off x="7612379" y="2484119"/>
              <a:ext cx="4030979" cy="342900"/>
            </a:xfrm>
            <a:custGeom>
              <a:avLst/>
              <a:gdLst/>
              <a:ahLst/>
              <a:cxnLst/>
              <a:rect l="l" t="t" r="r" b="b"/>
              <a:pathLst>
                <a:path w="4030979" h="342900">
                  <a:moveTo>
                    <a:pt x="4030979" y="0"/>
                  </a:moveTo>
                  <a:lnTo>
                    <a:pt x="0" y="0"/>
                  </a:lnTo>
                  <a:lnTo>
                    <a:pt x="0" y="342900"/>
                  </a:lnTo>
                  <a:lnTo>
                    <a:pt x="4030979" y="342900"/>
                  </a:lnTo>
                  <a:lnTo>
                    <a:pt x="4030979" y="0"/>
                  </a:lnTo>
                  <a:close/>
                </a:path>
              </a:pathLst>
            </a:custGeom>
            <a:solidFill>
              <a:srgbClr val="006FC0"/>
            </a:solidFill>
          </p:spPr>
          <p:txBody>
            <a:bodyPr wrap="square" lIns="0" tIns="0" rIns="0" bIns="0" rtlCol="0"/>
            <a:lstStyle/>
            <a:p>
              <a:endParaRPr/>
            </a:p>
          </p:txBody>
        </p:sp>
        <p:sp>
          <p:nvSpPr>
            <p:cNvPr id="30" name="object 30"/>
            <p:cNvSpPr/>
            <p:nvPr/>
          </p:nvSpPr>
          <p:spPr>
            <a:xfrm>
              <a:off x="7612379" y="2484119"/>
              <a:ext cx="4030979" cy="342900"/>
            </a:xfrm>
            <a:custGeom>
              <a:avLst/>
              <a:gdLst/>
              <a:ahLst/>
              <a:cxnLst/>
              <a:rect l="l" t="t" r="r" b="b"/>
              <a:pathLst>
                <a:path w="4030979" h="342900">
                  <a:moveTo>
                    <a:pt x="0" y="342900"/>
                  </a:moveTo>
                  <a:lnTo>
                    <a:pt x="4030979" y="342900"/>
                  </a:lnTo>
                  <a:lnTo>
                    <a:pt x="4030979" y="0"/>
                  </a:lnTo>
                  <a:lnTo>
                    <a:pt x="0" y="0"/>
                  </a:lnTo>
                  <a:lnTo>
                    <a:pt x="0" y="342900"/>
                  </a:lnTo>
                  <a:close/>
                </a:path>
              </a:pathLst>
            </a:custGeom>
            <a:ln w="3175">
              <a:solidFill>
                <a:srgbClr val="0F469B"/>
              </a:solidFill>
            </a:ln>
          </p:spPr>
          <p:txBody>
            <a:bodyPr wrap="square" lIns="0" tIns="0" rIns="0" bIns="0" rtlCol="0"/>
            <a:lstStyle/>
            <a:p>
              <a:endParaRPr/>
            </a:p>
          </p:txBody>
        </p:sp>
      </p:grpSp>
      <p:sp>
        <p:nvSpPr>
          <p:cNvPr id="31" name="object 31"/>
          <p:cNvSpPr txBox="1"/>
          <p:nvPr/>
        </p:nvSpPr>
        <p:spPr>
          <a:xfrm>
            <a:off x="7957184" y="2524760"/>
            <a:ext cx="1879600"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Calibri"/>
                <a:cs typeface="Calibri"/>
              </a:rPr>
              <a:t>PiLog</a:t>
            </a:r>
            <a:r>
              <a:rPr sz="1400" b="1" spc="-25" dirty="0">
                <a:solidFill>
                  <a:srgbClr val="FFFFFF"/>
                </a:solidFill>
                <a:latin typeface="Calibri"/>
                <a:cs typeface="Calibri"/>
              </a:rPr>
              <a:t> </a:t>
            </a:r>
            <a:r>
              <a:rPr sz="1400" b="1" dirty="0">
                <a:solidFill>
                  <a:srgbClr val="FFFFFF"/>
                </a:solidFill>
                <a:latin typeface="Calibri"/>
                <a:cs typeface="Calibri"/>
              </a:rPr>
              <a:t>Pty</a:t>
            </a:r>
            <a:r>
              <a:rPr sz="1400" b="1" spc="-15" dirty="0">
                <a:solidFill>
                  <a:srgbClr val="FFFFFF"/>
                </a:solidFill>
                <a:latin typeface="Calibri"/>
                <a:cs typeface="Calibri"/>
              </a:rPr>
              <a:t> </a:t>
            </a:r>
            <a:r>
              <a:rPr sz="1400" b="1" spc="-10" dirty="0">
                <a:solidFill>
                  <a:srgbClr val="FFFFFF"/>
                </a:solidFill>
                <a:latin typeface="Calibri"/>
                <a:cs typeface="Calibri"/>
              </a:rPr>
              <a:t>Ltd,</a:t>
            </a:r>
            <a:r>
              <a:rPr sz="1400" b="1" spc="-40" dirty="0">
                <a:solidFill>
                  <a:srgbClr val="FFFFFF"/>
                </a:solidFill>
                <a:latin typeface="Calibri"/>
                <a:cs typeface="Calibri"/>
              </a:rPr>
              <a:t> </a:t>
            </a:r>
            <a:r>
              <a:rPr sz="1400" b="1" dirty="0">
                <a:solidFill>
                  <a:srgbClr val="FFFFFF"/>
                </a:solidFill>
                <a:latin typeface="Calibri"/>
                <a:cs typeface="Calibri"/>
              </a:rPr>
              <a:t>Dubai,</a:t>
            </a:r>
            <a:r>
              <a:rPr sz="1400" b="1" spc="-30" dirty="0">
                <a:solidFill>
                  <a:srgbClr val="FFFFFF"/>
                </a:solidFill>
                <a:latin typeface="Calibri"/>
                <a:cs typeface="Calibri"/>
              </a:rPr>
              <a:t> </a:t>
            </a:r>
            <a:r>
              <a:rPr sz="1400" b="1" spc="-15" dirty="0">
                <a:solidFill>
                  <a:srgbClr val="FFFFFF"/>
                </a:solidFill>
                <a:latin typeface="Calibri"/>
                <a:cs typeface="Calibri"/>
              </a:rPr>
              <a:t>UAE</a:t>
            </a:r>
            <a:endParaRPr sz="1400" dirty="0">
              <a:latin typeface="Calibri"/>
              <a:cs typeface="Calibri"/>
            </a:endParaRPr>
          </a:p>
        </p:txBody>
      </p:sp>
      <p:grpSp>
        <p:nvGrpSpPr>
          <p:cNvPr id="32" name="object 32"/>
          <p:cNvGrpSpPr/>
          <p:nvPr/>
        </p:nvGrpSpPr>
        <p:grpSpPr>
          <a:xfrm>
            <a:off x="7420356" y="2389632"/>
            <a:ext cx="4224655" cy="1522730"/>
            <a:chOff x="7420356" y="2389632"/>
            <a:chExt cx="4224655" cy="1522730"/>
          </a:xfrm>
        </p:grpSpPr>
        <p:sp>
          <p:nvSpPr>
            <p:cNvPr id="33" name="object 33"/>
            <p:cNvSpPr/>
            <p:nvPr/>
          </p:nvSpPr>
          <p:spPr>
            <a:xfrm>
              <a:off x="7439406" y="2408682"/>
              <a:ext cx="475615" cy="495300"/>
            </a:xfrm>
            <a:custGeom>
              <a:avLst/>
              <a:gdLst/>
              <a:ahLst/>
              <a:cxnLst/>
              <a:rect l="l" t="t" r="r" b="b"/>
              <a:pathLst>
                <a:path w="475615" h="495300">
                  <a:moveTo>
                    <a:pt x="237744" y="0"/>
                  </a:moveTo>
                  <a:lnTo>
                    <a:pt x="189825" y="5031"/>
                  </a:lnTo>
                  <a:lnTo>
                    <a:pt x="145196" y="19460"/>
                  </a:lnTo>
                  <a:lnTo>
                    <a:pt x="104812" y="42293"/>
                  </a:lnTo>
                  <a:lnTo>
                    <a:pt x="69627" y="72532"/>
                  </a:lnTo>
                  <a:lnTo>
                    <a:pt x="40598" y="109184"/>
                  </a:lnTo>
                  <a:lnTo>
                    <a:pt x="18680" y="151251"/>
                  </a:lnTo>
                  <a:lnTo>
                    <a:pt x="4829" y="197738"/>
                  </a:lnTo>
                  <a:lnTo>
                    <a:pt x="0" y="247650"/>
                  </a:lnTo>
                  <a:lnTo>
                    <a:pt x="4829" y="297561"/>
                  </a:lnTo>
                  <a:lnTo>
                    <a:pt x="18680" y="344048"/>
                  </a:lnTo>
                  <a:lnTo>
                    <a:pt x="40598" y="386115"/>
                  </a:lnTo>
                  <a:lnTo>
                    <a:pt x="69627" y="422767"/>
                  </a:lnTo>
                  <a:lnTo>
                    <a:pt x="104812" y="453006"/>
                  </a:lnTo>
                  <a:lnTo>
                    <a:pt x="145196" y="475839"/>
                  </a:lnTo>
                  <a:lnTo>
                    <a:pt x="189825" y="490268"/>
                  </a:lnTo>
                  <a:lnTo>
                    <a:pt x="237744" y="495300"/>
                  </a:lnTo>
                  <a:lnTo>
                    <a:pt x="285662" y="490268"/>
                  </a:lnTo>
                  <a:lnTo>
                    <a:pt x="330291" y="475839"/>
                  </a:lnTo>
                  <a:lnTo>
                    <a:pt x="370675" y="453006"/>
                  </a:lnTo>
                  <a:lnTo>
                    <a:pt x="405860" y="422767"/>
                  </a:lnTo>
                  <a:lnTo>
                    <a:pt x="434889" y="386115"/>
                  </a:lnTo>
                  <a:lnTo>
                    <a:pt x="456807" y="344048"/>
                  </a:lnTo>
                  <a:lnTo>
                    <a:pt x="470658" y="297561"/>
                  </a:lnTo>
                  <a:lnTo>
                    <a:pt x="475488" y="247650"/>
                  </a:lnTo>
                  <a:lnTo>
                    <a:pt x="470658" y="197738"/>
                  </a:lnTo>
                  <a:lnTo>
                    <a:pt x="456807" y="151251"/>
                  </a:lnTo>
                  <a:lnTo>
                    <a:pt x="434889" y="109184"/>
                  </a:lnTo>
                  <a:lnTo>
                    <a:pt x="405860" y="72532"/>
                  </a:lnTo>
                  <a:lnTo>
                    <a:pt x="370675" y="42293"/>
                  </a:lnTo>
                  <a:lnTo>
                    <a:pt x="330291" y="19460"/>
                  </a:lnTo>
                  <a:lnTo>
                    <a:pt x="285662" y="5031"/>
                  </a:lnTo>
                  <a:lnTo>
                    <a:pt x="237744" y="0"/>
                  </a:lnTo>
                  <a:close/>
                </a:path>
              </a:pathLst>
            </a:custGeom>
            <a:solidFill>
              <a:srgbClr val="FFFFFF"/>
            </a:solidFill>
          </p:spPr>
          <p:txBody>
            <a:bodyPr wrap="square" lIns="0" tIns="0" rIns="0" bIns="0" rtlCol="0"/>
            <a:lstStyle/>
            <a:p>
              <a:endParaRPr/>
            </a:p>
          </p:txBody>
        </p:sp>
        <p:sp>
          <p:nvSpPr>
            <p:cNvPr id="34" name="object 34"/>
            <p:cNvSpPr/>
            <p:nvPr/>
          </p:nvSpPr>
          <p:spPr>
            <a:xfrm>
              <a:off x="7420356" y="2389632"/>
              <a:ext cx="513715" cy="533400"/>
            </a:xfrm>
            <a:custGeom>
              <a:avLst/>
              <a:gdLst/>
              <a:ahLst/>
              <a:cxnLst/>
              <a:rect l="l" t="t" r="r" b="b"/>
              <a:pathLst>
                <a:path w="513715" h="533400">
                  <a:moveTo>
                    <a:pt x="256286" y="0"/>
                  </a:moveTo>
                  <a:lnTo>
                    <a:pt x="217043" y="3810"/>
                  </a:lnTo>
                  <a:lnTo>
                    <a:pt x="179324" y="12700"/>
                  </a:lnTo>
                  <a:lnTo>
                    <a:pt x="133223" y="33020"/>
                  </a:lnTo>
                  <a:lnTo>
                    <a:pt x="92583" y="62229"/>
                  </a:lnTo>
                  <a:lnTo>
                    <a:pt x="57912" y="99060"/>
                  </a:lnTo>
                  <a:lnTo>
                    <a:pt x="30479" y="140970"/>
                  </a:lnTo>
                  <a:lnTo>
                    <a:pt x="11175" y="189229"/>
                  </a:lnTo>
                  <a:lnTo>
                    <a:pt x="2921" y="227329"/>
                  </a:lnTo>
                  <a:lnTo>
                    <a:pt x="0" y="267970"/>
                  </a:lnTo>
                  <a:lnTo>
                    <a:pt x="380" y="281939"/>
                  </a:lnTo>
                  <a:lnTo>
                    <a:pt x="5461" y="321310"/>
                  </a:lnTo>
                  <a:lnTo>
                    <a:pt x="20447" y="372110"/>
                  </a:lnTo>
                  <a:lnTo>
                    <a:pt x="44196" y="416560"/>
                  </a:lnTo>
                  <a:lnTo>
                    <a:pt x="75692" y="455929"/>
                  </a:lnTo>
                  <a:lnTo>
                    <a:pt x="113665" y="488950"/>
                  </a:lnTo>
                  <a:lnTo>
                    <a:pt x="157479" y="513079"/>
                  </a:lnTo>
                  <a:lnTo>
                    <a:pt x="218059" y="530860"/>
                  </a:lnTo>
                  <a:lnTo>
                    <a:pt x="244094" y="533400"/>
                  </a:lnTo>
                  <a:lnTo>
                    <a:pt x="270510" y="533400"/>
                  </a:lnTo>
                  <a:lnTo>
                    <a:pt x="296545" y="530860"/>
                  </a:lnTo>
                  <a:lnTo>
                    <a:pt x="321691" y="525779"/>
                  </a:lnTo>
                  <a:lnTo>
                    <a:pt x="334264" y="521970"/>
                  </a:lnTo>
                  <a:lnTo>
                    <a:pt x="337656" y="520700"/>
                  </a:lnTo>
                  <a:lnTo>
                    <a:pt x="244475" y="520700"/>
                  </a:lnTo>
                  <a:lnTo>
                    <a:pt x="219710" y="518160"/>
                  </a:lnTo>
                  <a:lnTo>
                    <a:pt x="162051" y="501650"/>
                  </a:lnTo>
                  <a:lnTo>
                    <a:pt x="120523" y="477520"/>
                  </a:lnTo>
                  <a:lnTo>
                    <a:pt x="84327" y="447039"/>
                  </a:lnTo>
                  <a:lnTo>
                    <a:pt x="54483" y="408939"/>
                  </a:lnTo>
                  <a:lnTo>
                    <a:pt x="32003" y="365760"/>
                  </a:lnTo>
                  <a:lnTo>
                    <a:pt x="17779" y="318770"/>
                  </a:lnTo>
                  <a:lnTo>
                    <a:pt x="12928" y="279400"/>
                  </a:lnTo>
                  <a:lnTo>
                    <a:pt x="12700" y="267970"/>
                  </a:lnTo>
                  <a:lnTo>
                    <a:pt x="12930" y="255270"/>
                  </a:lnTo>
                  <a:lnTo>
                    <a:pt x="17652" y="215900"/>
                  </a:lnTo>
                  <a:lnTo>
                    <a:pt x="31750" y="168910"/>
                  </a:lnTo>
                  <a:lnTo>
                    <a:pt x="54101" y="125729"/>
                  </a:lnTo>
                  <a:lnTo>
                    <a:pt x="83947" y="87629"/>
                  </a:lnTo>
                  <a:lnTo>
                    <a:pt x="120015" y="57150"/>
                  </a:lnTo>
                  <a:lnTo>
                    <a:pt x="161417" y="33020"/>
                  </a:lnTo>
                  <a:lnTo>
                    <a:pt x="231648" y="13970"/>
                  </a:lnTo>
                  <a:lnTo>
                    <a:pt x="244094" y="13970"/>
                  </a:lnTo>
                  <a:lnTo>
                    <a:pt x="256667" y="12700"/>
                  </a:lnTo>
                  <a:lnTo>
                    <a:pt x="332867" y="12700"/>
                  </a:lnTo>
                  <a:lnTo>
                    <a:pt x="320675" y="8889"/>
                  </a:lnTo>
                  <a:lnTo>
                    <a:pt x="282575" y="1270"/>
                  </a:lnTo>
                  <a:lnTo>
                    <a:pt x="269494" y="1270"/>
                  </a:lnTo>
                  <a:lnTo>
                    <a:pt x="256286" y="0"/>
                  </a:lnTo>
                  <a:close/>
                </a:path>
                <a:path w="513715" h="533400">
                  <a:moveTo>
                    <a:pt x="332867" y="12700"/>
                  </a:moveTo>
                  <a:lnTo>
                    <a:pt x="256667" y="12700"/>
                  </a:lnTo>
                  <a:lnTo>
                    <a:pt x="269113" y="13970"/>
                  </a:lnTo>
                  <a:lnTo>
                    <a:pt x="281559" y="13970"/>
                  </a:lnTo>
                  <a:lnTo>
                    <a:pt x="329311" y="24129"/>
                  </a:lnTo>
                  <a:lnTo>
                    <a:pt x="372999" y="44450"/>
                  </a:lnTo>
                  <a:lnTo>
                    <a:pt x="411988" y="71120"/>
                  </a:lnTo>
                  <a:lnTo>
                    <a:pt x="445008" y="105410"/>
                  </a:lnTo>
                  <a:lnTo>
                    <a:pt x="471297" y="146050"/>
                  </a:lnTo>
                  <a:lnTo>
                    <a:pt x="489839" y="191770"/>
                  </a:lnTo>
                  <a:lnTo>
                    <a:pt x="499618" y="241300"/>
                  </a:lnTo>
                  <a:lnTo>
                    <a:pt x="500888" y="266700"/>
                  </a:lnTo>
                  <a:lnTo>
                    <a:pt x="500657" y="279400"/>
                  </a:lnTo>
                  <a:lnTo>
                    <a:pt x="495935" y="318770"/>
                  </a:lnTo>
                  <a:lnTo>
                    <a:pt x="481838" y="365760"/>
                  </a:lnTo>
                  <a:lnTo>
                    <a:pt x="459486" y="408939"/>
                  </a:lnTo>
                  <a:lnTo>
                    <a:pt x="429641" y="447039"/>
                  </a:lnTo>
                  <a:lnTo>
                    <a:pt x="393700" y="477520"/>
                  </a:lnTo>
                  <a:lnTo>
                    <a:pt x="352298" y="501650"/>
                  </a:lnTo>
                  <a:lnTo>
                    <a:pt x="294132" y="518160"/>
                  </a:lnTo>
                  <a:lnTo>
                    <a:pt x="269494" y="520700"/>
                  </a:lnTo>
                  <a:lnTo>
                    <a:pt x="337656" y="520700"/>
                  </a:lnTo>
                  <a:lnTo>
                    <a:pt x="380365" y="501650"/>
                  </a:lnTo>
                  <a:lnTo>
                    <a:pt x="421132" y="472439"/>
                  </a:lnTo>
                  <a:lnTo>
                    <a:pt x="455675" y="435610"/>
                  </a:lnTo>
                  <a:lnTo>
                    <a:pt x="483108" y="393700"/>
                  </a:lnTo>
                  <a:lnTo>
                    <a:pt x="502412" y="345439"/>
                  </a:lnTo>
                  <a:lnTo>
                    <a:pt x="510667" y="307339"/>
                  </a:lnTo>
                  <a:lnTo>
                    <a:pt x="513588" y="266700"/>
                  </a:lnTo>
                  <a:lnTo>
                    <a:pt x="513207" y="252729"/>
                  </a:lnTo>
                  <a:lnTo>
                    <a:pt x="508126" y="213360"/>
                  </a:lnTo>
                  <a:lnTo>
                    <a:pt x="493141" y="162560"/>
                  </a:lnTo>
                  <a:lnTo>
                    <a:pt x="469392" y="118110"/>
                  </a:lnTo>
                  <a:lnTo>
                    <a:pt x="438023" y="78739"/>
                  </a:lnTo>
                  <a:lnTo>
                    <a:pt x="399923" y="45720"/>
                  </a:lnTo>
                  <a:lnTo>
                    <a:pt x="356108" y="21589"/>
                  </a:lnTo>
                  <a:lnTo>
                    <a:pt x="332867" y="12700"/>
                  </a:lnTo>
                  <a:close/>
                </a:path>
                <a:path w="513715" h="533400">
                  <a:moveTo>
                    <a:pt x="280543" y="26670"/>
                  </a:moveTo>
                  <a:lnTo>
                    <a:pt x="233299" y="26670"/>
                  </a:lnTo>
                  <a:lnTo>
                    <a:pt x="221742" y="29210"/>
                  </a:lnTo>
                  <a:lnTo>
                    <a:pt x="210312" y="30479"/>
                  </a:lnTo>
                  <a:lnTo>
                    <a:pt x="167132" y="44450"/>
                  </a:lnTo>
                  <a:lnTo>
                    <a:pt x="127889" y="67310"/>
                  </a:lnTo>
                  <a:lnTo>
                    <a:pt x="93472" y="96520"/>
                  </a:lnTo>
                  <a:lnTo>
                    <a:pt x="65150" y="132079"/>
                  </a:lnTo>
                  <a:lnTo>
                    <a:pt x="43688" y="172720"/>
                  </a:lnTo>
                  <a:lnTo>
                    <a:pt x="30225" y="218439"/>
                  </a:lnTo>
                  <a:lnTo>
                    <a:pt x="25400" y="266700"/>
                  </a:lnTo>
                  <a:lnTo>
                    <a:pt x="25628" y="278129"/>
                  </a:lnTo>
                  <a:lnTo>
                    <a:pt x="30099" y="316229"/>
                  </a:lnTo>
                  <a:lnTo>
                    <a:pt x="43434" y="360679"/>
                  </a:lnTo>
                  <a:lnTo>
                    <a:pt x="64770" y="402589"/>
                  </a:lnTo>
                  <a:lnTo>
                    <a:pt x="92964" y="438150"/>
                  </a:lnTo>
                  <a:lnTo>
                    <a:pt x="127380" y="467360"/>
                  </a:lnTo>
                  <a:lnTo>
                    <a:pt x="166624" y="488950"/>
                  </a:lnTo>
                  <a:lnTo>
                    <a:pt x="198882" y="500379"/>
                  </a:lnTo>
                  <a:lnTo>
                    <a:pt x="210058" y="504189"/>
                  </a:lnTo>
                  <a:lnTo>
                    <a:pt x="244728" y="508000"/>
                  </a:lnTo>
                  <a:lnTo>
                    <a:pt x="280289" y="508000"/>
                  </a:lnTo>
                  <a:lnTo>
                    <a:pt x="291846" y="505460"/>
                  </a:lnTo>
                  <a:lnTo>
                    <a:pt x="303275" y="504189"/>
                  </a:lnTo>
                  <a:lnTo>
                    <a:pt x="314451" y="501650"/>
                  </a:lnTo>
                  <a:lnTo>
                    <a:pt x="332316" y="495300"/>
                  </a:lnTo>
                  <a:lnTo>
                    <a:pt x="234061" y="495300"/>
                  </a:lnTo>
                  <a:lnTo>
                    <a:pt x="223139" y="492760"/>
                  </a:lnTo>
                  <a:lnTo>
                    <a:pt x="171069" y="477520"/>
                  </a:lnTo>
                  <a:lnTo>
                    <a:pt x="134112" y="455929"/>
                  </a:lnTo>
                  <a:lnTo>
                    <a:pt x="101726" y="427989"/>
                  </a:lnTo>
                  <a:lnTo>
                    <a:pt x="75057" y="394970"/>
                  </a:lnTo>
                  <a:lnTo>
                    <a:pt x="54991" y="355600"/>
                  </a:lnTo>
                  <a:lnTo>
                    <a:pt x="42418" y="312420"/>
                  </a:lnTo>
                  <a:lnTo>
                    <a:pt x="38100" y="266700"/>
                  </a:lnTo>
                  <a:lnTo>
                    <a:pt x="38353" y="255270"/>
                  </a:lnTo>
                  <a:lnTo>
                    <a:pt x="48260" y="198120"/>
                  </a:lnTo>
                  <a:lnTo>
                    <a:pt x="65024" y="157479"/>
                  </a:lnTo>
                  <a:lnTo>
                    <a:pt x="88773" y="120650"/>
                  </a:lnTo>
                  <a:lnTo>
                    <a:pt x="118745" y="90170"/>
                  </a:lnTo>
                  <a:lnTo>
                    <a:pt x="153670" y="66039"/>
                  </a:lnTo>
                  <a:lnTo>
                    <a:pt x="192913" y="48260"/>
                  </a:lnTo>
                  <a:lnTo>
                    <a:pt x="235076" y="39370"/>
                  </a:lnTo>
                  <a:lnTo>
                    <a:pt x="246125" y="39370"/>
                  </a:lnTo>
                  <a:lnTo>
                    <a:pt x="257301" y="38100"/>
                  </a:lnTo>
                  <a:lnTo>
                    <a:pt x="329205" y="38100"/>
                  </a:lnTo>
                  <a:lnTo>
                    <a:pt x="314705" y="33020"/>
                  </a:lnTo>
                  <a:lnTo>
                    <a:pt x="303529" y="30479"/>
                  </a:lnTo>
                  <a:lnTo>
                    <a:pt x="292100" y="29210"/>
                  </a:lnTo>
                  <a:lnTo>
                    <a:pt x="280543" y="26670"/>
                  </a:lnTo>
                  <a:close/>
                </a:path>
                <a:path w="513715" h="533400">
                  <a:moveTo>
                    <a:pt x="329205" y="38100"/>
                  </a:moveTo>
                  <a:lnTo>
                    <a:pt x="257301" y="38100"/>
                  </a:lnTo>
                  <a:lnTo>
                    <a:pt x="268477" y="39370"/>
                  </a:lnTo>
                  <a:lnTo>
                    <a:pt x="279526" y="39370"/>
                  </a:lnTo>
                  <a:lnTo>
                    <a:pt x="290449" y="41910"/>
                  </a:lnTo>
                  <a:lnTo>
                    <a:pt x="342646" y="57150"/>
                  </a:lnTo>
                  <a:lnTo>
                    <a:pt x="379602" y="77470"/>
                  </a:lnTo>
                  <a:lnTo>
                    <a:pt x="411734" y="105410"/>
                  </a:lnTo>
                  <a:lnTo>
                    <a:pt x="438530" y="139700"/>
                  </a:lnTo>
                  <a:lnTo>
                    <a:pt x="458597" y="179070"/>
                  </a:lnTo>
                  <a:lnTo>
                    <a:pt x="471170" y="222250"/>
                  </a:lnTo>
                  <a:lnTo>
                    <a:pt x="475488" y="267970"/>
                  </a:lnTo>
                  <a:lnTo>
                    <a:pt x="475262" y="278129"/>
                  </a:lnTo>
                  <a:lnTo>
                    <a:pt x="465327" y="336550"/>
                  </a:lnTo>
                  <a:lnTo>
                    <a:pt x="448564" y="377189"/>
                  </a:lnTo>
                  <a:lnTo>
                    <a:pt x="424815" y="414020"/>
                  </a:lnTo>
                  <a:lnTo>
                    <a:pt x="394970" y="444500"/>
                  </a:lnTo>
                  <a:lnTo>
                    <a:pt x="359918" y="468629"/>
                  </a:lnTo>
                  <a:lnTo>
                    <a:pt x="320675" y="486410"/>
                  </a:lnTo>
                  <a:lnTo>
                    <a:pt x="289433" y="492760"/>
                  </a:lnTo>
                  <a:lnTo>
                    <a:pt x="278511" y="495300"/>
                  </a:lnTo>
                  <a:lnTo>
                    <a:pt x="332316" y="495300"/>
                  </a:lnTo>
                  <a:lnTo>
                    <a:pt x="346455" y="490220"/>
                  </a:lnTo>
                  <a:lnTo>
                    <a:pt x="385825" y="467360"/>
                  </a:lnTo>
                  <a:lnTo>
                    <a:pt x="420116" y="438150"/>
                  </a:lnTo>
                  <a:lnTo>
                    <a:pt x="448437" y="402589"/>
                  </a:lnTo>
                  <a:lnTo>
                    <a:pt x="469900" y="361950"/>
                  </a:lnTo>
                  <a:lnTo>
                    <a:pt x="483362" y="316229"/>
                  </a:lnTo>
                  <a:lnTo>
                    <a:pt x="488188" y="267970"/>
                  </a:lnTo>
                  <a:lnTo>
                    <a:pt x="487807" y="255270"/>
                  </a:lnTo>
                  <a:lnTo>
                    <a:pt x="477900" y="195579"/>
                  </a:lnTo>
                  <a:lnTo>
                    <a:pt x="460375" y="152400"/>
                  </a:lnTo>
                  <a:lnTo>
                    <a:pt x="435483" y="114300"/>
                  </a:lnTo>
                  <a:lnTo>
                    <a:pt x="404114" y="81279"/>
                  </a:lnTo>
                  <a:lnTo>
                    <a:pt x="367284" y="54610"/>
                  </a:lnTo>
                  <a:lnTo>
                    <a:pt x="347091" y="44450"/>
                  </a:lnTo>
                  <a:lnTo>
                    <a:pt x="329205" y="38100"/>
                  </a:lnTo>
                  <a:close/>
                </a:path>
                <a:path w="513715" h="533400">
                  <a:moveTo>
                    <a:pt x="256921" y="25400"/>
                  </a:moveTo>
                  <a:lnTo>
                    <a:pt x="245110" y="26670"/>
                  </a:lnTo>
                  <a:lnTo>
                    <a:pt x="268859" y="26670"/>
                  </a:lnTo>
                  <a:lnTo>
                    <a:pt x="256921" y="25400"/>
                  </a:lnTo>
                  <a:close/>
                </a:path>
              </a:pathLst>
            </a:custGeom>
            <a:solidFill>
              <a:srgbClr val="0C3574"/>
            </a:solidFill>
          </p:spPr>
          <p:txBody>
            <a:bodyPr wrap="square" lIns="0" tIns="0" rIns="0" bIns="0" rtlCol="0"/>
            <a:lstStyle/>
            <a:p>
              <a:endParaRPr/>
            </a:p>
          </p:txBody>
        </p:sp>
        <p:sp>
          <p:nvSpPr>
            <p:cNvPr id="35" name="object 35"/>
            <p:cNvSpPr/>
            <p:nvPr/>
          </p:nvSpPr>
          <p:spPr>
            <a:xfrm>
              <a:off x="7652004" y="3569208"/>
              <a:ext cx="3991610" cy="341630"/>
            </a:xfrm>
            <a:custGeom>
              <a:avLst/>
              <a:gdLst/>
              <a:ahLst/>
              <a:cxnLst/>
              <a:rect l="l" t="t" r="r" b="b"/>
              <a:pathLst>
                <a:path w="3991609" h="341629">
                  <a:moveTo>
                    <a:pt x="3991355" y="0"/>
                  </a:moveTo>
                  <a:lnTo>
                    <a:pt x="0" y="0"/>
                  </a:lnTo>
                  <a:lnTo>
                    <a:pt x="0" y="341376"/>
                  </a:lnTo>
                  <a:lnTo>
                    <a:pt x="3991355" y="341376"/>
                  </a:lnTo>
                  <a:lnTo>
                    <a:pt x="3991355" y="0"/>
                  </a:lnTo>
                  <a:close/>
                </a:path>
              </a:pathLst>
            </a:custGeom>
            <a:solidFill>
              <a:srgbClr val="FF4646"/>
            </a:solidFill>
          </p:spPr>
          <p:txBody>
            <a:bodyPr wrap="square" lIns="0" tIns="0" rIns="0" bIns="0" rtlCol="0"/>
            <a:lstStyle/>
            <a:p>
              <a:endParaRPr/>
            </a:p>
          </p:txBody>
        </p:sp>
        <p:sp>
          <p:nvSpPr>
            <p:cNvPr id="36" name="object 36"/>
            <p:cNvSpPr/>
            <p:nvPr/>
          </p:nvSpPr>
          <p:spPr>
            <a:xfrm>
              <a:off x="7652004" y="3569208"/>
              <a:ext cx="3991610" cy="341630"/>
            </a:xfrm>
            <a:custGeom>
              <a:avLst/>
              <a:gdLst/>
              <a:ahLst/>
              <a:cxnLst/>
              <a:rect l="l" t="t" r="r" b="b"/>
              <a:pathLst>
                <a:path w="3991609" h="341629">
                  <a:moveTo>
                    <a:pt x="0" y="341376"/>
                  </a:moveTo>
                  <a:lnTo>
                    <a:pt x="3991355" y="341376"/>
                  </a:lnTo>
                  <a:lnTo>
                    <a:pt x="3991355" y="0"/>
                  </a:lnTo>
                  <a:lnTo>
                    <a:pt x="0" y="0"/>
                  </a:lnTo>
                  <a:lnTo>
                    <a:pt x="0" y="341376"/>
                  </a:lnTo>
                  <a:close/>
                </a:path>
              </a:pathLst>
            </a:custGeom>
            <a:ln w="3175">
              <a:solidFill>
                <a:srgbClr val="0F469B"/>
              </a:solidFill>
            </a:ln>
          </p:spPr>
          <p:txBody>
            <a:bodyPr wrap="square" lIns="0" tIns="0" rIns="0" bIns="0" rtlCol="0"/>
            <a:lstStyle/>
            <a:p>
              <a:endParaRPr/>
            </a:p>
          </p:txBody>
        </p:sp>
      </p:grpSp>
      <p:sp>
        <p:nvSpPr>
          <p:cNvPr id="37" name="object 37"/>
          <p:cNvSpPr txBox="1"/>
          <p:nvPr/>
        </p:nvSpPr>
        <p:spPr>
          <a:xfrm>
            <a:off x="7997190" y="3609213"/>
            <a:ext cx="2470150"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Calibri"/>
                <a:cs typeface="Calibri"/>
              </a:rPr>
              <a:t>PiLog</a:t>
            </a:r>
            <a:r>
              <a:rPr sz="1400" b="1" spc="-25" dirty="0">
                <a:solidFill>
                  <a:srgbClr val="FFFFFF"/>
                </a:solidFill>
                <a:latin typeface="Calibri"/>
                <a:cs typeface="Calibri"/>
              </a:rPr>
              <a:t> </a:t>
            </a:r>
            <a:r>
              <a:rPr sz="1400" b="1" spc="-5" dirty="0">
                <a:solidFill>
                  <a:srgbClr val="FFFFFF"/>
                </a:solidFill>
                <a:latin typeface="Calibri"/>
                <a:cs typeface="Calibri"/>
              </a:rPr>
              <a:t>Innovative</a:t>
            </a:r>
            <a:r>
              <a:rPr sz="1400" b="1" spc="-45" dirty="0">
                <a:solidFill>
                  <a:srgbClr val="FFFFFF"/>
                </a:solidFill>
                <a:latin typeface="Calibri"/>
                <a:cs typeface="Calibri"/>
              </a:rPr>
              <a:t> </a:t>
            </a:r>
            <a:r>
              <a:rPr sz="1400" b="1" dirty="0">
                <a:solidFill>
                  <a:srgbClr val="FFFFFF"/>
                </a:solidFill>
                <a:latin typeface="Calibri"/>
                <a:cs typeface="Calibri"/>
              </a:rPr>
              <a:t>Solutions,</a:t>
            </a:r>
            <a:r>
              <a:rPr sz="1400" b="1" spc="-45" dirty="0">
                <a:solidFill>
                  <a:srgbClr val="FFFFFF"/>
                </a:solidFill>
                <a:latin typeface="Calibri"/>
                <a:cs typeface="Calibri"/>
              </a:rPr>
              <a:t> </a:t>
            </a:r>
            <a:r>
              <a:rPr sz="1400" b="1" spc="-5" dirty="0">
                <a:solidFill>
                  <a:srgbClr val="FFFFFF"/>
                </a:solidFill>
                <a:latin typeface="Calibri"/>
                <a:cs typeface="Calibri"/>
              </a:rPr>
              <a:t>Qatar</a:t>
            </a:r>
            <a:endParaRPr sz="1400" dirty="0">
              <a:latin typeface="Calibri"/>
              <a:cs typeface="Calibri"/>
            </a:endParaRPr>
          </a:p>
        </p:txBody>
      </p:sp>
      <p:grpSp>
        <p:nvGrpSpPr>
          <p:cNvPr id="38" name="object 38"/>
          <p:cNvGrpSpPr/>
          <p:nvPr/>
        </p:nvGrpSpPr>
        <p:grpSpPr>
          <a:xfrm>
            <a:off x="7456868" y="3473450"/>
            <a:ext cx="4188460" cy="955675"/>
            <a:chOff x="7456868" y="3473450"/>
            <a:chExt cx="4188460" cy="955675"/>
          </a:xfrm>
        </p:grpSpPr>
        <p:sp>
          <p:nvSpPr>
            <p:cNvPr id="39" name="object 39"/>
            <p:cNvSpPr/>
            <p:nvPr/>
          </p:nvSpPr>
          <p:spPr>
            <a:xfrm>
              <a:off x="7479030" y="3492246"/>
              <a:ext cx="477520" cy="497205"/>
            </a:xfrm>
            <a:custGeom>
              <a:avLst/>
              <a:gdLst/>
              <a:ahLst/>
              <a:cxnLst/>
              <a:rect l="l" t="t" r="r" b="b"/>
              <a:pathLst>
                <a:path w="477520" h="497204">
                  <a:moveTo>
                    <a:pt x="238505" y="0"/>
                  </a:moveTo>
                  <a:lnTo>
                    <a:pt x="190445" y="5048"/>
                  </a:lnTo>
                  <a:lnTo>
                    <a:pt x="145678" y="19526"/>
                  </a:lnTo>
                  <a:lnTo>
                    <a:pt x="105165" y="42433"/>
                  </a:lnTo>
                  <a:lnTo>
                    <a:pt x="69865" y="72771"/>
                  </a:lnTo>
                  <a:lnTo>
                    <a:pt x="40739" y="109537"/>
                  </a:lnTo>
                  <a:lnTo>
                    <a:pt x="18746" y="151733"/>
                  </a:lnTo>
                  <a:lnTo>
                    <a:pt x="4846" y="198358"/>
                  </a:lnTo>
                  <a:lnTo>
                    <a:pt x="0" y="248411"/>
                  </a:lnTo>
                  <a:lnTo>
                    <a:pt x="4846" y="298465"/>
                  </a:lnTo>
                  <a:lnTo>
                    <a:pt x="18746" y="345090"/>
                  </a:lnTo>
                  <a:lnTo>
                    <a:pt x="40739" y="387286"/>
                  </a:lnTo>
                  <a:lnTo>
                    <a:pt x="69865" y="424052"/>
                  </a:lnTo>
                  <a:lnTo>
                    <a:pt x="105165" y="454390"/>
                  </a:lnTo>
                  <a:lnTo>
                    <a:pt x="145678" y="477297"/>
                  </a:lnTo>
                  <a:lnTo>
                    <a:pt x="190445" y="491775"/>
                  </a:lnTo>
                  <a:lnTo>
                    <a:pt x="238505" y="496823"/>
                  </a:lnTo>
                  <a:lnTo>
                    <a:pt x="286566" y="491775"/>
                  </a:lnTo>
                  <a:lnTo>
                    <a:pt x="331333" y="477297"/>
                  </a:lnTo>
                  <a:lnTo>
                    <a:pt x="371846" y="454390"/>
                  </a:lnTo>
                  <a:lnTo>
                    <a:pt x="407146" y="424052"/>
                  </a:lnTo>
                  <a:lnTo>
                    <a:pt x="436272" y="387286"/>
                  </a:lnTo>
                  <a:lnTo>
                    <a:pt x="458265" y="345090"/>
                  </a:lnTo>
                  <a:lnTo>
                    <a:pt x="472165" y="298465"/>
                  </a:lnTo>
                  <a:lnTo>
                    <a:pt x="477012" y="248411"/>
                  </a:lnTo>
                  <a:lnTo>
                    <a:pt x="472165" y="198358"/>
                  </a:lnTo>
                  <a:lnTo>
                    <a:pt x="458265" y="151733"/>
                  </a:lnTo>
                  <a:lnTo>
                    <a:pt x="436272" y="109537"/>
                  </a:lnTo>
                  <a:lnTo>
                    <a:pt x="407146" y="72770"/>
                  </a:lnTo>
                  <a:lnTo>
                    <a:pt x="371846" y="42433"/>
                  </a:lnTo>
                  <a:lnTo>
                    <a:pt x="331333" y="19526"/>
                  </a:lnTo>
                  <a:lnTo>
                    <a:pt x="286566" y="5048"/>
                  </a:lnTo>
                  <a:lnTo>
                    <a:pt x="238505" y="0"/>
                  </a:lnTo>
                  <a:close/>
                </a:path>
              </a:pathLst>
            </a:custGeom>
            <a:solidFill>
              <a:srgbClr val="FFFFFF"/>
            </a:solidFill>
          </p:spPr>
          <p:txBody>
            <a:bodyPr wrap="square" lIns="0" tIns="0" rIns="0" bIns="0" rtlCol="0"/>
            <a:lstStyle/>
            <a:p>
              <a:endParaRPr/>
            </a:p>
          </p:txBody>
        </p:sp>
        <p:sp>
          <p:nvSpPr>
            <p:cNvPr id="40" name="object 40"/>
            <p:cNvSpPr/>
            <p:nvPr/>
          </p:nvSpPr>
          <p:spPr>
            <a:xfrm>
              <a:off x="7459980" y="3473450"/>
              <a:ext cx="515620" cy="534670"/>
            </a:xfrm>
            <a:custGeom>
              <a:avLst/>
              <a:gdLst/>
              <a:ahLst/>
              <a:cxnLst/>
              <a:rect l="l" t="t" r="r" b="b"/>
              <a:pathLst>
                <a:path w="515620" h="534670">
                  <a:moveTo>
                    <a:pt x="283464" y="1270"/>
                  </a:moveTo>
                  <a:lnTo>
                    <a:pt x="230631" y="1270"/>
                  </a:lnTo>
                  <a:lnTo>
                    <a:pt x="192659" y="8889"/>
                  </a:lnTo>
                  <a:lnTo>
                    <a:pt x="156210" y="21589"/>
                  </a:lnTo>
                  <a:lnTo>
                    <a:pt x="112522" y="46989"/>
                  </a:lnTo>
                  <a:lnTo>
                    <a:pt x="74675" y="80010"/>
                  </a:lnTo>
                  <a:lnTo>
                    <a:pt x="43434" y="119379"/>
                  </a:lnTo>
                  <a:lnTo>
                    <a:pt x="19812" y="165100"/>
                  </a:lnTo>
                  <a:lnTo>
                    <a:pt x="5079" y="214630"/>
                  </a:lnTo>
                  <a:lnTo>
                    <a:pt x="346" y="254000"/>
                  </a:lnTo>
                  <a:lnTo>
                    <a:pt x="0" y="267969"/>
                  </a:lnTo>
                  <a:lnTo>
                    <a:pt x="380" y="281939"/>
                  </a:lnTo>
                  <a:lnTo>
                    <a:pt x="5461" y="322580"/>
                  </a:lnTo>
                  <a:lnTo>
                    <a:pt x="20574" y="372109"/>
                  </a:lnTo>
                  <a:lnTo>
                    <a:pt x="44323" y="417830"/>
                  </a:lnTo>
                  <a:lnTo>
                    <a:pt x="75819" y="457200"/>
                  </a:lnTo>
                  <a:lnTo>
                    <a:pt x="114046" y="490219"/>
                  </a:lnTo>
                  <a:lnTo>
                    <a:pt x="157988" y="514350"/>
                  </a:lnTo>
                  <a:lnTo>
                    <a:pt x="231648" y="534669"/>
                  </a:lnTo>
                  <a:lnTo>
                    <a:pt x="271399" y="534669"/>
                  </a:lnTo>
                  <a:lnTo>
                    <a:pt x="297306" y="532130"/>
                  </a:lnTo>
                  <a:lnTo>
                    <a:pt x="322579" y="527050"/>
                  </a:lnTo>
                  <a:lnTo>
                    <a:pt x="335152" y="523239"/>
                  </a:lnTo>
                  <a:lnTo>
                    <a:pt x="338563" y="521969"/>
                  </a:lnTo>
                  <a:lnTo>
                    <a:pt x="232664" y="521969"/>
                  </a:lnTo>
                  <a:lnTo>
                    <a:pt x="196596" y="514350"/>
                  </a:lnTo>
                  <a:lnTo>
                    <a:pt x="141097" y="491489"/>
                  </a:lnTo>
                  <a:lnTo>
                    <a:pt x="101980" y="464819"/>
                  </a:lnTo>
                  <a:lnTo>
                    <a:pt x="68706" y="430530"/>
                  </a:lnTo>
                  <a:lnTo>
                    <a:pt x="42291" y="389889"/>
                  </a:lnTo>
                  <a:lnTo>
                    <a:pt x="23875" y="344169"/>
                  </a:lnTo>
                  <a:lnTo>
                    <a:pt x="15494" y="306069"/>
                  </a:lnTo>
                  <a:lnTo>
                    <a:pt x="12700" y="267969"/>
                  </a:lnTo>
                  <a:lnTo>
                    <a:pt x="12928" y="256539"/>
                  </a:lnTo>
                  <a:lnTo>
                    <a:pt x="17652" y="217169"/>
                  </a:lnTo>
                  <a:lnTo>
                    <a:pt x="31876" y="168909"/>
                  </a:lnTo>
                  <a:lnTo>
                    <a:pt x="54355" y="125729"/>
                  </a:lnTo>
                  <a:lnTo>
                    <a:pt x="84200" y="87629"/>
                  </a:lnTo>
                  <a:lnTo>
                    <a:pt x="120269" y="57150"/>
                  </a:lnTo>
                  <a:lnTo>
                    <a:pt x="161925" y="33020"/>
                  </a:lnTo>
                  <a:lnTo>
                    <a:pt x="196215" y="21589"/>
                  </a:lnTo>
                  <a:lnTo>
                    <a:pt x="208025" y="17779"/>
                  </a:lnTo>
                  <a:lnTo>
                    <a:pt x="220091" y="16510"/>
                  </a:lnTo>
                  <a:lnTo>
                    <a:pt x="232283" y="13970"/>
                  </a:lnTo>
                  <a:lnTo>
                    <a:pt x="244728" y="13970"/>
                  </a:lnTo>
                  <a:lnTo>
                    <a:pt x="257428" y="12700"/>
                  </a:lnTo>
                  <a:lnTo>
                    <a:pt x="333883" y="12700"/>
                  </a:lnTo>
                  <a:lnTo>
                    <a:pt x="309118" y="5079"/>
                  </a:lnTo>
                  <a:lnTo>
                    <a:pt x="296418" y="3810"/>
                  </a:lnTo>
                  <a:lnTo>
                    <a:pt x="283464" y="1270"/>
                  </a:lnTo>
                  <a:close/>
                </a:path>
                <a:path w="515620" h="534670">
                  <a:moveTo>
                    <a:pt x="333883" y="12700"/>
                  </a:moveTo>
                  <a:lnTo>
                    <a:pt x="257428" y="12700"/>
                  </a:lnTo>
                  <a:lnTo>
                    <a:pt x="270001" y="13970"/>
                  </a:lnTo>
                  <a:lnTo>
                    <a:pt x="282448" y="13970"/>
                  </a:lnTo>
                  <a:lnTo>
                    <a:pt x="294640" y="16510"/>
                  </a:lnTo>
                  <a:lnTo>
                    <a:pt x="306831" y="17779"/>
                  </a:lnTo>
                  <a:lnTo>
                    <a:pt x="318643" y="21589"/>
                  </a:lnTo>
                  <a:lnTo>
                    <a:pt x="330326" y="24129"/>
                  </a:lnTo>
                  <a:lnTo>
                    <a:pt x="374142" y="43179"/>
                  </a:lnTo>
                  <a:lnTo>
                    <a:pt x="413130" y="71120"/>
                  </a:lnTo>
                  <a:lnTo>
                    <a:pt x="446404" y="105410"/>
                  </a:lnTo>
                  <a:lnTo>
                    <a:pt x="472821" y="146050"/>
                  </a:lnTo>
                  <a:lnTo>
                    <a:pt x="491236" y="191769"/>
                  </a:lnTo>
                  <a:lnTo>
                    <a:pt x="501142" y="241300"/>
                  </a:lnTo>
                  <a:lnTo>
                    <a:pt x="502412" y="267969"/>
                  </a:lnTo>
                  <a:lnTo>
                    <a:pt x="502183" y="279400"/>
                  </a:lnTo>
                  <a:lnTo>
                    <a:pt x="497459" y="318769"/>
                  </a:lnTo>
                  <a:lnTo>
                    <a:pt x="483235" y="367030"/>
                  </a:lnTo>
                  <a:lnTo>
                    <a:pt x="460755" y="410209"/>
                  </a:lnTo>
                  <a:lnTo>
                    <a:pt x="431038" y="447039"/>
                  </a:lnTo>
                  <a:lnTo>
                    <a:pt x="394843" y="478789"/>
                  </a:lnTo>
                  <a:lnTo>
                    <a:pt x="353314" y="502919"/>
                  </a:lnTo>
                  <a:lnTo>
                    <a:pt x="295021" y="519430"/>
                  </a:lnTo>
                  <a:lnTo>
                    <a:pt x="270383" y="521969"/>
                  </a:lnTo>
                  <a:lnTo>
                    <a:pt x="338563" y="521969"/>
                  </a:lnTo>
                  <a:lnTo>
                    <a:pt x="381380" y="502919"/>
                  </a:lnTo>
                  <a:lnTo>
                    <a:pt x="422401" y="473709"/>
                  </a:lnTo>
                  <a:lnTo>
                    <a:pt x="457073" y="436880"/>
                  </a:lnTo>
                  <a:lnTo>
                    <a:pt x="484631" y="393700"/>
                  </a:lnTo>
                  <a:lnTo>
                    <a:pt x="503809" y="346709"/>
                  </a:lnTo>
                  <a:lnTo>
                    <a:pt x="512191" y="307339"/>
                  </a:lnTo>
                  <a:lnTo>
                    <a:pt x="515112" y="267969"/>
                  </a:lnTo>
                  <a:lnTo>
                    <a:pt x="514730" y="254000"/>
                  </a:lnTo>
                  <a:lnTo>
                    <a:pt x="509650" y="213359"/>
                  </a:lnTo>
                  <a:lnTo>
                    <a:pt x="494538" y="163830"/>
                  </a:lnTo>
                  <a:lnTo>
                    <a:pt x="470789" y="118110"/>
                  </a:lnTo>
                  <a:lnTo>
                    <a:pt x="439293" y="78739"/>
                  </a:lnTo>
                  <a:lnTo>
                    <a:pt x="401066" y="45720"/>
                  </a:lnTo>
                  <a:lnTo>
                    <a:pt x="357250" y="21589"/>
                  </a:lnTo>
                  <a:lnTo>
                    <a:pt x="333883" y="12700"/>
                  </a:lnTo>
                  <a:close/>
                </a:path>
                <a:path w="515620" h="534670">
                  <a:moveTo>
                    <a:pt x="281431" y="26670"/>
                  </a:moveTo>
                  <a:lnTo>
                    <a:pt x="234061" y="26670"/>
                  </a:lnTo>
                  <a:lnTo>
                    <a:pt x="222376" y="27939"/>
                  </a:lnTo>
                  <a:lnTo>
                    <a:pt x="167640" y="44450"/>
                  </a:lnTo>
                  <a:lnTo>
                    <a:pt x="128143" y="67310"/>
                  </a:lnTo>
                  <a:lnTo>
                    <a:pt x="93725" y="96520"/>
                  </a:lnTo>
                  <a:lnTo>
                    <a:pt x="65277" y="132079"/>
                  </a:lnTo>
                  <a:lnTo>
                    <a:pt x="43815" y="172719"/>
                  </a:lnTo>
                  <a:lnTo>
                    <a:pt x="30225" y="218439"/>
                  </a:lnTo>
                  <a:lnTo>
                    <a:pt x="25628" y="256539"/>
                  </a:lnTo>
                  <a:lnTo>
                    <a:pt x="25400" y="267969"/>
                  </a:lnTo>
                  <a:lnTo>
                    <a:pt x="25628" y="279400"/>
                  </a:lnTo>
                  <a:lnTo>
                    <a:pt x="35814" y="339089"/>
                  </a:lnTo>
                  <a:lnTo>
                    <a:pt x="53340" y="383539"/>
                  </a:lnTo>
                  <a:lnTo>
                    <a:pt x="78359" y="421639"/>
                  </a:lnTo>
                  <a:lnTo>
                    <a:pt x="109854" y="454659"/>
                  </a:lnTo>
                  <a:lnTo>
                    <a:pt x="146812" y="480059"/>
                  </a:lnTo>
                  <a:lnTo>
                    <a:pt x="188468" y="499109"/>
                  </a:lnTo>
                  <a:lnTo>
                    <a:pt x="222123" y="506730"/>
                  </a:lnTo>
                  <a:lnTo>
                    <a:pt x="233679" y="509269"/>
                  </a:lnTo>
                  <a:lnTo>
                    <a:pt x="281177" y="509269"/>
                  </a:lnTo>
                  <a:lnTo>
                    <a:pt x="292735" y="506730"/>
                  </a:lnTo>
                  <a:lnTo>
                    <a:pt x="304038" y="505459"/>
                  </a:lnTo>
                  <a:lnTo>
                    <a:pt x="315341" y="502919"/>
                  </a:lnTo>
                  <a:lnTo>
                    <a:pt x="333290" y="496569"/>
                  </a:lnTo>
                  <a:lnTo>
                    <a:pt x="234696" y="496569"/>
                  </a:lnTo>
                  <a:lnTo>
                    <a:pt x="223774" y="494030"/>
                  </a:lnTo>
                  <a:lnTo>
                    <a:pt x="171576" y="478789"/>
                  </a:lnTo>
                  <a:lnTo>
                    <a:pt x="134366" y="457200"/>
                  </a:lnTo>
                  <a:lnTo>
                    <a:pt x="102108" y="429259"/>
                  </a:lnTo>
                  <a:lnTo>
                    <a:pt x="75311" y="394969"/>
                  </a:lnTo>
                  <a:lnTo>
                    <a:pt x="55118" y="356869"/>
                  </a:lnTo>
                  <a:lnTo>
                    <a:pt x="42418" y="313689"/>
                  </a:lnTo>
                  <a:lnTo>
                    <a:pt x="38100" y="267969"/>
                  </a:lnTo>
                  <a:lnTo>
                    <a:pt x="38328" y="256539"/>
                  </a:lnTo>
                  <a:lnTo>
                    <a:pt x="48260" y="198119"/>
                  </a:lnTo>
                  <a:lnTo>
                    <a:pt x="65150" y="157480"/>
                  </a:lnTo>
                  <a:lnTo>
                    <a:pt x="89026" y="120650"/>
                  </a:lnTo>
                  <a:lnTo>
                    <a:pt x="118999" y="90170"/>
                  </a:lnTo>
                  <a:lnTo>
                    <a:pt x="154050" y="66039"/>
                  </a:lnTo>
                  <a:lnTo>
                    <a:pt x="193548" y="48260"/>
                  </a:lnTo>
                  <a:lnTo>
                    <a:pt x="235712" y="39370"/>
                  </a:lnTo>
                  <a:lnTo>
                    <a:pt x="246761" y="39370"/>
                  </a:lnTo>
                  <a:lnTo>
                    <a:pt x="257937" y="38100"/>
                  </a:lnTo>
                  <a:lnTo>
                    <a:pt x="330327" y="38100"/>
                  </a:lnTo>
                  <a:lnTo>
                    <a:pt x="326771" y="36829"/>
                  </a:lnTo>
                  <a:lnTo>
                    <a:pt x="315722" y="33020"/>
                  </a:lnTo>
                  <a:lnTo>
                    <a:pt x="292989" y="27939"/>
                  </a:lnTo>
                  <a:lnTo>
                    <a:pt x="281431" y="26670"/>
                  </a:lnTo>
                  <a:close/>
                </a:path>
                <a:path w="515620" h="534670">
                  <a:moveTo>
                    <a:pt x="330327" y="38100"/>
                  </a:moveTo>
                  <a:lnTo>
                    <a:pt x="257937" y="38100"/>
                  </a:lnTo>
                  <a:lnTo>
                    <a:pt x="269367" y="39370"/>
                  </a:lnTo>
                  <a:lnTo>
                    <a:pt x="280416" y="39370"/>
                  </a:lnTo>
                  <a:lnTo>
                    <a:pt x="291338" y="40639"/>
                  </a:lnTo>
                  <a:lnTo>
                    <a:pt x="343662" y="57150"/>
                  </a:lnTo>
                  <a:lnTo>
                    <a:pt x="380746" y="77470"/>
                  </a:lnTo>
                  <a:lnTo>
                    <a:pt x="413130" y="106679"/>
                  </a:lnTo>
                  <a:lnTo>
                    <a:pt x="439800" y="139700"/>
                  </a:lnTo>
                  <a:lnTo>
                    <a:pt x="459994" y="179069"/>
                  </a:lnTo>
                  <a:lnTo>
                    <a:pt x="472694" y="222250"/>
                  </a:lnTo>
                  <a:lnTo>
                    <a:pt x="477012" y="267969"/>
                  </a:lnTo>
                  <a:lnTo>
                    <a:pt x="476783" y="279400"/>
                  </a:lnTo>
                  <a:lnTo>
                    <a:pt x="466851" y="337819"/>
                  </a:lnTo>
                  <a:lnTo>
                    <a:pt x="449961" y="378459"/>
                  </a:lnTo>
                  <a:lnTo>
                    <a:pt x="426085" y="415289"/>
                  </a:lnTo>
                  <a:lnTo>
                    <a:pt x="396113" y="445769"/>
                  </a:lnTo>
                  <a:lnTo>
                    <a:pt x="361061" y="469900"/>
                  </a:lnTo>
                  <a:lnTo>
                    <a:pt x="321691" y="487680"/>
                  </a:lnTo>
                  <a:lnTo>
                    <a:pt x="279526" y="496569"/>
                  </a:lnTo>
                  <a:lnTo>
                    <a:pt x="333290" y="496569"/>
                  </a:lnTo>
                  <a:lnTo>
                    <a:pt x="386969" y="468630"/>
                  </a:lnTo>
                  <a:lnTo>
                    <a:pt x="421513" y="439419"/>
                  </a:lnTo>
                  <a:lnTo>
                    <a:pt x="449834" y="403859"/>
                  </a:lnTo>
                  <a:lnTo>
                    <a:pt x="471297" y="361950"/>
                  </a:lnTo>
                  <a:lnTo>
                    <a:pt x="484886" y="317500"/>
                  </a:lnTo>
                  <a:lnTo>
                    <a:pt x="489483" y="279400"/>
                  </a:lnTo>
                  <a:lnTo>
                    <a:pt x="489712" y="267969"/>
                  </a:lnTo>
                  <a:lnTo>
                    <a:pt x="489369" y="256539"/>
                  </a:lnTo>
                  <a:lnTo>
                    <a:pt x="479298" y="195580"/>
                  </a:lnTo>
                  <a:lnTo>
                    <a:pt x="461772" y="152400"/>
                  </a:lnTo>
                  <a:lnTo>
                    <a:pt x="436752" y="114300"/>
                  </a:lnTo>
                  <a:lnTo>
                    <a:pt x="405384" y="81279"/>
                  </a:lnTo>
                  <a:lnTo>
                    <a:pt x="368426" y="54610"/>
                  </a:lnTo>
                  <a:lnTo>
                    <a:pt x="348106" y="44450"/>
                  </a:lnTo>
                  <a:lnTo>
                    <a:pt x="330327" y="38100"/>
                  </a:lnTo>
                  <a:close/>
                </a:path>
                <a:path w="515620" h="534670">
                  <a:moveTo>
                    <a:pt x="257683" y="25400"/>
                  </a:moveTo>
                  <a:lnTo>
                    <a:pt x="245745" y="26670"/>
                  </a:lnTo>
                  <a:lnTo>
                    <a:pt x="269748" y="26670"/>
                  </a:lnTo>
                  <a:lnTo>
                    <a:pt x="257683" y="25400"/>
                  </a:lnTo>
                  <a:close/>
                </a:path>
                <a:path w="515620" h="534670">
                  <a:moveTo>
                    <a:pt x="257175" y="0"/>
                  </a:moveTo>
                  <a:lnTo>
                    <a:pt x="243713" y="1270"/>
                  </a:lnTo>
                  <a:lnTo>
                    <a:pt x="270255" y="1270"/>
                  </a:lnTo>
                  <a:lnTo>
                    <a:pt x="257175" y="0"/>
                  </a:lnTo>
                  <a:close/>
                </a:path>
              </a:pathLst>
            </a:custGeom>
            <a:solidFill>
              <a:srgbClr val="990000"/>
            </a:solidFill>
          </p:spPr>
          <p:txBody>
            <a:bodyPr wrap="square" lIns="0" tIns="0" rIns="0" bIns="0" rtlCol="0"/>
            <a:lstStyle/>
            <a:p>
              <a:endParaRPr/>
            </a:p>
          </p:txBody>
        </p:sp>
        <p:sp>
          <p:nvSpPr>
            <p:cNvPr id="41" name="object 41"/>
            <p:cNvSpPr/>
            <p:nvPr/>
          </p:nvSpPr>
          <p:spPr>
            <a:xfrm>
              <a:off x="7458456" y="4084319"/>
              <a:ext cx="4185285" cy="342900"/>
            </a:xfrm>
            <a:custGeom>
              <a:avLst/>
              <a:gdLst/>
              <a:ahLst/>
              <a:cxnLst/>
              <a:rect l="l" t="t" r="r" b="b"/>
              <a:pathLst>
                <a:path w="4185284" h="342900">
                  <a:moveTo>
                    <a:pt x="4184904" y="0"/>
                  </a:moveTo>
                  <a:lnTo>
                    <a:pt x="0" y="0"/>
                  </a:lnTo>
                  <a:lnTo>
                    <a:pt x="0" y="342899"/>
                  </a:lnTo>
                  <a:lnTo>
                    <a:pt x="4184904" y="342899"/>
                  </a:lnTo>
                  <a:lnTo>
                    <a:pt x="4184904" y="0"/>
                  </a:lnTo>
                  <a:close/>
                </a:path>
              </a:pathLst>
            </a:custGeom>
            <a:solidFill>
              <a:srgbClr val="5F497A"/>
            </a:solidFill>
          </p:spPr>
          <p:txBody>
            <a:bodyPr wrap="square" lIns="0" tIns="0" rIns="0" bIns="0" rtlCol="0"/>
            <a:lstStyle/>
            <a:p>
              <a:endParaRPr/>
            </a:p>
          </p:txBody>
        </p:sp>
        <p:sp>
          <p:nvSpPr>
            <p:cNvPr id="42" name="object 42"/>
            <p:cNvSpPr/>
            <p:nvPr/>
          </p:nvSpPr>
          <p:spPr>
            <a:xfrm>
              <a:off x="7458456" y="4084319"/>
              <a:ext cx="4185285" cy="342900"/>
            </a:xfrm>
            <a:custGeom>
              <a:avLst/>
              <a:gdLst/>
              <a:ahLst/>
              <a:cxnLst/>
              <a:rect l="l" t="t" r="r" b="b"/>
              <a:pathLst>
                <a:path w="4185284" h="342900">
                  <a:moveTo>
                    <a:pt x="0" y="342899"/>
                  </a:moveTo>
                  <a:lnTo>
                    <a:pt x="4184904" y="342899"/>
                  </a:lnTo>
                  <a:lnTo>
                    <a:pt x="4184904" y="0"/>
                  </a:lnTo>
                  <a:lnTo>
                    <a:pt x="0" y="0"/>
                  </a:lnTo>
                  <a:lnTo>
                    <a:pt x="0" y="342899"/>
                  </a:lnTo>
                  <a:close/>
                </a:path>
              </a:pathLst>
            </a:custGeom>
            <a:ln w="3175">
              <a:solidFill>
                <a:srgbClr val="0F469B"/>
              </a:solidFill>
            </a:ln>
          </p:spPr>
          <p:txBody>
            <a:bodyPr wrap="square" lIns="0" tIns="0" rIns="0" bIns="0" rtlCol="0"/>
            <a:lstStyle/>
            <a:p>
              <a:endParaRPr/>
            </a:p>
          </p:txBody>
        </p:sp>
      </p:grpSp>
      <p:sp>
        <p:nvSpPr>
          <p:cNvPr id="43" name="object 43"/>
          <p:cNvSpPr txBox="1"/>
          <p:nvPr/>
        </p:nvSpPr>
        <p:spPr>
          <a:xfrm>
            <a:off x="7802626" y="4125214"/>
            <a:ext cx="106870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Calibri"/>
                <a:cs typeface="Calibri"/>
              </a:rPr>
              <a:t>PiLog</a:t>
            </a:r>
            <a:r>
              <a:rPr sz="1400" b="1" spc="-45" dirty="0">
                <a:solidFill>
                  <a:srgbClr val="FFFFFF"/>
                </a:solidFill>
                <a:latin typeface="Calibri"/>
                <a:cs typeface="Calibri"/>
              </a:rPr>
              <a:t> </a:t>
            </a:r>
            <a:r>
              <a:rPr sz="1400" b="1" dirty="0">
                <a:solidFill>
                  <a:srgbClr val="FFFFFF"/>
                </a:solidFill>
                <a:latin typeface="Calibri"/>
                <a:cs typeface="Calibri"/>
              </a:rPr>
              <a:t>Inc,</a:t>
            </a:r>
            <a:r>
              <a:rPr sz="1400" b="1" spc="-40" dirty="0">
                <a:solidFill>
                  <a:srgbClr val="FFFFFF"/>
                </a:solidFill>
                <a:latin typeface="Calibri"/>
                <a:cs typeface="Calibri"/>
              </a:rPr>
              <a:t> </a:t>
            </a:r>
            <a:r>
              <a:rPr sz="1400" b="1" spc="-5" dirty="0">
                <a:solidFill>
                  <a:srgbClr val="FFFFFF"/>
                </a:solidFill>
                <a:latin typeface="Calibri"/>
                <a:cs typeface="Calibri"/>
              </a:rPr>
              <a:t>USA</a:t>
            </a:r>
            <a:endParaRPr sz="1400" dirty="0">
              <a:latin typeface="Calibri"/>
              <a:cs typeface="Calibri"/>
            </a:endParaRPr>
          </a:p>
        </p:txBody>
      </p:sp>
      <p:grpSp>
        <p:nvGrpSpPr>
          <p:cNvPr id="44" name="object 44"/>
          <p:cNvGrpSpPr/>
          <p:nvPr/>
        </p:nvGrpSpPr>
        <p:grpSpPr>
          <a:xfrm>
            <a:off x="7171880" y="3989832"/>
            <a:ext cx="4473575" cy="909955"/>
            <a:chOff x="7171880" y="3989832"/>
            <a:chExt cx="4473575" cy="909955"/>
          </a:xfrm>
        </p:grpSpPr>
        <p:sp>
          <p:nvSpPr>
            <p:cNvPr id="45" name="object 45"/>
            <p:cNvSpPr/>
            <p:nvPr/>
          </p:nvSpPr>
          <p:spPr>
            <a:xfrm>
              <a:off x="7285482" y="4008882"/>
              <a:ext cx="475615" cy="495300"/>
            </a:xfrm>
            <a:custGeom>
              <a:avLst/>
              <a:gdLst/>
              <a:ahLst/>
              <a:cxnLst/>
              <a:rect l="l" t="t" r="r" b="b"/>
              <a:pathLst>
                <a:path w="475615" h="495300">
                  <a:moveTo>
                    <a:pt x="237744" y="0"/>
                  </a:moveTo>
                  <a:lnTo>
                    <a:pt x="189825" y="5031"/>
                  </a:lnTo>
                  <a:lnTo>
                    <a:pt x="145196" y="19460"/>
                  </a:lnTo>
                  <a:lnTo>
                    <a:pt x="104812" y="42293"/>
                  </a:lnTo>
                  <a:lnTo>
                    <a:pt x="69627" y="72532"/>
                  </a:lnTo>
                  <a:lnTo>
                    <a:pt x="40598" y="109184"/>
                  </a:lnTo>
                  <a:lnTo>
                    <a:pt x="18680" y="151251"/>
                  </a:lnTo>
                  <a:lnTo>
                    <a:pt x="4829" y="197738"/>
                  </a:lnTo>
                  <a:lnTo>
                    <a:pt x="0" y="247650"/>
                  </a:lnTo>
                  <a:lnTo>
                    <a:pt x="4829" y="297561"/>
                  </a:lnTo>
                  <a:lnTo>
                    <a:pt x="18680" y="344048"/>
                  </a:lnTo>
                  <a:lnTo>
                    <a:pt x="40598" y="386115"/>
                  </a:lnTo>
                  <a:lnTo>
                    <a:pt x="69627" y="422767"/>
                  </a:lnTo>
                  <a:lnTo>
                    <a:pt x="104812" y="453006"/>
                  </a:lnTo>
                  <a:lnTo>
                    <a:pt x="145196" y="475839"/>
                  </a:lnTo>
                  <a:lnTo>
                    <a:pt x="189825" y="490268"/>
                  </a:lnTo>
                  <a:lnTo>
                    <a:pt x="237744" y="495300"/>
                  </a:lnTo>
                  <a:lnTo>
                    <a:pt x="285662" y="490268"/>
                  </a:lnTo>
                  <a:lnTo>
                    <a:pt x="330291" y="475839"/>
                  </a:lnTo>
                  <a:lnTo>
                    <a:pt x="370675" y="453006"/>
                  </a:lnTo>
                  <a:lnTo>
                    <a:pt x="405860" y="422767"/>
                  </a:lnTo>
                  <a:lnTo>
                    <a:pt x="434889" y="386115"/>
                  </a:lnTo>
                  <a:lnTo>
                    <a:pt x="456807" y="344048"/>
                  </a:lnTo>
                  <a:lnTo>
                    <a:pt x="470658" y="297561"/>
                  </a:lnTo>
                  <a:lnTo>
                    <a:pt x="475488" y="247650"/>
                  </a:lnTo>
                  <a:lnTo>
                    <a:pt x="470658" y="197738"/>
                  </a:lnTo>
                  <a:lnTo>
                    <a:pt x="456807" y="151251"/>
                  </a:lnTo>
                  <a:lnTo>
                    <a:pt x="434889" y="109184"/>
                  </a:lnTo>
                  <a:lnTo>
                    <a:pt x="405860" y="72532"/>
                  </a:lnTo>
                  <a:lnTo>
                    <a:pt x="370675" y="42293"/>
                  </a:lnTo>
                  <a:lnTo>
                    <a:pt x="330291" y="19460"/>
                  </a:lnTo>
                  <a:lnTo>
                    <a:pt x="285662" y="5031"/>
                  </a:lnTo>
                  <a:lnTo>
                    <a:pt x="237744" y="0"/>
                  </a:lnTo>
                  <a:close/>
                </a:path>
              </a:pathLst>
            </a:custGeom>
            <a:solidFill>
              <a:srgbClr val="FFFFFF"/>
            </a:solidFill>
          </p:spPr>
          <p:txBody>
            <a:bodyPr wrap="square" lIns="0" tIns="0" rIns="0" bIns="0" rtlCol="0"/>
            <a:lstStyle/>
            <a:p>
              <a:endParaRPr/>
            </a:p>
          </p:txBody>
        </p:sp>
        <p:sp>
          <p:nvSpPr>
            <p:cNvPr id="46" name="object 46"/>
            <p:cNvSpPr/>
            <p:nvPr/>
          </p:nvSpPr>
          <p:spPr>
            <a:xfrm>
              <a:off x="7266432" y="3989832"/>
              <a:ext cx="513715" cy="533400"/>
            </a:xfrm>
            <a:custGeom>
              <a:avLst/>
              <a:gdLst/>
              <a:ahLst/>
              <a:cxnLst/>
              <a:rect l="l" t="t" r="r" b="b"/>
              <a:pathLst>
                <a:path w="513715" h="533400">
                  <a:moveTo>
                    <a:pt x="256286" y="0"/>
                  </a:moveTo>
                  <a:lnTo>
                    <a:pt x="217043" y="3810"/>
                  </a:lnTo>
                  <a:lnTo>
                    <a:pt x="179324" y="12700"/>
                  </a:lnTo>
                  <a:lnTo>
                    <a:pt x="133223" y="33020"/>
                  </a:lnTo>
                  <a:lnTo>
                    <a:pt x="92583" y="62230"/>
                  </a:lnTo>
                  <a:lnTo>
                    <a:pt x="57912" y="99060"/>
                  </a:lnTo>
                  <a:lnTo>
                    <a:pt x="30479" y="140970"/>
                  </a:lnTo>
                  <a:lnTo>
                    <a:pt x="11175" y="189230"/>
                  </a:lnTo>
                  <a:lnTo>
                    <a:pt x="2921" y="227330"/>
                  </a:lnTo>
                  <a:lnTo>
                    <a:pt x="0" y="267970"/>
                  </a:lnTo>
                  <a:lnTo>
                    <a:pt x="381" y="281940"/>
                  </a:lnTo>
                  <a:lnTo>
                    <a:pt x="5461" y="321310"/>
                  </a:lnTo>
                  <a:lnTo>
                    <a:pt x="20447" y="372110"/>
                  </a:lnTo>
                  <a:lnTo>
                    <a:pt x="44196" y="416560"/>
                  </a:lnTo>
                  <a:lnTo>
                    <a:pt x="75692" y="455930"/>
                  </a:lnTo>
                  <a:lnTo>
                    <a:pt x="113665" y="488950"/>
                  </a:lnTo>
                  <a:lnTo>
                    <a:pt x="157479" y="513080"/>
                  </a:lnTo>
                  <a:lnTo>
                    <a:pt x="231013" y="533400"/>
                  </a:lnTo>
                  <a:lnTo>
                    <a:pt x="270510" y="533400"/>
                  </a:lnTo>
                  <a:lnTo>
                    <a:pt x="296545" y="530860"/>
                  </a:lnTo>
                  <a:lnTo>
                    <a:pt x="321691" y="525780"/>
                  </a:lnTo>
                  <a:lnTo>
                    <a:pt x="334264" y="521970"/>
                  </a:lnTo>
                  <a:lnTo>
                    <a:pt x="337656" y="520700"/>
                  </a:lnTo>
                  <a:lnTo>
                    <a:pt x="232028" y="520700"/>
                  </a:lnTo>
                  <a:lnTo>
                    <a:pt x="195834" y="513080"/>
                  </a:lnTo>
                  <a:lnTo>
                    <a:pt x="140589" y="490220"/>
                  </a:lnTo>
                  <a:lnTo>
                    <a:pt x="101726" y="463550"/>
                  </a:lnTo>
                  <a:lnTo>
                    <a:pt x="68579" y="429260"/>
                  </a:lnTo>
                  <a:lnTo>
                    <a:pt x="42291" y="388620"/>
                  </a:lnTo>
                  <a:lnTo>
                    <a:pt x="23749" y="342900"/>
                  </a:lnTo>
                  <a:lnTo>
                    <a:pt x="13970" y="293370"/>
                  </a:lnTo>
                  <a:lnTo>
                    <a:pt x="12700" y="267970"/>
                  </a:lnTo>
                  <a:lnTo>
                    <a:pt x="12930" y="255270"/>
                  </a:lnTo>
                  <a:lnTo>
                    <a:pt x="17652" y="215900"/>
                  </a:lnTo>
                  <a:lnTo>
                    <a:pt x="31750" y="168910"/>
                  </a:lnTo>
                  <a:lnTo>
                    <a:pt x="54101" y="125730"/>
                  </a:lnTo>
                  <a:lnTo>
                    <a:pt x="83947" y="87630"/>
                  </a:lnTo>
                  <a:lnTo>
                    <a:pt x="120015" y="57150"/>
                  </a:lnTo>
                  <a:lnTo>
                    <a:pt x="161417" y="33020"/>
                  </a:lnTo>
                  <a:lnTo>
                    <a:pt x="231648" y="13970"/>
                  </a:lnTo>
                  <a:lnTo>
                    <a:pt x="244094" y="13970"/>
                  </a:lnTo>
                  <a:lnTo>
                    <a:pt x="256667" y="12700"/>
                  </a:lnTo>
                  <a:lnTo>
                    <a:pt x="332867" y="12700"/>
                  </a:lnTo>
                  <a:lnTo>
                    <a:pt x="320675" y="8890"/>
                  </a:lnTo>
                  <a:lnTo>
                    <a:pt x="282575" y="1270"/>
                  </a:lnTo>
                  <a:lnTo>
                    <a:pt x="269494" y="1270"/>
                  </a:lnTo>
                  <a:lnTo>
                    <a:pt x="256286" y="0"/>
                  </a:lnTo>
                  <a:close/>
                </a:path>
                <a:path w="513715" h="533400">
                  <a:moveTo>
                    <a:pt x="332867" y="12700"/>
                  </a:moveTo>
                  <a:lnTo>
                    <a:pt x="256667" y="12700"/>
                  </a:lnTo>
                  <a:lnTo>
                    <a:pt x="269113" y="13970"/>
                  </a:lnTo>
                  <a:lnTo>
                    <a:pt x="281559" y="13970"/>
                  </a:lnTo>
                  <a:lnTo>
                    <a:pt x="317753" y="21590"/>
                  </a:lnTo>
                  <a:lnTo>
                    <a:pt x="372999" y="44450"/>
                  </a:lnTo>
                  <a:lnTo>
                    <a:pt x="411988" y="71120"/>
                  </a:lnTo>
                  <a:lnTo>
                    <a:pt x="445008" y="105410"/>
                  </a:lnTo>
                  <a:lnTo>
                    <a:pt x="471297" y="146050"/>
                  </a:lnTo>
                  <a:lnTo>
                    <a:pt x="489839" y="191770"/>
                  </a:lnTo>
                  <a:lnTo>
                    <a:pt x="499618" y="241300"/>
                  </a:lnTo>
                  <a:lnTo>
                    <a:pt x="500888" y="266700"/>
                  </a:lnTo>
                  <a:lnTo>
                    <a:pt x="500657" y="279400"/>
                  </a:lnTo>
                  <a:lnTo>
                    <a:pt x="495935" y="318770"/>
                  </a:lnTo>
                  <a:lnTo>
                    <a:pt x="481838" y="365760"/>
                  </a:lnTo>
                  <a:lnTo>
                    <a:pt x="459486" y="408940"/>
                  </a:lnTo>
                  <a:lnTo>
                    <a:pt x="429641" y="447040"/>
                  </a:lnTo>
                  <a:lnTo>
                    <a:pt x="393700" y="477520"/>
                  </a:lnTo>
                  <a:lnTo>
                    <a:pt x="352298" y="501650"/>
                  </a:lnTo>
                  <a:lnTo>
                    <a:pt x="281940" y="520700"/>
                  </a:lnTo>
                  <a:lnTo>
                    <a:pt x="337656" y="520700"/>
                  </a:lnTo>
                  <a:lnTo>
                    <a:pt x="380365" y="501650"/>
                  </a:lnTo>
                  <a:lnTo>
                    <a:pt x="421132" y="472440"/>
                  </a:lnTo>
                  <a:lnTo>
                    <a:pt x="455675" y="435610"/>
                  </a:lnTo>
                  <a:lnTo>
                    <a:pt x="483108" y="393700"/>
                  </a:lnTo>
                  <a:lnTo>
                    <a:pt x="502412" y="345440"/>
                  </a:lnTo>
                  <a:lnTo>
                    <a:pt x="510667" y="307340"/>
                  </a:lnTo>
                  <a:lnTo>
                    <a:pt x="513588" y="266700"/>
                  </a:lnTo>
                  <a:lnTo>
                    <a:pt x="513207" y="252730"/>
                  </a:lnTo>
                  <a:lnTo>
                    <a:pt x="508126" y="213360"/>
                  </a:lnTo>
                  <a:lnTo>
                    <a:pt x="493141" y="162560"/>
                  </a:lnTo>
                  <a:lnTo>
                    <a:pt x="469392" y="118110"/>
                  </a:lnTo>
                  <a:lnTo>
                    <a:pt x="438023" y="78740"/>
                  </a:lnTo>
                  <a:lnTo>
                    <a:pt x="399923" y="45720"/>
                  </a:lnTo>
                  <a:lnTo>
                    <a:pt x="356108" y="21590"/>
                  </a:lnTo>
                  <a:lnTo>
                    <a:pt x="332867" y="12700"/>
                  </a:lnTo>
                  <a:close/>
                </a:path>
                <a:path w="513715" h="533400">
                  <a:moveTo>
                    <a:pt x="280543" y="26670"/>
                  </a:moveTo>
                  <a:lnTo>
                    <a:pt x="233299" y="26670"/>
                  </a:lnTo>
                  <a:lnTo>
                    <a:pt x="221742" y="29210"/>
                  </a:lnTo>
                  <a:lnTo>
                    <a:pt x="210312" y="30480"/>
                  </a:lnTo>
                  <a:lnTo>
                    <a:pt x="167132" y="44450"/>
                  </a:lnTo>
                  <a:lnTo>
                    <a:pt x="127889" y="67310"/>
                  </a:lnTo>
                  <a:lnTo>
                    <a:pt x="93472" y="96520"/>
                  </a:lnTo>
                  <a:lnTo>
                    <a:pt x="65150" y="132080"/>
                  </a:lnTo>
                  <a:lnTo>
                    <a:pt x="43688" y="172720"/>
                  </a:lnTo>
                  <a:lnTo>
                    <a:pt x="30225" y="218440"/>
                  </a:lnTo>
                  <a:lnTo>
                    <a:pt x="25400" y="266700"/>
                  </a:lnTo>
                  <a:lnTo>
                    <a:pt x="25628" y="278130"/>
                  </a:lnTo>
                  <a:lnTo>
                    <a:pt x="30099" y="316230"/>
                  </a:lnTo>
                  <a:lnTo>
                    <a:pt x="43434" y="360680"/>
                  </a:lnTo>
                  <a:lnTo>
                    <a:pt x="64770" y="402590"/>
                  </a:lnTo>
                  <a:lnTo>
                    <a:pt x="92964" y="438150"/>
                  </a:lnTo>
                  <a:lnTo>
                    <a:pt x="127381" y="467360"/>
                  </a:lnTo>
                  <a:lnTo>
                    <a:pt x="166624" y="488950"/>
                  </a:lnTo>
                  <a:lnTo>
                    <a:pt x="210058" y="504190"/>
                  </a:lnTo>
                  <a:lnTo>
                    <a:pt x="221488" y="505460"/>
                  </a:lnTo>
                  <a:lnTo>
                    <a:pt x="233045" y="508000"/>
                  </a:lnTo>
                  <a:lnTo>
                    <a:pt x="280289" y="508000"/>
                  </a:lnTo>
                  <a:lnTo>
                    <a:pt x="291846" y="505460"/>
                  </a:lnTo>
                  <a:lnTo>
                    <a:pt x="303275" y="504190"/>
                  </a:lnTo>
                  <a:lnTo>
                    <a:pt x="314451" y="501650"/>
                  </a:lnTo>
                  <a:lnTo>
                    <a:pt x="332316" y="495300"/>
                  </a:lnTo>
                  <a:lnTo>
                    <a:pt x="234061" y="495300"/>
                  </a:lnTo>
                  <a:lnTo>
                    <a:pt x="223139" y="492760"/>
                  </a:lnTo>
                  <a:lnTo>
                    <a:pt x="171069" y="477520"/>
                  </a:lnTo>
                  <a:lnTo>
                    <a:pt x="134112" y="457200"/>
                  </a:lnTo>
                  <a:lnTo>
                    <a:pt x="101726" y="429260"/>
                  </a:lnTo>
                  <a:lnTo>
                    <a:pt x="75057" y="394970"/>
                  </a:lnTo>
                  <a:lnTo>
                    <a:pt x="54991" y="355600"/>
                  </a:lnTo>
                  <a:lnTo>
                    <a:pt x="42418" y="312420"/>
                  </a:lnTo>
                  <a:lnTo>
                    <a:pt x="38100" y="266700"/>
                  </a:lnTo>
                  <a:lnTo>
                    <a:pt x="38353" y="255270"/>
                  </a:lnTo>
                  <a:lnTo>
                    <a:pt x="48260" y="198120"/>
                  </a:lnTo>
                  <a:lnTo>
                    <a:pt x="65024" y="157480"/>
                  </a:lnTo>
                  <a:lnTo>
                    <a:pt x="88773" y="120650"/>
                  </a:lnTo>
                  <a:lnTo>
                    <a:pt x="118745" y="90170"/>
                  </a:lnTo>
                  <a:lnTo>
                    <a:pt x="153670" y="66040"/>
                  </a:lnTo>
                  <a:lnTo>
                    <a:pt x="192913" y="48260"/>
                  </a:lnTo>
                  <a:lnTo>
                    <a:pt x="224154" y="41910"/>
                  </a:lnTo>
                  <a:lnTo>
                    <a:pt x="235076" y="39370"/>
                  </a:lnTo>
                  <a:lnTo>
                    <a:pt x="246125" y="39370"/>
                  </a:lnTo>
                  <a:lnTo>
                    <a:pt x="257301" y="38100"/>
                  </a:lnTo>
                  <a:lnTo>
                    <a:pt x="329205" y="38100"/>
                  </a:lnTo>
                  <a:lnTo>
                    <a:pt x="314706" y="33020"/>
                  </a:lnTo>
                  <a:lnTo>
                    <a:pt x="303529" y="30480"/>
                  </a:lnTo>
                  <a:lnTo>
                    <a:pt x="292100" y="29210"/>
                  </a:lnTo>
                  <a:lnTo>
                    <a:pt x="280543" y="26670"/>
                  </a:lnTo>
                  <a:close/>
                </a:path>
                <a:path w="513715" h="533400">
                  <a:moveTo>
                    <a:pt x="329205" y="38100"/>
                  </a:moveTo>
                  <a:lnTo>
                    <a:pt x="257301" y="38100"/>
                  </a:lnTo>
                  <a:lnTo>
                    <a:pt x="268477" y="39370"/>
                  </a:lnTo>
                  <a:lnTo>
                    <a:pt x="279526" y="39370"/>
                  </a:lnTo>
                  <a:lnTo>
                    <a:pt x="290449" y="41910"/>
                  </a:lnTo>
                  <a:lnTo>
                    <a:pt x="342646" y="57150"/>
                  </a:lnTo>
                  <a:lnTo>
                    <a:pt x="379602" y="77470"/>
                  </a:lnTo>
                  <a:lnTo>
                    <a:pt x="411734" y="106680"/>
                  </a:lnTo>
                  <a:lnTo>
                    <a:pt x="438531" y="139700"/>
                  </a:lnTo>
                  <a:lnTo>
                    <a:pt x="458597" y="179070"/>
                  </a:lnTo>
                  <a:lnTo>
                    <a:pt x="471170" y="222250"/>
                  </a:lnTo>
                  <a:lnTo>
                    <a:pt x="475488" y="267970"/>
                  </a:lnTo>
                  <a:lnTo>
                    <a:pt x="475262" y="278130"/>
                  </a:lnTo>
                  <a:lnTo>
                    <a:pt x="465327" y="336550"/>
                  </a:lnTo>
                  <a:lnTo>
                    <a:pt x="448564" y="377190"/>
                  </a:lnTo>
                  <a:lnTo>
                    <a:pt x="424815" y="414020"/>
                  </a:lnTo>
                  <a:lnTo>
                    <a:pt x="394970" y="444500"/>
                  </a:lnTo>
                  <a:lnTo>
                    <a:pt x="359918" y="468630"/>
                  </a:lnTo>
                  <a:lnTo>
                    <a:pt x="320675" y="486410"/>
                  </a:lnTo>
                  <a:lnTo>
                    <a:pt x="278511" y="495300"/>
                  </a:lnTo>
                  <a:lnTo>
                    <a:pt x="332316" y="495300"/>
                  </a:lnTo>
                  <a:lnTo>
                    <a:pt x="385825" y="467360"/>
                  </a:lnTo>
                  <a:lnTo>
                    <a:pt x="420116" y="438150"/>
                  </a:lnTo>
                  <a:lnTo>
                    <a:pt x="448437" y="402590"/>
                  </a:lnTo>
                  <a:lnTo>
                    <a:pt x="469900" y="361950"/>
                  </a:lnTo>
                  <a:lnTo>
                    <a:pt x="483362" y="316230"/>
                  </a:lnTo>
                  <a:lnTo>
                    <a:pt x="488188" y="267970"/>
                  </a:lnTo>
                  <a:lnTo>
                    <a:pt x="487807" y="255270"/>
                  </a:lnTo>
                  <a:lnTo>
                    <a:pt x="477900" y="195580"/>
                  </a:lnTo>
                  <a:lnTo>
                    <a:pt x="460375" y="152400"/>
                  </a:lnTo>
                  <a:lnTo>
                    <a:pt x="435483" y="114300"/>
                  </a:lnTo>
                  <a:lnTo>
                    <a:pt x="404114" y="81280"/>
                  </a:lnTo>
                  <a:lnTo>
                    <a:pt x="367284" y="55880"/>
                  </a:lnTo>
                  <a:lnTo>
                    <a:pt x="347091" y="44450"/>
                  </a:lnTo>
                  <a:lnTo>
                    <a:pt x="329205" y="38100"/>
                  </a:lnTo>
                  <a:close/>
                </a:path>
                <a:path w="513715" h="533400">
                  <a:moveTo>
                    <a:pt x="256921" y="25400"/>
                  </a:moveTo>
                  <a:lnTo>
                    <a:pt x="245110" y="26670"/>
                  </a:lnTo>
                  <a:lnTo>
                    <a:pt x="268859" y="26670"/>
                  </a:lnTo>
                  <a:lnTo>
                    <a:pt x="256921" y="25400"/>
                  </a:lnTo>
                  <a:close/>
                </a:path>
              </a:pathLst>
            </a:custGeom>
            <a:solidFill>
              <a:srgbClr val="5F497A"/>
            </a:solidFill>
          </p:spPr>
          <p:txBody>
            <a:bodyPr wrap="square" lIns="0" tIns="0" rIns="0" bIns="0" rtlCol="0"/>
            <a:lstStyle/>
            <a:p>
              <a:endParaRPr/>
            </a:p>
          </p:txBody>
        </p:sp>
        <p:sp>
          <p:nvSpPr>
            <p:cNvPr id="47" name="object 47"/>
            <p:cNvSpPr/>
            <p:nvPr/>
          </p:nvSpPr>
          <p:spPr>
            <a:xfrm>
              <a:off x="7173468" y="4556760"/>
              <a:ext cx="4470400" cy="341630"/>
            </a:xfrm>
            <a:custGeom>
              <a:avLst/>
              <a:gdLst/>
              <a:ahLst/>
              <a:cxnLst/>
              <a:rect l="l" t="t" r="r" b="b"/>
              <a:pathLst>
                <a:path w="4470400" h="341629">
                  <a:moveTo>
                    <a:pt x="4469891" y="0"/>
                  </a:moveTo>
                  <a:lnTo>
                    <a:pt x="0" y="0"/>
                  </a:lnTo>
                  <a:lnTo>
                    <a:pt x="0" y="341375"/>
                  </a:lnTo>
                  <a:lnTo>
                    <a:pt x="4469891" y="341375"/>
                  </a:lnTo>
                  <a:lnTo>
                    <a:pt x="4469891" y="0"/>
                  </a:lnTo>
                  <a:close/>
                </a:path>
              </a:pathLst>
            </a:custGeom>
            <a:solidFill>
              <a:srgbClr val="0C3574"/>
            </a:solidFill>
          </p:spPr>
          <p:txBody>
            <a:bodyPr wrap="square" lIns="0" tIns="0" rIns="0" bIns="0" rtlCol="0"/>
            <a:lstStyle/>
            <a:p>
              <a:endParaRPr/>
            </a:p>
          </p:txBody>
        </p:sp>
        <p:sp>
          <p:nvSpPr>
            <p:cNvPr id="48" name="object 48"/>
            <p:cNvSpPr/>
            <p:nvPr/>
          </p:nvSpPr>
          <p:spPr>
            <a:xfrm>
              <a:off x="7173468" y="4556760"/>
              <a:ext cx="4470400" cy="341630"/>
            </a:xfrm>
            <a:custGeom>
              <a:avLst/>
              <a:gdLst/>
              <a:ahLst/>
              <a:cxnLst/>
              <a:rect l="l" t="t" r="r" b="b"/>
              <a:pathLst>
                <a:path w="4470400" h="341629">
                  <a:moveTo>
                    <a:pt x="0" y="341375"/>
                  </a:moveTo>
                  <a:lnTo>
                    <a:pt x="4469891" y="341375"/>
                  </a:lnTo>
                  <a:lnTo>
                    <a:pt x="4469891" y="0"/>
                  </a:lnTo>
                  <a:lnTo>
                    <a:pt x="0" y="0"/>
                  </a:lnTo>
                  <a:lnTo>
                    <a:pt x="0" y="341375"/>
                  </a:lnTo>
                  <a:close/>
                </a:path>
              </a:pathLst>
            </a:custGeom>
            <a:ln w="3175">
              <a:solidFill>
                <a:srgbClr val="0F469B"/>
              </a:solidFill>
            </a:ln>
          </p:spPr>
          <p:txBody>
            <a:bodyPr wrap="square" lIns="0" tIns="0" rIns="0" bIns="0" rtlCol="0"/>
            <a:lstStyle/>
            <a:p>
              <a:endParaRPr/>
            </a:p>
          </p:txBody>
        </p:sp>
      </p:grpSp>
      <p:sp>
        <p:nvSpPr>
          <p:cNvPr id="49" name="object 49"/>
          <p:cNvSpPr txBox="1"/>
          <p:nvPr/>
        </p:nvSpPr>
        <p:spPr>
          <a:xfrm>
            <a:off x="7517383" y="4597146"/>
            <a:ext cx="134175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Calibri"/>
                <a:cs typeface="Calibri"/>
              </a:rPr>
              <a:t>PiLog</a:t>
            </a:r>
            <a:r>
              <a:rPr sz="1400" b="1" spc="-30" dirty="0">
                <a:solidFill>
                  <a:srgbClr val="FFFFFF"/>
                </a:solidFill>
                <a:latin typeface="Calibri"/>
                <a:cs typeface="Calibri"/>
              </a:rPr>
              <a:t> </a:t>
            </a:r>
            <a:r>
              <a:rPr sz="1400" b="1" dirty="0">
                <a:solidFill>
                  <a:srgbClr val="FFFFFF"/>
                </a:solidFill>
                <a:latin typeface="Calibri"/>
                <a:cs typeface="Calibri"/>
              </a:rPr>
              <a:t>Pty</a:t>
            </a:r>
            <a:r>
              <a:rPr sz="1400" b="1" spc="-15" dirty="0">
                <a:solidFill>
                  <a:srgbClr val="FFFFFF"/>
                </a:solidFill>
                <a:latin typeface="Calibri"/>
                <a:cs typeface="Calibri"/>
              </a:rPr>
              <a:t> </a:t>
            </a:r>
            <a:r>
              <a:rPr sz="1400" b="1" spc="-10" dirty="0">
                <a:solidFill>
                  <a:srgbClr val="FFFFFF"/>
                </a:solidFill>
                <a:latin typeface="Calibri"/>
                <a:cs typeface="Calibri"/>
              </a:rPr>
              <a:t>Ltd,</a:t>
            </a:r>
            <a:r>
              <a:rPr sz="1400" b="1" spc="-50" dirty="0">
                <a:solidFill>
                  <a:srgbClr val="FFFFFF"/>
                </a:solidFill>
                <a:latin typeface="Calibri"/>
                <a:cs typeface="Calibri"/>
              </a:rPr>
              <a:t> </a:t>
            </a:r>
            <a:r>
              <a:rPr sz="1400" b="1" spc="-10" dirty="0">
                <a:solidFill>
                  <a:srgbClr val="FFFFFF"/>
                </a:solidFill>
                <a:latin typeface="Calibri"/>
                <a:cs typeface="Calibri"/>
              </a:rPr>
              <a:t>RSA</a:t>
            </a:r>
            <a:endParaRPr sz="1400" dirty="0">
              <a:latin typeface="Calibri"/>
              <a:cs typeface="Calibri"/>
            </a:endParaRPr>
          </a:p>
        </p:txBody>
      </p:sp>
      <p:grpSp>
        <p:nvGrpSpPr>
          <p:cNvPr id="50" name="object 50"/>
          <p:cNvGrpSpPr/>
          <p:nvPr/>
        </p:nvGrpSpPr>
        <p:grpSpPr>
          <a:xfrm>
            <a:off x="6806120" y="4461002"/>
            <a:ext cx="4839335" cy="920750"/>
            <a:chOff x="6806120" y="4461002"/>
            <a:chExt cx="4839335" cy="920750"/>
          </a:xfrm>
        </p:grpSpPr>
        <p:sp>
          <p:nvSpPr>
            <p:cNvPr id="51" name="object 51"/>
            <p:cNvSpPr/>
            <p:nvPr/>
          </p:nvSpPr>
          <p:spPr>
            <a:xfrm>
              <a:off x="6998969" y="4479798"/>
              <a:ext cx="477520" cy="497205"/>
            </a:xfrm>
            <a:custGeom>
              <a:avLst/>
              <a:gdLst/>
              <a:ahLst/>
              <a:cxnLst/>
              <a:rect l="l" t="t" r="r" b="b"/>
              <a:pathLst>
                <a:path w="477520" h="497204">
                  <a:moveTo>
                    <a:pt x="238505" y="0"/>
                  </a:moveTo>
                  <a:lnTo>
                    <a:pt x="190445" y="5048"/>
                  </a:lnTo>
                  <a:lnTo>
                    <a:pt x="145678" y="19526"/>
                  </a:lnTo>
                  <a:lnTo>
                    <a:pt x="105165" y="42433"/>
                  </a:lnTo>
                  <a:lnTo>
                    <a:pt x="69865" y="72770"/>
                  </a:lnTo>
                  <a:lnTo>
                    <a:pt x="40739" y="109537"/>
                  </a:lnTo>
                  <a:lnTo>
                    <a:pt x="18746" y="151733"/>
                  </a:lnTo>
                  <a:lnTo>
                    <a:pt x="4846" y="198358"/>
                  </a:lnTo>
                  <a:lnTo>
                    <a:pt x="0" y="248412"/>
                  </a:lnTo>
                  <a:lnTo>
                    <a:pt x="4846" y="298465"/>
                  </a:lnTo>
                  <a:lnTo>
                    <a:pt x="18746" y="345090"/>
                  </a:lnTo>
                  <a:lnTo>
                    <a:pt x="40739" y="387286"/>
                  </a:lnTo>
                  <a:lnTo>
                    <a:pt x="69865" y="424052"/>
                  </a:lnTo>
                  <a:lnTo>
                    <a:pt x="105165" y="454390"/>
                  </a:lnTo>
                  <a:lnTo>
                    <a:pt x="145678" y="477297"/>
                  </a:lnTo>
                  <a:lnTo>
                    <a:pt x="190445" y="491775"/>
                  </a:lnTo>
                  <a:lnTo>
                    <a:pt x="238505" y="496824"/>
                  </a:lnTo>
                  <a:lnTo>
                    <a:pt x="286566" y="491775"/>
                  </a:lnTo>
                  <a:lnTo>
                    <a:pt x="331333" y="477297"/>
                  </a:lnTo>
                  <a:lnTo>
                    <a:pt x="371846" y="454390"/>
                  </a:lnTo>
                  <a:lnTo>
                    <a:pt x="407146" y="424052"/>
                  </a:lnTo>
                  <a:lnTo>
                    <a:pt x="436272" y="387286"/>
                  </a:lnTo>
                  <a:lnTo>
                    <a:pt x="458265" y="345090"/>
                  </a:lnTo>
                  <a:lnTo>
                    <a:pt x="472165" y="298465"/>
                  </a:lnTo>
                  <a:lnTo>
                    <a:pt x="477011" y="248412"/>
                  </a:lnTo>
                  <a:lnTo>
                    <a:pt x="472165" y="198358"/>
                  </a:lnTo>
                  <a:lnTo>
                    <a:pt x="458265" y="151733"/>
                  </a:lnTo>
                  <a:lnTo>
                    <a:pt x="436272" y="109537"/>
                  </a:lnTo>
                  <a:lnTo>
                    <a:pt x="407146" y="72770"/>
                  </a:lnTo>
                  <a:lnTo>
                    <a:pt x="371846" y="42433"/>
                  </a:lnTo>
                  <a:lnTo>
                    <a:pt x="331333" y="19526"/>
                  </a:lnTo>
                  <a:lnTo>
                    <a:pt x="286566" y="5048"/>
                  </a:lnTo>
                  <a:lnTo>
                    <a:pt x="238505" y="0"/>
                  </a:lnTo>
                  <a:close/>
                </a:path>
              </a:pathLst>
            </a:custGeom>
            <a:solidFill>
              <a:srgbClr val="FFFFFF"/>
            </a:solidFill>
          </p:spPr>
          <p:txBody>
            <a:bodyPr wrap="square" lIns="0" tIns="0" rIns="0" bIns="0" rtlCol="0"/>
            <a:lstStyle/>
            <a:p>
              <a:endParaRPr/>
            </a:p>
          </p:txBody>
        </p:sp>
        <p:sp>
          <p:nvSpPr>
            <p:cNvPr id="52" name="object 52"/>
            <p:cNvSpPr/>
            <p:nvPr/>
          </p:nvSpPr>
          <p:spPr>
            <a:xfrm>
              <a:off x="6979919" y="4461002"/>
              <a:ext cx="515620" cy="534670"/>
            </a:xfrm>
            <a:custGeom>
              <a:avLst/>
              <a:gdLst/>
              <a:ahLst/>
              <a:cxnLst/>
              <a:rect l="l" t="t" r="r" b="b"/>
              <a:pathLst>
                <a:path w="515620" h="534670">
                  <a:moveTo>
                    <a:pt x="270255" y="0"/>
                  </a:moveTo>
                  <a:lnTo>
                    <a:pt x="257175" y="0"/>
                  </a:lnTo>
                  <a:lnTo>
                    <a:pt x="243712" y="1270"/>
                  </a:lnTo>
                  <a:lnTo>
                    <a:pt x="230631" y="1270"/>
                  </a:lnTo>
                  <a:lnTo>
                    <a:pt x="192658" y="8890"/>
                  </a:lnTo>
                  <a:lnTo>
                    <a:pt x="156209" y="21590"/>
                  </a:lnTo>
                  <a:lnTo>
                    <a:pt x="112522" y="46990"/>
                  </a:lnTo>
                  <a:lnTo>
                    <a:pt x="74675" y="80010"/>
                  </a:lnTo>
                  <a:lnTo>
                    <a:pt x="43433" y="119380"/>
                  </a:lnTo>
                  <a:lnTo>
                    <a:pt x="19811" y="165100"/>
                  </a:lnTo>
                  <a:lnTo>
                    <a:pt x="5079" y="214630"/>
                  </a:lnTo>
                  <a:lnTo>
                    <a:pt x="253" y="254000"/>
                  </a:lnTo>
                  <a:lnTo>
                    <a:pt x="0" y="267970"/>
                  </a:lnTo>
                  <a:lnTo>
                    <a:pt x="380" y="281940"/>
                  </a:lnTo>
                  <a:lnTo>
                    <a:pt x="5460" y="322580"/>
                  </a:lnTo>
                  <a:lnTo>
                    <a:pt x="20447" y="372110"/>
                  </a:lnTo>
                  <a:lnTo>
                    <a:pt x="44323" y="417830"/>
                  </a:lnTo>
                  <a:lnTo>
                    <a:pt x="75819" y="457200"/>
                  </a:lnTo>
                  <a:lnTo>
                    <a:pt x="114046" y="490220"/>
                  </a:lnTo>
                  <a:lnTo>
                    <a:pt x="157987" y="514350"/>
                  </a:lnTo>
                  <a:lnTo>
                    <a:pt x="218694" y="532130"/>
                  </a:lnTo>
                  <a:lnTo>
                    <a:pt x="244855" y="534670"/>
                  </a:lnTo>
                  <a:lnTo>
                    <a:pt x="271399" y="534670"/>
                  </a:lnTo>
                  <a:lnTo>
                    <a:pt x="297306" y="532130"/>
                  </a:lnTo>
                  <a:lnTo>
                    <a:pt x="322579" y="527050"/>
                  </a:lnTo>
                  <a:lnTo>
                    <a:pt x="335152" y="523240"/>
                  </a:lnTo>
                  <a:lnTo>
                    <a:pt x="338137" y="521970"/>
                  </a:lnTo>
                  <a:lnTo>
                    <a:pt x="245109" y="521970"/>
                  </a:lnTo>
                  <a:lnTo>
                    <a:pt x="220472" y="519430"/>
                  </a:lnTo>
                  <a:lnTo>
                    <a:pt x="162559" y="502920"/>
                  </a:lnTo>
                  <a:lnTo>
                    <a:pt x="120776" y="478790"/>
                  </a:lnTo>
                  <a:lnTo>
                    <a:pt x="84581" y="448310"/>
                  </a:lnTo>
                  <a:lnTo>
                    <a:pt x="54609" y="410210"/>
                  </a:lnTo>
                  <a:lnTo>
                    <a:pt x="32003" y="367030"/>
                  </a:lnTo>
                  <a:lnTo>
                    <a:pt x="17779" y="320040"/>
                  </a:lnTo>
                  <a:lnTo>
                    <a:pt x="13055" y="281940"/>
                  </a:lnTo>
                  <a:lnTo>
                    <a:pt x="12700" y="267970"/>
                  </a:lnTo>
                  <a:lnTo>
                    <a:pt x="12928" y="256540"/>
                  </a:lnTo>
                  <a:lnTo>
                    <a:pt x="17652" y="217170"/>
                  </a:lnTo>
                  <a:lnTo>
                    <a:pt x="31876" y="168910"/>
                  </a:lnTo>
                  <a:lnTo>
                    <a:pt x="54355" y="125730"/>
                  </a:lnTo>
                  <a:lnTo>
                    <a:pt x="84200" y="87630"/>
                  </a:lnTo>
                  <a:lnTo>
                    <a:pt x="120269" y="57150"/>
                  </a:lnTo>
                  <a:lnTo>
                    <a:pt x="161925" y="33020"/>
                  </a:lnTo>
                  <a:lnTo>
                    <a:pt x="196214" y="21590"/>
                  </a:lnTo>
                  <a:lnTo>
                    <a:pt x="208025" y="17780"/>
                  </a:lnTo>
                  <a:lnTo>
                    <a:pt x="220090" y="16510"/>
                  </a:lnTo>
                  <a:lnTo>
                    <a:pt x="232282" y="13970"/>
                  </a:lnTo>
                  <a:lnTo>
                    <a:pt x="244728" y="12700"/>
                  </a:lnTo>
                  <a:lnTo>
                    <a:pt x="333882" y="12700"/>
                  </a:lnTo>
                  <a:lnTo>
                    <a:pt x="309118" y="5080"/>
                  </a:lnTo>
                  <a:lnTo>
                    <a:pt x="296418" y="3810"/>
                  </a:lnTo>
                  <a:lnTo>
                    <a:pt x="283463" y="1270"/>
                  </a:lnTo>
                  <a:lnTo>
                    <a:pt x="270255" y="0"/>
                  </a:lnTo>
                  <a:close/>
                </a:path>
                <a:path w="515620" h="534670">
                  <a:moveTo>
                    <a:pt x="333882" y="12700"/>
                  </a:moveTo>
                  <a:lnTo>
                    <a:pt x="270001" y="12700"/>
                  </a:lnTo>
                  <a:lnTo>
                    <a:pt x="282448" y="13970"/>
                  </a:lnTo>
                  <a:lnTo>
                    <a:pt x="294639" y="16510"/>
                  </a:lnTo>
                  <a:lnTo>
                    <a:pt x="306831" y="17780"/>
                  </a:lnTo>
                  <a:lnTo>
                    <a:pt x="318643" y="21590"/>
                  </a:lnTo>
                  <a:lnTo>
                    <a:pt x="330326" y="24130"/>
                  </a:lnTo>
                  <a:lnTo>
                    <a:pt x="374141" y="43180"/>
                  </a:lnTo>
                  <a:lnTo>
                    <a:pt x="413130" y="71120"/>
                  </a:lnTo>
                  <a:lnTo>
                    <a:pt x="446404" y="105410"/>
                  </a:lnTo>
                  <a:lnTo>
                    <a:pt x="472821" y="146050"/>
                  </a:lnTo>
                  <a:lnTo>
                    <a:pt x="491235" y="191770"/>
                  </a:lnTo>
                  <a:lnTo>
                    <a:pt x="501141" y="241300"/>
                  </a:lnTo>
                  <a:lnTo>
                    <a:pt x="502411" y="267970"/>
                  </a:lnTo>
                  <a:lnTo>
                    <a:pt x="502183" y="279400"/>
                  </a:lnTo>
                  <a:lnTo>
                    <a:pt x="497458" y="318770"/>
                  </a:lnTo>
                  <a:lnTo>
                    <a:pt x="483234" y="367030"/>
                  </a:lnTo>
                  <a:lnTo>
                    <a:pt x="460755" y="410210"/>
                  </a:lnTo>
                  <a:lnTo>
                    <a:pt x="431037" y="447040"/>
                  </a:lnTo>
                  <a:lnTo>
                    <a:pt x="394843" y="478790"/>
                  </a:lnTo>
                  <a:lnTo>
                    <a:pt x="353313" y="502920"/>
                  </a:lnTo>
                  <a:lnTo>
                    <a:pt x="295021" y="519430"/>
                  </a:lnTo>
                  <a:lnTo>
                    <a:pt x="270382" y="521970"/>
                  </a:lnTo>
                  <a:lnTo>
                    <a:pt x="338137" y="521970"/>
                  </a:lnTo>
                  <a:lnTo>
                    <a:pt x="381380" y="502920"/>
                  </a:lnTo>
                  <a:lnTo>
                    <a:pt x="422401" y="473710"/>
                  </a:lnTo>
                  <a:lnTo>
                    <a:pt x="457073" y="436880"/>
                  </a:lnTo>
                  <a:lnTo>
                    <a:pt x="484631" y="393700"/>
                  </a:lnTo>
                  <a:lnTo>
                    <a:pt x="503808" y="346710"/>
                  </a:lnTo>
                  <a:lnTo>
                    <a:pt x="512190" y="307340"/>
                  </a:lnTo>
                  <a:lnTo>
                    <a:pt x="515111" y="266700"/>
                  </a:lnTo>
                  <a:lnTo>
                    <a:pt x="514730" y="254000"/>
                  </a:lnTo>
                  <a:lnTo>
                    <a:pt x="509650" y="213360"/>
                  </a:lnTo>
                  <a:lnTo>
                    <a:pt x="494537" y="162560"/>
                  </a:lnTo>
                  <a:lnTo>
                    <a:pt x="470788" y="118110"/>
                  </a:lnTo>
                  <a:lnTo>
                    <a:pt x="439293" y="78740"/>
                  </a:lnTo>
                  <a:lnTo>
                    <a:pt x="401065" y="45720"/>
                  </a:lnTo>
                  <a:lnTo>
                    <a:pt x="357250" y="21590"/>
                  </a:lnTo>
                  <a:lnTo>
                    <a:pt x="333882" y="12700"/>
                  </a:lnTo>
                  <a:close/>
                </a:path>
                <a:path w="515620" h="534670">
                  <a:moveTo>
                    <a:pt x="269748" y="25400"/>
                  </a:moveTo>
                  <a:lnTo>
                    <a:pt x="245745" y="25400"/>
                  </a:lnTo>
                  <a:lnTo>
                    <a:pt x="222376" y="27940"/>
                  </a:lnTo>
                  <a:lnTo>
                    <a:pt x="167639" y="44450"/>
                  </a:lnTo>
                  <a:lnTo>
                    <a:pt x="128143" y="67310"/>
                  </a:lnTo>
                  <a:lnTo>
                    <a:pt x="93725" y="96520"/>
                  </a:lnTo>
                  <a:lnTo>
                    <a:pt x="65277" y="132080"/>
                  </a:lnTo>
                  <a:lnTo>
                    <a:pt x="43814" y="172720"/>
                  </a:lnTo>
                  <a:lnTo>
                    <a:pt x="30225" y="218440"/>
                  </a:lnTo>
                  <a:lnTo>
                    <a:pt x="25628" y="256540"/>
                  </a:lnTo>
                  <a:lnTo>
                    <a:pt x="25400" y="267970"/>
                  </a:lnTo>
                  <a:lnTo>
                    <a:pt x="25628" y="279400"/>
                  </a:lnTo>
                  <a:lnTo>
                    <a:pt x="35813" y="339090"/>
                  </a:lnTo>
                  <a:lnTo>
                    <a:pt x="53339" y="383540"/>
                  </a:lnTo>
                  <a:lnTo>
                    <a:pt x="78358" y="421640"/>
                  </a:lnTo>
                  <a:lnTo>
                    <a:pt x="109854" y="454660"/>
                  </a:lnTo>
                  <a:lnTo>
                    <a:pt x="146811" y="480060"/>
                  </a:lnTo>
                  <a:lnTo>
                    <a:pt x="188468" y="499110"/>
                  </a:lnTo>
                  <a:lnTo>
                    <a:pt x="199516" y="501650"/>
                  </a:lnTo>
                  <a:lnTo>
                    <a:pt x="210693" y="505460"/>
                  </a:lnTo>
                  <a:lnTo>
                    <a:pt x="245363" y="509270"/>
                  </a:lnTo>
                  <a:lnTo>
                    <a:pt x="269366" y="509270"/>
                  </a:lnTo>
                  <a:lnTo>
                    <a:pt x="304037" y="505460"/>
                  </a:lnTo>
                  <a:lnTo>
                    <a:pt x="315340" y="502920"/>
                  </a:lnTo>
                  <a:lnTo>
                    <a:pt x="333290" y="496570"/>
                  </a:lnTo>
                  <a:lnTo>
                    <a:pt x="234696" y="496570"/>
                  </a:lnTo>
                  <a:lnTo>
                    <a:pt x="223774" y="494030"/>
                  </a:lnTo>
                  <a:lnTo>
                    <a:pt x="171576" y="478790"/>
                  </a:lnTo>
                  <a:lnTo>
                    <a:pt x="134365" y="457200"/>
                  </a:lnTo>
                  <a:lnTo>
                    <a:pt x="102107" y="429260"/>
                  </a:lnTo>
                  <a:lnTo>
                    <a:pt x="75310" y="394970"/>
                  </a:lnTo>
                  <a:lnTo>
                    <a:pt x="55118" y="356870"/>
                  </a:lnTo>
                  <a:lnTo>
                    <a:pt x="42418" y="313690"/>
                  </a:lnTo>
                  <a:lnTo>
                    <a:pt x="38100" y="267970"/>
                  </a:lnTo>
                  <a:lnTo>
                    <a:pt x="38328" y="256540"/>
                  </a:lnTo>
                  <a:lnTo>
                    <a:pt x="48259" y="198120"/>
                  </a:lnTo>
                  <a:lnTo>
                    <a:pt x="65150" y="157480"/>
                  </a:lnTo>
                  <a:lnTo>
                    <a:pt x="89026" y="120650"/>
                  </a:lnTo>
                  <a:lnTo>
                    <a:pt x="118999" y="90170"/>
                  </a:lnTo>
                  <a:lnTo>
                    <a:pt x="154050" y="66040"/>
                  </a:lnTo>
                  <a:lnTo>
                    <a:pt x="193548" y="48260"/>
                  </a:lnTo>
                  <a:lnTo>
                    <a:pt x="246760" y="38100"/>
                  </a:lnTo>
                  <a:lnTo>
                    <a:pt x="330326" y="38100"/>
                  </a:lnTo>
                  <a:lnTo>
                    <a:pt x="326771" y="36830"/>
                  </a:lnTo>
                  <a:lnTo>
                    <a:pt x="315722" y="33020"/>
                  </a:lnTo>
                  <a:lnTo>
                    <a:pt x="292988" y="27940"/>
                  </a:lnTo>
                  <a:lnTo>
                    <a:pt x="269748" y="25400"/>
                  </a:lnTo>
                  <a:close/>
                </a:path>
                <a:path w="515620" h="534670">
                  <a:moveTo>
                    <a:pt x="330326" y="38100"/>
                  </a:moveTo>
                  <a:lnTo>
                    <a:pt x="269366" y="38100"/>
                  </a:lnTo>
                  <a:lnTo>
                    <a:pt x="291337" y="40640"/>
                  </a:lnTo>
                  <a:lnTo>
                    <a:pt x="323087" y="48260"/>
                  </a:lnTo>
                  <a:lnTo>
                    <a:pt x="362711" y="66040"/>
                  </a:lnTo>
                  <a:lnTo>
                    <a:pt x="397636" y="91440"/>
                  </a:lnTo>
                  <a:lnTo>
                    <a:pt x="427227" y="121920"/>
                  </a:lnTo>
                  <a:lnTo>
                    <a:pt x="450850" y="158750"/>
                  </a:lnTo>
                  <a:lnTo>
                    <a:pt x="467359" y="200660"/>
                  </a:lnTo>
                  <a:lnTo>
                    <a:pt x="475869" y="245110"/>
                  </a:lnTo>
                  <a:lnTo>
                    <a:pt x="477011" y="267970"/>
                  </a:lnTo>
                  <a:lnTo>
                    <a:pt x="476783" y="279400"/>
                  </a:lnTo>
                  <a:lnTo>
                    <a:pt x="466851" y="336550"/>
                  </a:lnTo>
                  <a:lnTo>
                    <a:pt x="449960" y="378460"/>
                  </a:lnTo>
                  <a:lnTo>
                    <a:pt x="426084" y="415290"/>
                  </a:lnTo>
                  <a:lnTo>
                    <a:pt x="396112" y="445770"/>
                  </a:lnTo>
                  <a:lnTo>
                    <a:pt x="361060" y="469900"/>
                  </a:lnTo>
                  <a:lnTo>
                    <a:pt x="321690" y="487680"/>
                  </a:lnTo>
                  <a:lnTo>
                    <a:pt x="290322" y="494030"/>
                  </a:lnTo>
                  <a:lnTo>
                    <a:pt x="279526" y="496570"/>
                  </a:lnTo>
                  <a:lnTo>
                    <a:pt x="333290" y="496570"/>
                  </a:lnTo>
                  <a:lnTo>
                    <a:pt x="347599" y="491490"/>
                  </a:lnTo>
                  <a:lnTo>
                    <a:pt x="386969" y="468630"/>
                  </a:lnTo>
                  <a:lnTo>
                    <a:pt x="421512" y="439420"/>
                  </a:lnTo>
                  <a:lnTo>
                    <a:pt x="449833" y="403860"/>
                  </a:lnTo>
                  <a:lnTo>
                    <a:pt x="471297" y="361950"/>
                  </a:lnTo>
                  <a:lnTo>
                    <a:pt x="484885" y="316230"/>
                  </a:lnTo>
                  <a:lnTo>
                    <a:pt x="489711" y="267970"/>
                  </a:lnTo>
                  <a:lnTo>
                    <a:pt x="489369" y="256540"/>
                  </a:lnTo>
                  <a:lnTo>
                    <a:pt x="479298" y="195580"/>
                  </a:lnTo>
                  <a:lnTo>
                    <a:pt x="461772" y="152400"/>
                  </a:lnTo>
                  <a:lnTo>
                    <a:pt x="436752" y="114300"/>
                  </a:lnTo>
                  <a:lnTo>
                    <a:pt x="405383" y="81280"/>
                  </a:lnTo>
                  <a:lnTo>
                    <a:pt x="368426" y="54610"/>
                  </a:lnTo>
                  <a:lnTo>
                    <a:pt x="348106" y="44450"/>
                  </a:lnTo>
                  <a:lnTo>
                    <a:pt x="330326" y="38100"/>
                  </a:lnTo>
                  <a:close/>
                </a:path>
              </a:pathLst>
            </a:custGeom>
            <a:solidFill>
              <a:srgbClr val="0F243E"/>
            </a:solidFill>
          </p:spPr>
          <p:txBody>
            <a:bodyPr wrap="square" lIns="0" tIns="0" rIns="0" bIns="0" rtlCol="0"/>
            <a:lstStyle/>
            <a:p>
              <a:endParaRPr/>
            </a:p>
          </p:txBody>
        </p:sp>
        <p:sp>
          <p:nvSpPr>
            <p:cNvPr id="53" name="object 53"/>
            <p:cNvSpPr/>
            <p:nvPr/>
          </p:nvSpPr>
          <p:spPr>
            <a:xfrm>
              <a:off x="6807707" y="5036820"/>
              <a:ext cx="4836160" cy="342900"/>
            </a:xfrm>
            <a:custGeom>
              <a:avLst/>
              <a:gdLst/>
              <a:ahLst/>
              <a:cxnLst/>
              <a:rect l="l" t="t" r="r" b="b"/>
              <a:pathLst>
                <a:path w="4836159" h="342900">
                  <a:moveTo>
                    <a:pt x="4835652" y="0"/>
                  </a:moveTo>
                  <a:lnTo>
                    <a:pt x="0" y="0"/>
                  </a:lnTo>
                  <a:lnTo>
                    <a:pt x="0" y="342899"/>
                  </a:lnTo>
                  <a:lnTo>
                    <a:pt x="4835652" y="342899"/>
                  </a:lnTo>
                  <a:lnTo>
                    <a:pt x="4835652" y="0"/>
                  </a:lnTo>
                  <a:close/>
                </a:path>
              </a:pathLst>
            </a:custGeom>
            <a:solidFill>
              <a:srgbClr val="935200">
                <a:alpha val="76077"/>
              </a:srgbClr>
            </a:solidFill>
          </p:spPr>
          <p:txBody>
            <a:bodyPr wrap="square" lIns="0" tIns="0" rIns="0" bIns="0" rtlCol="0"/>
            <a:lstStyle/>
            <a:p>
              <a:endParaRPr/>
            </a:p>
          </p:txBody>
        </p:sp>
        <p:sp>
          <p:nvSpPr>
            <p:cNvPr id="54" name="object 54"/>
            <p:cNvSpPr/>
            <p:nvPr/>
          </p:nvSpPr>
          <p:spPr>
            <a:xfrm>
              <a:off x="6807707" y="5036820"/>
              <a:ext cx="4836160" cy="342900"/>
            </a:xfrm>
            <a:custGeom>
              <a:avLst/>
              <a:gdLst/>
              <a:ahLst/>
              <a:cxnLst/>
              <a:rect l="l" t="t" r="r" b="b"/>
              <a:pathLst>
                <a:path w="4836159" h="342900">
                  <a:moveTo>
                    <a:pt x="0" y="342899"/>
                  </a:moveTo>
                  <a:lnTo>
                    <a:pt x="4835652" y="342899"/>
                  </a:lnTo>
                  <a:lnTo>
                    <a:pt x="4835652" y="0"/>
                  </a:lnTo>
                  <a:lnTo>
                    <a:pt x="0" y="0"/>
                  </a:lnTo>
                  <a:lnTo>
                    <a:pt x="0" y="342899"/>
                  </a:lnTo>
                  <a:close/>
                </a:path>
              </a:pathLst>
            </a:custGeom>
            <a:ln w="3175">
              <a:solidFill>
                <a:srgbClr val="0F469B"/>
              </a:solidFill>
            </a:ln>
          </p:spPr>
          <p:txBody>
            <a:bodyPr wrap="square" lIns="0" tIns="0" rIns="0" bIns="0" rtlCol="0"/>
            <a:lstStyle/>
            <a:p>
              <a:endParaRPr/>
            </a:p>
          </p:txBody>
        </p:sp>
      </p:grpSp>
      <p:sp>
        <p:nvSpPr>
          <p:cNvPr id="55" name="object 55"/>
          <p:cNvSpPr txBox="1"/>
          <p:nvPr/>
        </p:nvSpPr>
        <p:spPr>
          <a:xfrm>
            <a:off x="7151878" y="5078095"/>
            <a:ext cx="1284605" cy="239395"/>
          </a:xfrm>
          <a:prstGeom prst="rect">
            <a:avLst/>
          </a:prstGeom>
        </p:spPr>
        <p:txBody>
          <a:bodyPr vert="horz" wrap="square" lIns="0" tIns="12700" rIns="0" bIns="0" rtlCol="0">
            <a:spAutoFit/>
          </a:bodyPr>
          <a:lstStyle/>
          <a:p>
            <a:pPr marL="12700">
              <a:lnSpc>
                <a:spcPct val="100000"/>
              </a:lnSpc>
              <a:spcBef>
                <a:spcPts val="100"/>
              </a:spcBef>
            </a:pPr>
            <a:r>
              <a:rPr sz="1400" b="1" spc="-5" dirty="0">
                <a:solidFill>
                  <a:srgbClr val="FFFFFF"/>
                </a:solidFill>
                <a:latin typeface="Calibri"/>
                <a:cs typeface="Calibri"/>
              </a:rPr>
              <a:t>PiLog</a:t>
            </a:r>
            <a:r>
              <a:rPr sz="1400" b="1" spc="-35" dirty="0">
                <a:solidFill>
                  <a:srgbClr val="FFFFFF"/>
                </a:solidFill>
                <a:latin typeface="Calibri"/>
                <a:cs typeface="Calibri"/>
              </a:rPr>
              <a:t> </a:t>
            </a:r>
            <a:r>
              <a:rPr sz="1400" b="1" dirty="0">
                <a:solidFill>
                  <a:srgbClr val="FFFFFF"/>
                </a:solidFill>
                <a:latin typeface="Calibri"/>
                <a:cs typeface="Calibri"/>
              </a:rPr>
              <a:t>Rus,</a:t>
            </a:r>
            <a:r>
              <a:rPr sz="1400" b="1" spc="-25" dirty="0">
                <a:solidFill>
                  <a:srgbClr val="FFFFFF"/>
                </a:solidFill>
                <a:latin typeface="Calibri"/>
                <a:cs typeface="Calibri"/>
              </a:rPr>
              <a:t> </a:t>
            </a:r>
            <a:r>
              <a:rPr sz="1400" b="1" dirty="0">
                <a:solidFill>
                  <a:srgbClr val="FFFFFF"/>
                </a:solidFill>
                <a:latin typeface="Calibri"/>
                <a:cs typeface="Calibri"/>
              </a:rPr>
              <a:t>Russia</a:t>
            </a:r>
            <a:endParaRPr sz="1400" dirty="0">
              <a:latin typeface="Calibri"/>
              <a:cs typeface="Calibri"/>
            </a:endParaRPr>
          </a:p>
        </p:txBody>
      </p:sp>
      <p:grpSp>
        <p:nvGrpSpPr>
          <p:cNvPr id="56" name="object 56"/>
          <p:cNvGrpSpPr/>
          <p:nvPr/>
        </p:nvGrpSpPr>
        <p:grpSpPr>
          <a:xfrm>
            <a:off x="6615683" y="3015932"/>
            <a:ext cx="5029835" cy="2437130"/>
            <a:chOff x="6615683" y="3015932"/>
            <a:chExt cx="5029835" cy="2437130"/>
          </a:xfrm>
        </p:grpSpPr>
        <p:sp>
          <p:nvSpPr>
            <p:cNvPr id="57" name="object 57"/>
            <p:cNvSpPr/>
            <p:nvPr/>
          </p:nvSpPr>
          <p:spPr>
            <a:xfrm>
              <a:off x="6634733" y="4936998"/>
              <a:ext cx="475615" cy="497205"/>
            </a:xfrm>
            <a:custGeom>
              <a:avLst/>
              <a:gdLst/>
              <a:ahLst/>
              <a:cxnLst/>
              <a:rect l="l" t="t" r="r" b="b"/>
              <a:pathLst>
                <a:path w="475615" h="497204">
                  <a:moveTo>
                    <a:pt x="237744" y="0"/>
                  </a:moveTo>
                  <a:lnTo>
                    <a:pt x="189825" y="5048"/>
                  </a:lnTo>
                  <a:lnTo>
                    <a:pt x="145196" y="19526"/>
                  </a:lnTo>
                  <a:lnTo>
                    <a:pt x="104812" y="42433"/>
                  </a:lnTo>
                  <a:lnTo>
                    <a:pt x="69627" y="72770"/>
                  </a:lnTo>
                  <a:lnTo>
                    <a:pt x="40598" y="109537"/>
                  </a:lnTo>
                  <a:lnTo>
                    <a:pt x="18680" y="151733"/>
                  </a:lnTo>
                  <a:lnTo>
                    <a:pt x="4829" y="198358"/>
                  </a:lnTo>
                  <a:lnTo>
                    <a:pt x="0" y="248412"/>
                  </a:lnTo>
                  <a:lnTo>
                    <a:pt x="4829" y="298465"/>
                  </a:lnTo>
                  <a:lnTo>
                    <a:pt x="18680" y="345090"/>
                  </a:lnTo>
                  <a:lnTo>
                    <a:pt x="40598" y="387286"/>
                  </a:lnTo>
                  <a:lnTo>
                    <a:pt x="69627" y="424053"/>
                  </a:lnTo>
                  <a:lnTo>
                    <a:pt x="104812" y="454390"/>
                  </a:lnTo>
                  <a:lnTo>
                    <a:pt x="145196" y="477297"/>
                  </a:lnTo>
                  <a:lnTo>
                    <a:pt x="189825" y="491775"/>
                  </a:lnTo>
                  <a:lnTo>
                    <a:pt x="237744" y="496823"/>
                  </a:lnTo>
                  <a:lnTo>
                    <a:pt x="285662" y="491775"/>
                  </a:lnTo>
                  <a:lnTo>
                    <a:pt x="330291" y="477297"/>
                  </a:lnTo>
                  <a:lnTo>
                    <a:pt x="370675" y="454390"/>
                  </a:lnTo>
                  <a:lnTo>
                    <a:pt x="405860" y="424052"/>
                  </a:lnTo>
                  <a:lnTo>
                    <a:pt x="434889" y="387286"/>
                  </a:lnTo>
                  <a:lnTo>
                    <a:pt x="456807" y="345090"/>
                  </a:lnTo>
                  <a:lnTo>
                    <a:pt x="470658" y="298465"/>
                  </a:lnTo>
                  <a:lnTo>
                    <a:pt x="475488" y="248412"/>
                  </a:lnTo>
                  <a:lnTo>
                    <a:pt x="470658" y="198358"/>
                  </a:lnTo>
                  <a:lnTo>
                    <a:pt x="456807" y="151733"/>
                  </a:lnTo>
                  <a:lnTo>
                    <a:pt x="434889" y="109537"/>
                  </a:lnTo>
                  <a:lnTo>
                    <a:pt x="405860" y="72770"/>
                  </a:lnTo>
                  <a:lnTo>
                    <a:pt x="370675" y="42433"/>
                  </a:lnTo>
                  <a:lnTo>
                    <a:pt x="330291" y="19526"/>
                  </a:lnTo>
                  <a:lnTo>
                    <a:pt x="285662" y="5048"/>
                  </a:lnTo>
                  <a:lnTo>
                    <a:pt x="237744" y="0"/>
                  </a:lnTo>
                  <a:close/>
                </a:path>
              </a:pathLst>
            </a:custGeom>
            <a:solidFill>
              <a:srgbClr val="FFFFFF"/>
            </a:solidFill>
          </p:spPr>
          <p:txBody>
            <a:bodyPr wrap="square" lIns="0" tIns="0" rIns="0" bIns="0" rtlCol="0"/>
            <a:lstStyle/>
            <a:p>
              <a:endParaRPr/>
            </a:p>
          </p:txBody>
        </p:sp>
        <p:sp>
          <p:nvSpPr>
            <p:cNvPr id="58" name="object 58"/>
            <p:cNvSpPr/>
            <p:nvPr/>
          </p:nvSpPr>
          <p:spPr>
            <a:xfrm>
              <a:off x="6615683" y="4918202"/>
              <a:ext cx="513715" cy="534670"/>
            </a:xfrm>
            <a:custGeom>
              <a:avLst/>
              <a:gdLst/>
              <a:ahLst/>
              <a:cxnLst/>
              <a:rect l="l" t="t" r="r" b="b"/>
              <a:pathLst>
                <a:path w="513715" h="534670">
                  <a:moveTo>
                    <a:pt x="269494" y="0"/>
                  </a:moveTo>
                  <a:lnTo>
                    <a:pt x="256286" y="0"/>
                  </a:lnTo>
                  <a:lnTo>
                    <a:pt x="243077" y="1270"/>
                  </a:lnTo>
                  <a:lnTo>
                    <a:pt x="229997" y="1270"/>
                  </a:lnTo>
                  <a:lnTo>
                    <a:pt x="191897" y="8890"/>
                  </a:lnTo>
                  <a:lnTo>
                    <a:pt x="155701" y="21590"/>
                  </a:lnTo>
                  <a:lnTo>
                    <a:pt x="112141" y="46990"/>
                  </a:lnTo>
                  <a:lnTo>
                    <a:pt x="74295" y="80010"/>
                  </a:lnTo>
                  <a:lnTo>
                    <a:pt x="43180" y="119380"/>
                  </a:lnTo>
                  <a:lnTo>
                    <a:pt x="19685" y="165100"/>
                  </a:lnTo>
                  <a:lnTo>
                    <a:pt x="5080" y="214630"/>
                  </a:lnTo>
                  <a:lnTo>
                    <a:pt x="254" y="254000"/>
                  </a:lnTo>
                  <a:lnTo>
                    <a:pt x="0" y="267970"/>
                  </a:lnTo>
                  <a:lnTo>
                    <a:pt x="381" y="281940"/>
                  </a:lnTo>
                  <a:lnTo>
                    <a:pt x="5461" y="322580"/>
                  </a:lnTo>
                  <a:lnTo>
                    <a:pt x="20447" y="372110"/>
                  </a:lnTo>
                  <a:lnTo>
                    <a:pt x="44196" y="417830"/>
                  </a:lnTo>
                  <a:lnTo>
                    <a:pt x="75565" y="457200"/>
                  </a:lnTo>
                  <a:lnTo>
                    <a:pt x="113665" y="490220"/>
                  </a:lnTo>
                  <a:lnTo>
                    <a:pt x="157480" y="514350"/>
                  </a:lnTo>
                  <a:lnTo>
                    <a:pt x="231013" y="534670"/>
                  </a:lnTo>
                  <a:lnTo>
                    <a:pt x="270510" y="534670"/>
                  </a:lnTo>
                  <a:lnTo>
                    <a:pt x="296545" y="532130"/>
                  </a:lnTo>
                  <a:lnTo>
                    <a:pt x="321691" y="527050"/>
                  </a:lnTo>
                  <a:lnTo>
                    <a:pt x="334264" y="523240"/>
                  </a:lnTo>
                  <a:lnTo>
                    <a:pt x="337232" y="521970"/>
                  </a:lnTo>
                  <a:lnTo>
                    <a:pt x="232029" y="521970"/>
                  </a:lnTo>
                  <a:lnTo>
                    <a:pt x="195834" y="514350"/>
                  </a:lnTo>
                  <a:lnTo>
                    <a:pt x="140589" y="491490"/>
                  </a:lnTo>
                  <a:lnTo>
                    <a:pt x="101726" y="464820"/>
                  </a:lnTo>
                  <a:lnTo>
                    <a:pt x="68580" y="430530"/>
                  </a:lnTo>
                  <a:lnTo>
                    <a:pt x="42291" y="389890"/>
                  </a:lnTo>
                  <a:lnTo>
                    <a:pt x="23749" y="344170"/>
                  </a:lnTo>
                  <a:lnTo>
                    <a:pt x="13970" y="294640"/>
                  </a:lnTo>
                  <a:lnTo>
                    <a:pt x="12700" y="267970"/>
                  </a:lnTo>
                  <a:lnTo>
                    <a:pt x="12928" y="256540"/>
                  </a:lnTo>
                  <a:lnTo>
                    <a:pt x="17652" y="217170"/>
                  </a:lnTo>
                  <a:lnTo>
                    <a:pt x="31750" y="168910"/>
                  </a:lnTo>
                  <a:lnTo>
                    <a:pt x="54101" y="125730"/>
                  </a:lnTo>
                  <a:lnTo>
                    <a:pt x="83947" y="87630"/>
                  </a:lnTo>
                  <a:lnTo>
                    <a:pt x="120015" y="57150"/>
                  </a:lnTo>
                  <a:lnTo>
                    <a:pt x="161417" y="33020"/>
                  </a:lnTo>
                  <a:lnTo>
                    <a:pt x="195580" y="21590"/>
                  </a:lnTo>
                  <a:lnTo>
                    <a:pt x="207391" y="17780"/>
                  </a:lnTo>
                  <a:lnTo>
                    <a:pt x="219456" y="16510"/>
                  </a:lnTo>
                  <a:lnTo>
                    <a:pt x="231648" y="13970"/>
                  </a:lnTo>
                  <a:lnTo>
                    <a:pt x="244094" y="12700"/>
                  </a:lnTo>
                  <a:lnTo>
                    <a:pt x="332867" y="12700"/>
                  </a:lnTo>
                  <a:lnTo>
                    <a:pt x="308229" y="5080"/>
                  </a:lnTo>
                  <a:lnTo>
                    <a:pt x="295529" y="3810"/>
                  </a:lnTo>
                  <a:lnTo>
                    <a:pt x="282575" y="1270"/>
                  </a:lnTo>
                  <a:lnTo>
                    <a:pt x="269494" y="0"/>
                  </a:lnTo>
                  <a:close/>
                </a:path>
                <a:path w="513715" h="534670">
                  <a:moveTo>
                    <a:pt x="332867" y="12700"/>
                  </a:moveTo>
                  <a:lnTo>
                    <a:pt x="269113" y="12700"/>
                  </a:lnTo>
                  <a:lnTo>
                    <a:pt x="281559" y="13970"/>
                  </a:lnTo>
                  <a:lnTo>
                    <a:pt x="293877" y="16510"/>
                  </a:lnTo>
                  <a:lnTo>
                    <a:pt x="305816" y="17780"/>
                  </a:lnTo>
                  <a:lnTo>
                    <a:pt x="317754" y="21590"/>
                  </a:lnTo>
                  <a:lnTo>
                    <a:pt x="329311" y="24130"/>
                  </a:lnTo>
                  <a:lnTo>
                    <a:pt x="372999" y="43180"/>
                  </a:lnTo>
                  <a:lnTo>
                    <a:pt x="411988" y="71120"/>
                  </a:lnTo>
                  <a:lnTo>
                    <a:pt x="445008" y="105410"/>
                  </a:lnTo>
                  <a:lnTo>
                    <a:pt x="471297" y="146050"/>
                  </a:lnTo>
                  <a:lnTo>
                    <a:pt x="489839" y="191770"/>
                  </a:lnTo>
                  <a:lnTo>
                    <a:pt x="499618" y="241300"/>
                  </a:lnTo>
                  <a:lnTo>
                    <a:pt x="500888" y="267970"/>
                  </a:lnTo>
                  <a:lnTo>
                    <a:pt x="500659" y="279400"/>
                  </a:lnTo>
                  <a:lnTo>
                    <a:pt x="495935" y="318770"/>
                  </a:lnTo>
                  <a:lnTo>
                    <a:pt x="481838" y="367030"/>
                  </a:lnTo>
                  <a:lnTo>
                    <a:pt x="459486" y="410210"/>
                  </a:lnTo>
                  <a:lnTo>
                    <a:pt x="429641" y="447040"/>
                  </a:lnTo>
                  <a:lnTo>
                    <a:pt x="393700" y="478790"/>
                  </a:lnTo>
                  <a:lnTo>
                    <a:pt x="352298" y="502920"/>
                  </a:lnTo>
                  <a:lnTo>
                    <a:pt x="294132" y="519430"/>
                  </a:lnTo>
                  <a:lnTo>
                    <a:pt x="269494" y="521970"/>
                  </a:lnTo>
                  <a:lnTo>
                    <a:pt x="337232" y="521970"/>
                  </a:lnTo>
                  <a:lnTo>
                    <a:pt x="380365" y="502920"/>
                  </a:lnTo>
                  <a:lnTo>
                    <a:pt x="421259" y="473710"/>
                  </a:lnTo>
                  <a:lnTo>
                    <a:pt x="455675" y="436880"/>
                  </a:lnTo>
                  <a:lnTo>
                    <a:pt x="483108" y="393700"/>
                  </a:lnTo>
                  <a:lnTo>
                    <a:pt x="502412" y="346710"/>
                  </a:lnTo>
                  <a:lnTo>
                    <a:pt x="510667" y="308610"/>
                  </a:lnTo>
                  <a:lnTo>
                    <a:pt x="513588" y="266700"/>
                  </a:lnTo>
                  <a:lnTo>
                    <a:pt x="513207" y="254000"/>
                  </a:lnTo>
                  <a:lnTo>
                    <a:pt x="508126" y="213360"/>
                  </a:lnTo>
                  <a:lnTo>
                    <a:pt x="493141" y="162560"/>
                  </a:lnTo>
                  <a:lnTo>
                    <a:pt x="469392" y="118110"/>
                  </a:lnTo>
                  <a:lnTo>
                    <a:pt x="438023" y="78740"/>
                  </a:lnTo>
                  <a:lnTo>
                    <a:pt x="399923" y="45720"/>
                  </a:lnTo>
                  <a:lnTo>
                    <a:pt x="356235" y="21590"/>
                  </a:lnTo>
                  <a:lnTo>
                    <a:pt x="332867" y="12700"/>
                  </a:lnTo>
                  <a:close/>
                </a:path>
                <a:path w="513715" h="534670">
                  <a:moveTo>
                    <a:pt x="268859" y="25400"/>
                  </a:moveTo>
                  <a:lnTo>
                    <a:pt x="245110" y="25400"/>
                  </a:lnTo>
                  <a:lnTo>
                    <a:pt x="233299" y="26670"/>
                  </a:lnTo>
                  <a:lnTo>
                    <a:pt x="221742" y="29210"/>
                  </a:lnTo>
                  <a:lnTo>
                    <a:pt x="210312" y="30480"/>
                  </a:lnTo>
                  <a:lnTo>
                    <a:pt x="167132" y="44450"/>
                  </a:lnTo>
                  <a:lnTo>
                    <a:pt x="127889" y="67310"/>
                  </a:lnTo>
                  <a:lnTo>
                    <a:pt x="93472" y="96520"/>
                  </a:lnTo>
                  <a:lnTo>
                    <a:pt x="65150" y="132080"/>
                  </a:lnTo>
                  <a:lnTo>
                    <a:pt x="43688" y="172720"/>
                  </a:lnTo>
                  <a:lnTo>
                    <a:pt x="30225" y="218440"/>
                  </a:lnTo>
                  <a:lnTo>
                    <a:pt x="25628" y="256540"/>
                  </a:lnTo>
                  <a:lnTo>
                    <a:pt x="25400" y="267970"/>
                  </a:lnTo>
                  <a:lnTo>
                    <a:pt x="25628" y="279400"/>
                  </a:lnTo>
                  <a:lnTo>
                    <a:pt x="35687" y="339090"/>
                  </a:lnTo>
                  <a:lnTo>
                    <a:pt x="53213" y="383540"/>
                  </a:lnTo>
                  <a:lnTo>
                    <a:pt x="78105" y="421640"/>
                  </a:lnTo>
                  <a:lnTo>
                    <a:pt x="109600" y="454660"/>
                  </a:lnTo>
                  <a:lnTo>
                    <a:pt x="146304" y="480060"/>
                  </a:lnTo>
                  <a:lnTo>
                    <a:pt x="187960" y="499110"/>
                  </a:lnTo>
                  <a:lnTo>
                    <a:pt x="221488" y="506730"/>
                  </a:lnTo>
                  <a:lnTo>
                    <a:pt x="233045" y="509270"/>
                  </a:lnTo>
                  <a:lnTo>
                    <a:pt x="280289" y="509270"/>
                  </a:lnTo>
                  <a:lnTo>
                    <a:pt x="291846" y="506730"/>
                  </a:lnTo>
                  <a:lnTo>
                    <a:pt x="303275" y="505460"/>
                  </a:lnTo>
                  <a:lnTo>
                    <a:pt x="314451" y="502920"/>
                  </a:lnTo>
                  <a:lnTo>
                    <a:pt x="332316" y="496570"/>
                  </a:lnTo>
                  <a:lnTo>
                    <a:pt x="234061" y="496570"/>
                  </a:lnTo>
                  <a:lnTo>
                    <a:pt x="223139" y="494030"/>
                  </a:lnTo>
                  <a:lnTo>
                    <a:pt x="171196" y="478790"/>
                  </a:lnTo>
                  <a:lnTo>
                    <a:pt x="134112" y="458470"/>
                  </a:lnTo>
                  <a:lnTo>
                    <a:pt x="101854" y="429260"/>
                  </a:lnTo>
                  <a:lnTo>
                    <a:pt x="75057" y="394970"/>
                  </a:lnTo>
                  <a:lnTo>
                    <a:pt x="54991" y="356870"/>
                  </a:lnTo>
                  <a:lnTo>
                    <a:pt x="42418" y="313690"/>
                  </a:lnTo>
                  <a:lnTo>
                    <a:pt x="38100" y="267970"/>
                  </a:lnTo>
                  <a:lnTo>
                    <a:pt x="38328" y="256540"/>
                  </a:lnTo>
                  <a:lnTo>
                    <a:pt x="48260" y="198120"/>
                  </a:lnTo>
                  <a:lnTo>
                    <a:pt x="65024" y="157480"/>
                  </a:lnTo>
                  <a:lnTo>
                    <a:pt x="88773" y="120650"/>
                  </a:lnTo>
                  <a:lnTo>
                    <a:pt x="118745" y="90170"/>
                  </a:lnTo>
                  <a:lnTo>
                    <a:pt x="153670" y="66040"/>
                  </a:lnTo>
                  <a:lnTo>
                    <a:pt x="192913" y="48260"/>
                  </a:lnTo>
                  <a:lnTo>
                    <a:pt x="246125" y="38100"/>
                  </a:lnTo>
                  <a:lnTo>
                    <a:pt x="329205" y="38100"/>
                  </a:lnTo>
                  <a:lnTo>
                    <a:pt x="314706" y="33020"/>
                  </a:lnTo>
                  <a:lnTo>
                    <a:pt x="303530" y="30480"/>
                  </a:lnTo>
                  <a:lnTo>
                    <a:pt x="292100" y="29210"/>
                  </a:lnTo>
                  <a:lnTo>
                    <a:pt x="280543" y="26670"/>
                  </a:lnTo>
                  <a:lnTo>
                    <a:pt x="268859" y="25400"/>
                  </a:lnTo>
                  <a:close/>
                </a:path>
                <a:path w="513715" h="534670">
                  <a:moveTo>
                    <a:pt x="329205" y="38100"/>
                  </a:moveTo>
                  <a:lnTo>
                    <a:pt x="268477" y="38100"/>
                  </a:lnTo>
                  <a:lnTo>
                    <a:pt x="290449" y="40640"/>
                  </a:lnTo>
                  <a:lnTo>
                    <a:pt x="322072" y="48260"/>
                  </a:lnTo>
                  <a:lnTo>
                    <a:pt x="361569" y="66040"/>
                  </a:lnTo>
                  <a:lnTo>
                    <a:pt x="396367" y="91440"/>
                  </a:lnTo>
                  <a:lnTo>
                    <a:pt x="425831" y="121920"/>
                  </a:lnTo>
                  <a:lnTo>
                    <a:pt x="449452" y="158750"/>
                  </a:lnTo>
                  <a:lnTo>
                    <a:pt x="465836" y="200660"/>
                  </a:lnTo>
                  <a:lnTo>
                    <a:pt x="474345" y="245110"/>
                  </a:lnTo>
                  <a:lnTo>
                    <a:pt x="475488" y="267970"/>
                  </a:lnTo>
                  <a:lnTo>
                    <a:pt x="475259" y="279400"/>
                  </a:lnTo>
                  <a:lnTo>
                    <a:pt x="465327" y="337820"/>
                  </a:lnTo>
                  <a:lnTo>
                    <a:pt x="448564" y="378460"/>
                  </a:lnTo>
                  <a:lnTo>
                    <a:pt x="424815" y="415290"/>
                  </a:lnTo>
                  <a:lnTo>
                    <a:pt x="394843" y="445770"/>
                  </a:lnTo>
                  <a:lnTo>
                    <a:pt x="359918" y="469900"/>
                  </a:lnTo>
                  <a:lnTo>
                    <a:pt x="320675" y="487680"/>
                  </a:lnTo>
                  <a:lnTo>
                    <a:pt x="289433" y="494030"/>
                  </a:lnTo>
                  <a:lnTo>
                    <a:pt x="278638" y="496570"/>
                  </a:lnTo>
                  <a:lnTo>
                    <a:pt x="332316" y="496570"/>
                  </a:lnTo>
                  <a:lnTo>
                    <a:pt x="346456" y="491490"/>
                  </a:lnTo>
                  <a:lnTo>
                    <a:pt x="385825" y="468630"/>
                  </a:lnTo>
                  <a:lnTo>
                    <a:pt x="420116" y="439420"/>
                  </a:lnTo>
                  <a:lnTo>
                    <a:pt x="448437" y="403860"/>
                  </a:lnTo>
                  <a:lnTo>
                    <a:pt x="469900" y="361950"/>
                  </a:lnTo>
                  <a:lnTo>
                    <a:pt x="483362" y="316230"/>
                  </a:lnTo>
                  <a:lnTo>
                    <a:pt x="488188" y="267970"/>
                  </a:lnTo>
                  <a:lnTo>
                    <a:pt x="487845" y="256540"/>
                  </a:lnTo>
                  <a:lnTo>
                    <a:pt x="477900" y="195580"/>
                  </a:lnTo>
                  <a:lnTo>
                    <a:pt x="460375" y="152400"/>
                  </a:lnTo>
                  <a:lnTo>
                    <a:pt x="435483" y="114300"/>
                  </a:lnTo>
                  <a:lnTo>
                    <a:pt x="404114" y="81280"/>
                  </a:lnTo>
                  <a:lnTo>
                    <a:pt x="367284" y="54610"/>
                  </a:lnTo>
                  <a:lnTo>
                    <a:pt x="347091" y="44450"/>
                  </a:lnTo>
                  <a:lnTo>
                    <a:pt x="329205" y="38100"/>
                  </a:lnTo>
                  <a:close/>
                </a:path>
              </a:pathLst>
            </a:custGeom>
            <a:solidFill>
              <a:srgbClr val="935200"/>
            </a:solidFill>
          </p:spPr>
          <p:txBody>
            <a:bodyPr wrap="square" lIns="0" tIns="0" rIns="0" bIns="0" rtlCol="0"/>
            <a:lstStyle/>
            <a:p>
              <a:endParaRPr/>
            </a:p>
          </p:txBody>
        </p:sp>
        <p:sp>
          <p:nvSpPr>
            <p:cNvPr id="59" name="object 59"/>
            <p:cNvSpPr/>
            <p:nvPr/>
          </p:nvSpPr>
          <p:spPr>
            <a:xfrm>
              <a:off x="7714487" y="3017520"/>
              <a:ext cx="3929379" cy="342900"/>
            </a:xfrm>
            <a:custGeom>
              <a:avLst/>
              <a:gdLst/>
              <a:ahLst/>
              <a:cxnLst/>
              <a:rect l="l" t="t" r="r" b="b"/>
              <a:pathLst>
                <a:path w="3929379" h="342900">
                  <a:moveTo>
                    <a:pt x="3928872" y="0"/>
                  </a:moveTo>
                  <a:lnTo>
                    <a:pt x="0" y="0"/>
                  </a:lnTo>
                  <a:lnTo>
                    <a:pt x="0" y="342900"/>
                  </a:lnTo>
                  <a:lnTo>
                    <a:pt x="3928872" y="342900"/>
                  </a:lnTo>
                  <a:lnTo>
                    <a:pt x="3928872" y="0"/>
                  </a:lnTo>
                  <a:close/>
                </a:path>
              </a:pathLst>
            </a:custGeom>
            <a:solidFill>
              <a:srgbClr val="993300"/>
            </a:solidFill>
          </p:spPr>
          <p:txBody>
            <a:bodyPr wrap="square" lIns="0" tIns="0" rIns="0" bIns="0" rtlCol="0"/>
            <a:lstStyle/>
            <a:p>
              <a:endParaRPr/>
            </a:p>
          </p:txBody>
        </p:sp>
        <p:sp>
          <p:nvSpPr>
            <p:cNvPr id="60" name="object 60"/>
            <p:cNvSpPr/>
            <p:nvPr/>
          </p:nvSpPr>
          <p:spPr>
            <a:xfrm>
              <a:off x="7714487" y="3017520"/>
              <a:ext cx="3929379" cy="342900"/>
            </a:xfrm>
            <a:custGeom>
              <a:avLst/>
              <a:gdLst/>
              <a:ahLst/>
              <a:cxnLst/>
              <a:rect l="l" t="t" r="r" b="b"/>
              <a:pathLst>
                <a:path w="3929379" h="342900">
                  <a:moveTo>
                    <a:pt x="0" y="342900"/>
                  </a:moveTo>
                  <a:lnTo>
                    <a:pt x="3928872" y="342900"/>
                  </a:lnTo>
                  <a:lnTo>
                    <a:pt x="3928872" y="0"/>
                  </a:lnTo>
                  <a:lnTo>
                    <a:pt x="0" y="0"/>
                  </a:lnTo>
                  <a:lnTo>
                    <a:pt x="0" y="342900"/>
                  </a:lnTo>
                  <a:close/>
                </a:path>
              </a:pathLst>
            </a:custGeom>
            <a:ln w="3175">
              <a:solidFill>
                <a:srgbClr val="0F469B"/>
              </a:solidFill>
            </a:ln>
          </p:spPr>
          <p:txBody>
            <a:bodyPr wrap="square" lIns="0" tIns="0" rIns="0" bIns="0" rtlCol="0"/>
            <a:lstStyle/>
            <a:p>
              <a:endParaRPr/>
            </a:p>
          </p:txBody>
        </p:sp>
      </p:grpSp>
      <p:sp>
        <p:nvSpPr>
          <p:cNvPr id="61" name="object 61"/>
          <p:cNvSpPr txBox="1"/>
          <p:nvPr/>
        </p:nvSpPr>
        <p:spPr>
          <a:xfrm>
            <a:off x="8059673" y="3058795"/>
            <a:ext cx="2239645" cy="239395"/>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FFFF"/>
                </a:solidFill>
                <a:latin typeface="Calibri"/>
                <a:cs typeface="Calibri"/>
              </a:rPr>
              <a:t>PiLog</a:t>
            </a:r>
            <a:r>
              <a:rPr sz="1400" b="1" spc="-20" dirty="0">
                <a:solidFill>
                  <a:srgbClr val="FFFFFF"/>
                </a:solidFill>
                <a:latin typeface="Calibri"/>
                <a:cs typeface="Calibri"/>
              </a:rPr>
              <a:t> </a:t>
            </a:r>
            <a:r>
              <a:rPr sz="1400" b="1" dirty="0">
                <a:solidFill>
                  <a:srgbClr val="FFFFFF"/>
                </a:solidFill>
                <a:latin typeface="Calibri"/>
                <a:cs typeface="Calibri"/>
              </a:rPr>
              <a:t>Saudi</a:t>
            </a:r>
            <a:r>
              <a:rPr sz="1400" b="1" spc="-25" dirty="0">
                <a:solidFill>
                  <a:srgbClr val="FFFFFF"/>
                </a:solidFill>
                <a:latin typeface="Calibri"/>
                <a:cs typeface="Calibri"/>
              </a:rPr>
              <a:t> </a:t>
            </a:r>
            <a:r>
              <a:rPr sz="1400" b="1" spc="-5" dirty="0">
                <a:solidFill>
                  <a:srgbClr val="FFFFFF"/>
                </a:solidFill>
                <a:latin typeface="Calibri"/>
                <a:cs typeface="Calibri"/>
              </a:rPr>
              <a:t>International,</a:t>
            </a:r>
            <a:r>
              <a:rPr sz="1400" b="1" spc="-55" dirty="0">
                <a:solidFill>
                  <a:srgbClr val="FFFFFF"/>
                </a:solidFill>
                <a:latin typeface="Calibri"/>
                <a:cs typeface="Calibri"/>
              </a:rPr>
              <a:t> </a:t>
            </a:r>
            <a:r>
              <a:rPr sz="1400" b="1" spc="-10" dirty="0">
                <a:solidFill>
                  <a:srgbClr val="FFFFFF"/>
                </a:solidFill>
                <a:latin typeface="Calibri"/>
                <a:cs typeface="Calibri"/>
              </a:rPr>
              <a:t>KSA</a:t>
            </a:r>
            <a:endParaRPr sz="1400" dirty="0">
              <a:latin typeface="Calibri"/>
              <a:cs typeface="Calibri"/>
            </a:endParaRPr>
          </a:p>
        </p:txBody>
      </p:sp>
      <p:grpSp>
        <p:nvGrpSpPr>
          <p:cNvPr id="62" name="object 62"/>
          <p:cNvGrpSpPr/>
          <p:nvPr/>
        </p:nvGrpSpPr>
        <p:grpSpPr>
          <a:xfrm>
            <a:off x="7522464" y="2923285"/>
            <a:ext cx="515620" cy="534670"/>
            <a:chOff x="7522464" y="2923285"/>
            <a:chExt cx="515620" cy="534670"/>
          </a:xfrm>
        </p:grpSpPr>
        <p:sp>
          <p:nvSpPr>
            <p:cNvPr id="63" name="object 63"/>
            <p:cNvSpPr/>
            <p:nvPr/>
          </p:nvSpPr>
          <p:spPr>
            <a:xfrm>
              <a:off x="7541514" y="2942081"/>
              <a:ext cx="477520" cy="497205"/>
            </a:xfrm>
            <a:custGeom>
              <a:avLst/>
              <a:gdLst/>
              <a:ahLst/>
              <a:cxnLst/>
              <a:rect l="l" t="t" r="r" b="b"/>
              <a:pathLst>
                <a:path w="477520" h="497204">
                  <a:moveTo>
                    <a:pt x="238505" y="0"/>
                  </a:moveTo>
                  <a:lnTo>
                    <a:pt x="190445" y="5048"/>
                  </a:lnTo>
                  <a:lnTo>
                    <a:pt x="145678" y="19526"/>
                  </a:lnTo>
                  <a:lnTo>
                    <a:pt x="105165" y="42433"/>
                  </a:lnTo>
                  <a:lnTo>
                    <a:pt x="69865" y="72771"/>
                  </a:lnTo>
                  <a:lnTo>
                    <a:pt x="40739" y="109537"/>
                  </a:lnTo>
                  <a:lnTo>
                    <a:pt x="18746" y="151733"/>
                  </a:lnTo>
                  <a:lnTo>
                    <a:pt x="4846" y="198358"/>
                  </a:lnTo>
                  <a:lnTo>
                    <a:pt x="0" y="248412"/>
                  </a:lnTo>
                  <a:lnTo>
                    <a:pt x="4846" y="298465"/>
                  </a:lnTo>
                  <a:lnTo>
                    <a:pt x="18746" y="345090"/>
                  </a:lnTo>
                  <a:lnTo>
                    <a:pt x="40739" y="387286"/>
                  </a:lnTo>
                  <a:lnTo>
                    <a:pt x="69865" y="424052"/>
                  </a:lnTo>
                  <a:lnTo>
                    <a:pt x="105165" y="454390"/>
                  </a:lnTo>
                  <a:lnTo>
                    <a:pt x="145678" y="477297"/>
                  </a:lnTo>
                  <a:lnTo>
                    <a:pt x="190445" y="491775"/>
                  </a:lnTo>
                  <a:lnTo>
                    <a:pt x="238505" y="496823"/>
                  </a:lnTo>
                  <a:lnTo>
                    <a:pt x="286566" y="491775"/>
                  </a:lnTo>
                  <a:lnTo>
                    <a:pt x="331333" y="477297"/>
                  </a:lnTo>
                  <a:lnTo>
                    <a:pt x="371846" y="454390"/>
                  </a:lnTo>
                  <a:lnTo>
                    <a:pt x="407146" y="424052"/>
                  </a:lnTo>
                  <a:lnTo>
                    <a:pt x="436272" y="387286"/>
                  </a:lnTo>
                  <a:lnTo>
                    <a:pt x="458265" y="345090"/>
                  </a:lnTo>
                  <a:lnTo>
                    <a:pt x="472165" y="298465"/>
                  </a:lnTo>
                  <a:lnTo>
                    <a:pt x="477011" y="248412"/>
                  </a:lnTo>
                  <a:lnTo>
                    <a:pt x="472165" y="198358"/>
                  </a:lnTo>
                  <a:lnTo>
                    <a:pt x="458265" y="151733"/>
                  </a:lnTo>
                  <a:lnTo>
                    <a:pt x="436272" y="109537"/>
                  </a:lnTo>
                  <a:lnTo>
                    <a:pt x="407146" y="72770"/>
                  </a:lnTo>
                  <a:lnTo>
                    <a:pt x="371846" y="42433"/>
                  </a:lnTo>
                  <a:lnTo>
                    <a:pt x="331333" y="19526"/>
                  </a:lnTo>
                  <a:lnTo>
                    <a:pt x="286566" y="5048"/>
                  </a:lnTo>
                  <a:lnTo>
                    <a:pt x="238505" y="0"/>
                  </a:lnTo>
                  <a:close/>
                </a:path>
              </a:pathLst>
            </a:custGeom>
            <a:solidFill>
              <a:srgbClr val="FFFFFF"/>
            </a:solidFill>
          </p:spPr>
          <p:txBody>
            <a:bodyPr wrap="square" lIns="0" tIns="0" rIns="0" bIns="0" rtlCol="0"/>
            <a:lstStyle/>
            <a:p>
              <a:endParaRPr/>
            </a:p>
          </p:txBody>
        </p:sp>
        <p:sp>
          <p:nvSpPr>
            <p:cNvPr id="64" name="object 64"/>
            <p:cNvSpPr/>
            <p:nvPr/>
          </p:nvSpPr>
          <p:spPr>
            <a:xfrm>
              <a:off x="7522464" y="2923285"/>
              <a:ext cx="515620" cy="534670"/>
            </a:xfrm>
            <a:custGeom>
              <a:avLst/>
              <a:gdLst/>
              <a:ahLst/>
              <a:cxnLst/>
              <a:rect l="l" t="t" r="r" b="b"/>
              <a:pathLst>
                <a:path w="515620" h="534670">
                  <a:moveTo>
                    <a:pt x="283463" y="1270"/>
                  </a:moveTo>
                  <a:lnTo>
                    <a:pt x="230631" y="1270"/>
                  </a:lnTo>
                  <a:lnTo>
                    <a:pt x="192658" y="8890"/>
                  </a:lnTo>
                  <a:lnTo>
                    <a:pt x="156209" y="21590"/>
                  </a:lnTo>
                  <a:lnTo>
                    <a:pt x="112521" y="46990"/>
                  </a:lnTo>
                  <a:lnTo>
                    <a:pt x="74675" y="80010"/>
                  </a:lnTo>
                  <a:lnTo>
                    <a:pt x="43433" y="119380"/>
                  </a:lnTo>
                  <a:lnTo>
                    <a:pt x="19811" y="165100"/>
                  </a:lnTo>
                  <a:lnTo>
                    <a:pt x="5079" y="214630"/>
                  </a:lnTo>
                  <a:lnTo>
                    <a:pt x="346" y="254000"/>
                  </a:lnTo>
                  <a:lnTo>
                    <a:pt x="0" y="267970"/>
                  </a:lnTo>
                  <a:lnTo>
                    <a:pt x="380" y="281940"/>
                  </a:lnTo>
                  <a:lnTo>
                    <a:pt x="5460" y="322580"/>
                  </a:lnTo>
                  <a:lnTo>
                    <a:pt x="20446" y="372110"/>
                  </a:lnTo>
                  <a:lnTo>
                    <a:pt x="44322" y="417830"/>
                  </a:lnTo>
                  <a:lnTo>
                    <a:pt x="75818" y="457200"/>
                  </a:lnTo>
                  <a:lnTo>
                    <a:pt x="114045" y="490220"/>
                  </a:lnTo>
                  <a:lnTo>
                    <a:pt x="157987" y="514350"/>
                  </a:lnTo>
                  <a:lnTo>
                    <a:pt x="231647" y="534670"/>
                  </a:lnTo>
                  <a:lnTo>
                    <a:pt x="271399" y="534670"/>
                  </a:lnTo>
                  <a:lnTo>
                    <a:pt x="297306" y="532130"/>
                  </a:lnTo>
                  <a:lnTo>
                    <a:pt x="322579" y="527050"/>
                  </a:lnTo>
                  <a:lnTo>
                    <a:pt x="335152" y="523240"/>
                  </a:lnTo>
                  <a:lnTo>
                    <a:pt x="338563" y="521970"/>
                  </a:lnTo>
                  <a:lnTo>
                    <a:pt x="232663" y="521970"/>
                  </a:lnTo>
                  <a:lnTo>
                    <a:pt x="184911" y="511810"/>
                  </a:lnTo>
                  <a:lnTo>
                    <a:pt x="141096" y="491490"/>
                  </a:lnTo>
                  <a:lnTo>
                    <a:pt x="101980" y="464820"/>
                  </a:lnTo>
                  <a:lnTo>
                    <a:pt x="68706" y="430530"/>
                  </a:lnTo>
                  <a:lnTo>
                    <a:pt x="42290" y="389890"/>
                  </a:lnTo>
                  <a:lnTo>
                    <a:pt x="23875" y="344170"/>
                  </a:lnTo>
                  <a:lnTo>
                    <a:pt x="15493" y="306070"/>
                  </a:lnTo>
                  <a:lnTo>
                    <a:pt x="12700" y="267970"/>
                  </a:lnTo>
                  <a:lnTo>
                    <a:pt x="12928" y="256540"/>
                  </a:lnTo>
                  <a:lnTo>
                    <a:pt x="17652" y="217170"/>
                  </a:lnTo>
                  <a:lnTo>
                    <a:pt x="31876" y="168910"/>
                  </a:lnTo>
                  <a:lnTo>
                    <a:pt x="54355" y="125730"/>
                  </a:lnTo>
                  <a:lnTo>
                    <a:pt x="84200" y="87630"/>
                  </a:lnTo>
                  <a:lnTo>
                    <a:pt x="120268" y="57150"/>
                  </a:lnTo>
                  <a:lnTo>
                    <a:pt x="161925" y="33020"/>
                  </a:lnTo>
                  <a:lnTo>
                    <a:pt x="196214" y="21590"/>
                  </a:lnTo>
                  <a:lnTo>
                    <a:pt x="208025" y="17780"/>
                  </a:lnTo>
                  <a:lnTo>
                    <a:pt x="220090" y="16510"/>
                  </a:lnTo>
                  <a:lnTo>
                    <a:pt x="232282" y="13970"/>
                  </a:lnTo>
                  <a:lnTo>
                    <a:pt x="244728" y="13970"/>
                  </a:lnTo>
                  <a:lnTo>
                    <a:pt x="257428" y="12700"/>
                  </a:lnTo>
                  <a:lnTo>
                    <a:pt x="333882" y="12700"/>
                  </a:lnTo>
                  <a:lnTo>
                    <a:pt x="321563" y="8890"/>
                  </a:lnTo>
                  <a:lnTo>
                    <a:pt x="283463" y="1270"/>
                  </a:lnTo>
                  <a:close/>
                </a:path>
                <a:path w="515620" h="534670">
                  <a:moveTo>
                    <a:pt x="333882" y="12700"/>
                  </a:moveTo>
                  <a:lnTo>
                    <a:pt x="257428" y="12700"/>
                  </a:lnTo>
                  <a:lnTo>
                    <a:pt x="270001" y="13970"/>
                  </a:lnTo>
                  <a:lnTo>
                    <a:pt x="282447" y="13970"/>
                  </a:lnTo>
                  <a:lnTo>
                    <a:pt x="294639" y="16510"/>
                  </a:lnTo>
                  <a:lnTo>
                    <a:pt x="306831" y="17780"/>
                  </a:lnTo>
                  <a:lnTo>
                    <a:pt x="318642" y="21590"/>
                  </a:lnTo>
                  <a:lnTo>
                    <a:pt x="330326" y="24130"/>
                  </a:lnTo>
                  <a:lnTo>
                    <a:pt x="374141" y="44450"/>
                  </a:lnTo>
                  <a:lnTo>
                    <a:pt x="413130" y="71120"/>
                  </a:lnTo>
                  <a:lnTo>
                    <a:pt x="446404" y="105410"/>
                  </a:lnTo>
                  <a:lnTo>
                    <a:pt x="472820" y="146050"/>
                  </a:lnTo>
                  <a:lnTo>
                    <a:pt x="491235" y="191770"/>
                  </a:lnTo>
                  <a:lnTo>
                    <a:pt x="501141" y="241300"/>
                  </a:lnTo>
                  <a:lnTo>
                    <a:pt x="502411" y="267970"/>
                  </a:lnTo>
                  <a:lnTo>
                    <a:pt x="502183" y="279400"/>
                  </a:lnTo>
                  <a:lnTo>
                    <a:pt x="497458" y="318770"/>
                  </a:lnTo>
                  <a:lnTo>
                    <a:pt x="483234" y="367030"/>
                  </a:lnTo>
                  <a:lnTo>
                    <a:pt x="460755" y="410210"/>
                  </a:lnTo>
                  <a:lnTo>
                    <a:pt x="431037" y="448310"/>
                  </a:lnTo>
                  <a:lnTo>
                    <a:pt x="394842" y="478790"/>
                  </a:lnTo>
                  <a:lnTo>
                    <a:pt x="353313" y="502920"/>
                  </a:lnTo>
                  <a:lnTo>
                    <a:pt x="295020" y="519430"/>
                  </a:lnTo>
                  <a:lnTo>
                    <a:pt x="270382" y="521970"/>
                  </a:lnTo>
                  <a:lnTo>
                    <a:pt x="338563" y="521970"/>
                  </a:lnTo>
                  <a:lnTo>
                    <a:pt x="381380" y="502920"/>
                  </a:lnTo>
                  <a:lnTo>
                    <a:pt x="422401" y="473710"/>
                  </a:lnTo>
                  <a:lnTo>
                    <a:pt x="457072" y="436880"/>
                  </a:lnTo>
                  <a:lnTo>
                    <a:pt x="484631" y="393700"/>
                  </a:lnTo>
                  <a:lnTo>
                    <a:pt x="503808" y="346710"/>
                  </a:lnTo>
                  <a:lnTo>
                    <a:pt x="512190" y="308610"/>
                  </a:lnTo>
                  <a:lnTo>
                    <a:pt x="515111" y="267970"/>
                  </a:lnTo>
                  <a:lnTo>
                    <a:pt x="514730" y="254000"/>
                  </a:lnTo>
                  <a:lnTo>
                    <a:pt x="509650" y="213360"/>
                  </a:lnTo>
                  <a:lnTo>
                    <a:pt x="494537" y="163830"/>
                  </a:lnTo>
                  <a:lnTo>
                    <a:pt x="470788" y="118110"/>
                  </a:lnTo>
                  <a:lnTo>
                    <a:pt x="439292" y="78740"/>
                  </a:lnTo>
                  <a:lnTo>
                    <a:pt x="401065" y="45720"/>
                  </a:lnTo>
                  <a:lnTo>
                    <a:pt x="357250" y="21590"/>
                  </a:lnTo>
                  <a:lnTo>
                    <a:pt x="333882" y="12700"/>
                  </a:lnTo>
                  <a:close/>
                </a:path>
                <a:path w="515620" h="534670">
                  <a:moveTo>
                    <a:pt x="281431" y="26670"/>
                  </a:moveTo>
                  <a:lnTo>
                    <a:pt x="234060" y="26670"/>
                  </a:lnTo>
                  <a:lnTo>
                    <a:pt x="222376" y="29210"/>
                  </a:lnTo>
                  <a:lnTo>
                    <a:pt x="211074" y="30480"/>
                  </a:lnTo>
                  <a:lnTo>
                    <a:pt x="167639" y="44450"/>
                  </a:lnTo>
                  <a:lnTo>
                    <a:pt x="128142" y="67310"/>
                  </a:lnTo>
                  <a:lnTo>
                    <a:pt x="93725" y="96520"/>
                  </a:lnTo>
                  <a:lnTo>
                    <a:pt x="65277" y="132080"/>
                  </a:lnTo>
                  <a:lnTo>
                    <a:pt x="43814" y="172720"/>
                  </a:lnTo>
                  <a:lnTo>
                    <a:pt x="30225" y="218440"/>
                  </a:lnTo>
                  <a:lnTo>
                    <a:pt x="25628" y="256540"/>
                  </a:lnTo>
                  <a:lnTo>
                    <a:pt x="25400" y="267970"/>
                  </a:lnTo>
                  <a:lnTo>
                    <a:pt x="25628" y="279400"/>
                  </a:lnTo>
                  <a:lnTo>
                    <a:pt x="35813" y="339090"/>
                  </a:lnTo>
                  <a:lnTo>
                    <a:pt x="53339" y="383540"/>
                  </a:lnTo>
                  <a:lnTo>
                    <a:pt x="78358" y="421640"/>
                  </a:lnTo>
                  <a:lnTo>
                    <a:pt x="109854" y="454660"/>
                  </a:lnTo>
                  <a:lnTo>
                    <a:pt x="146811" y="480060"/>
                  </a:lnTo>
                  <a:lnTo>
                    <a:pt x="188467" y="499110"/>
                  </a:lnTo>
                  <a:lnTo>
                    <a:pt x="222122" y="506730"/>
                  </a:lnTo>
                  <a:lnTo>
                    <a:pt x="233679" y="509270"/>
                  </a:lnTo>
                  <a:lnTo>
                    <a:pt x="281177" y="509270"/>
                  </a:lnTo>
                  <a:lnTo>
                    <a:pt x="292734" y="506730"/>
                  </a:lnTo>
                  <a:lnTo>
                    <a:pt x="304037" y="505460"/>
                  </a:lnTo>
                  <a:lnTo>
                    <a:pt x="315340" y="502920"/>
                  </a:lnTo>
                  <a:lnTo>
                    <a:pt x="333290" y="496570"/>
                  </a:lnTo>
                  <a:lnTo>
                    <a:pt x="234695" y="496570"/>
                  </a:lnTo>
                  <a:lnTo>
                    <a:pt x="223774" y="494030"/>
                  </a:lnTo>
                  <a:lnTo>
                    <a:pt x="171576" y="478790"/>
                  </a:lnTo>
                  <a:lnTo>
                    <a:pt x="134365" y="457200"/>
                  </a:lnTo>
                  <a:lnTo>
                    <a:pt x="102107" y="429260"/>
                  </a:lnTo>
                  <a:lnTo>
                    <a:pt x="75310" y="394970"/>
                  </a:lnTo>
                  <a:lnTo>
                    <a:pt x="55117" y="356870"/>
                  </a:lnTo>
                  <a:lnTo>
                    <a:pt x="42417" y="313690"/>
                  </a:lnTo>
                  <a:lnTo>
                    <a:pt x="38100" y="267970"/>
                  </a:lnTo>
                  <a:lnTo>
                    <a:pt x="38328" y="256540"/>
                  </a:lnTo>
                  <a:lnTo>
                    <a:pt x="48259" y="198120"/>
                  </a:lnTo>
                  <a:lnTo>
                    <a:pt x="65150" y="157480"/>
                  </a:lnTo>
                  <a:lnTo>
                    <a:pt x="89026" y="120650"/>
                  </a:lnTo>
                  <a:lnTo>
                    <a:pt x="118999" y="90170"/>
                  </a:lnTo>
                  <a:lnTo>
                    <a:pt x="154050" y="66040"/>
                  </a:lnTo>
                  <a:lnTo>
                    <a:pt x="193547" y="48260"/>
                  </a:lnTo>
                  <a:lnTo>
                    <a:pt x="235711" y="39370"/>
                  </a:lnTo>
                  <a:lnTo>
                    <a:pt x="246760" y="39370"/>
                  </a:lnTo>
                  <a:lnTo>
                    <a:pt x="257936" y="38100"/>
                  </a:lnTo>
                  <a:lnTo>
                    <a:pt x="330326" y="38100"/>
                  </a:lnTo>
                  <a:lnTo>
                    <a:pt x="326770" y="36830"/>
                  </a:lnTo>
                  <a:lnTo>
                    <a:pt x="315721" y="33020"/>
                  </a:lnTo>
                  <a:lnTo>
                    <a:pt x="304545" y="30480"/>
                  </a:lnTo>
                  <a:lnTo>
                    <a:pt x="292988" y="29210"/>
                  </a:lnTo>
                  <a:lnTo>
                    <a:pt x="281431" y="26670"/>
                  </a:lnTo>
                  <a:close/>
                </a:path>
                <a:path w="515620" h="534670">
                  <a:moveTo>
                    <a:pt x="330326" y="38100"/>
                  </a:moveTo>
                  <a:lnTo>
                    <a:pt x="257936" y="38100"/>
                  </a:lnTo>
                  <a:lnTo>
                    <a:pt x="269366" y="39370"/>
                  </a:lnTo>
                  <a:lnTo>
                    <a:pt x="280415" y="39370"/>
                  </a:lnTo>
                  <a:lnTo>
                    <a:pt x="291337" y="40640"/>
                  </a:lnTo>
                  <a:lnTo>
                    <a:pt x="343661" y="57150"/>
                  </a:lnTo>
                  <a:lnTo>
                    <a:pt x="380618" y="77470"/>
                  </a:lnTo>
                  <a:lnTo>
                    <a:pt x="413130" y="106680"/>
                  </a:lnTo>
                  <a:lnTo>
                    <a:pt x="439800" y="139700"/>
                  </a:lnTo>
                  <a:lnTo>
                    <a:pt x="459993" y="179070"/>
                  </a:lnTo>
                  <a:lnTo>
                    <a:pt x="472693" y="222250"/>
                  </a:lnTo>
                  <a:lnTo>
                    <a:pt x="477011" y="267970"/>
                  </a:lnTo>
                  <a:lnTo>
                    <a:pt x="476783" y="279400"/>
                  </a:lnTo>
                  <a:lnTo>
                    <a:pt x="466851" y="337820"/>
                  </a:lnTo>
                  <a:lnTo>
                    <a:pt x="449960" y="378460"/>
                  </a:lnTo>
                  <a:lnTo>
                    <a:pt x="426084" y="415290"/>
                  </a:lnTo>
                  <a:lnTo>
                    <a:pt x="396112" y="445770"/>
                  </a:lnTo>
                  <a:lnTo>
                    <a:pt x="361060" y="469900"/>
                  </a:lnTo>
                  <a:lnTo>
                    <a:pt x="321690" y="487680"/>
                  </a:lnTo>
                  <a:lnTo>
                    <a:pt x="279526" y="496570"/>
                  </a:lnTo>
                  <a:lnTo>
                    <a:pt x="333290" y="496570"/>
                  </a:lnTo>
                  <a:lnTo>
                    <a:pt x="386968" y="468630"/>
                  </a:lnTo>
                  <a:lnTo>
                    <a:pt x="421512" y="439420"/>
                  </a:lnTo>
                  <a:lnTo>
                    <a:pt x="449833" y="403860"/>
                  </a:lnTo>
                  <a:lnTo>
                    <a:pt x="471296" y="361950"/>
                  </a:lnTo>
                  <a:lnTo>
                    <a:pt x="484885" y="317500"/>
                  </a:lnTo>
                  <a:lnTo>
                    <a:pt x="489483" y="279400"/>
                  </a:lnTo>
                  <a:lnTo>
                    <a:pt x="489711" y="267970"/>
                  </a:lnTo>
                  <a:lnTo>
                    <a:pt x="489369" y="256540"/>
                  </a:lnTo>
                  <a:lnTo>
                    <a:pt x="479297" y="195580"/>
                  </a:lnTo>
                  <a:lnTo>
                    <a:pt x="461771" y="152400"/>
                  </a:lnTo>
                  <a:lnTo>
                    <a:pt x="436752" y="114300"/>
                  </a:lnTo>
                  <a:lnTo>
                    <a:pt x="405383" y="81280"/>
                  </a:lnTo>
                  <a:lnTo>
                    <a:pt x="368426" y="54610"/>
                  </a:lnTo>
                  <a:lnTo>
                    <a:pt x="348106" y="44450"/>
                  </a:lnTo>
                  <a:lnTo>
                    <a:pt x="330326" y="38100"/>
                  </a:lnTo>
                  <a:close/>
                </a:path>
                <a:path w="515620" h="534670">
                  <a:moveTo>
                    <a:pt x="257682" y="25400"/>
                  </a:moveTo>
                  <a:lnTo>
                    <a:pt x="245744" y="26670"/>
                  </a:lnTo>
                  <a:lnTo>
                    <a:pt x="269747" y="26670"/>
                  </a:lnTo>
                  <a:lnTo>
                    <a:pt x="257682" y="25400"/>
                  </a:lnTo>
                  <a:close/>
                </a:path>
                <a:path w="515620" h="534670">
                  <a:moveTo>
                    <a:pt x="257175" y="0"/>
                  </a:moveTo>
                  <a:lnTo>
                    <a:pt x="243712" y="1270"/>
                  </a:lnTo>
                  <a:lnTo>
                    <a:pt x="270255" y="1270"/>
                  </a:lnTo>
                  <a:lnTo>
                    <a:pt x="257175" y="0"/>
                  </a:lnTo>
                  <a:close/>
                </a:path>
              </a:pathLst>
            </a:custGeom>
            <a:solidFill>
              <a:srgbClr val="974707"/>
            </a:solidFill>
          </p:spPr>
          <p:txBody>
            <a:bodyPr wrap="square" lIns="0" tIns="0" rIns="0" bIns="0" rtlCol="0"/>
            <a:lstStyle/>
            <a:p>
              <a:endParaRPr/>
            </a:p>
          </p:txBody>
        </p:sp>
      </p:grpSp>
      <p:sp>
        <p:nvSpPr>
          <p:cNvPr id="65" name="object 65"/>
          <p:cNvSpPr txBox="1"/>
          <p:nvPr/>
        </p:nvSpPr>
        <p:spPr>
          <a:xfrm>
            <a:off x="345744" y="6604534"/>
            <a:ext cx="545465" cy="252729"/>
          </a:xfrm>
          <a:prstGeom prst="rect">
            <a:avLst/>
          </a:prstGeom>
        </p:spPr>
        <p:txBody>
          <a:bodyPr vert="horz" wrap="square" lIns="0" tIns="0" rIns="0" bIns="0" rtlCol="0">
            <a:spAutoFit/>
          </a:bodyPr>
          <a:lstStyle/>
          <a:p>
            <a:pPr marL="12700">
              <a:lnSpc>
                <a:spcPts val="1864"/>
              </a:lnSpc>
            </a:pPr>
            <a:r>
              <a:rPr sz="1600" spc="-5" dirty="0">
                <a:solidFill>
                  <a:srgbClr val="FFFFFF"/>
                </a:solidFill>
                <a:latin typeface="Arial MT"/>
                <a:cs typeface="Arial MT"/>
              </a:rPr>
              <a:t>PiLog</a:t>
            </a:r>
            <a:endParaRPr sz="1600" dirty="0">
              <a:latin typeface="Arial MT"/>
              <a:cs typeface="Arial MT"/>
            </a:endParaRPr>
          </a:p>
        </p:txBody>
      </p:sp>
      <p:sp>
        <p:nvSpPr>
          <p:cNvPr id="66" name="object 66"/>
          <p:cNvSpPr txBox="1"/>
          <p:nvPr/>
        </p:nvSpPr>
        <p:spPr>
          <a:xfrm>
            <a:off x="5810250" y="6655486"/>
            <a:ext cx="1457960" cy="190500"/>
          </a:xfrm>
          <a:prstGeom prst="rect">
            <a:avLst/>
          </a:prstGeom>
        </p:spPr>
        <p:txBody>
          <a:bodyPr vert="horz" wrap="square" lIns="0" tIns="0" rIns="0" bIns="0" rtlCol="0">
            <a:spAutoFit/>
          </a:bodyPr>
          <a:lstStyle/>
          <a:p>
            <a:pPr marL="12700">
              <a:lnSpc>
                <a:spcPts val="1335"/>
              </a:lnSpc>
            </a:pPr>
            <a:r>
              <a:rPr sz="1300" spc="-15" dirty="0">
                <a:solidFill>
                  <a:srgbClr val="0F469B"/>
                </a:solidFill>
                <a:latin typeface="Calibri"/>
                <a:cs typeface="Calibri"/>
                <a:hlinkClick r:id="rId7"/>
              </a:rPr>
              <a:t>www.piloggroup.com</a:t>
            </a:r>
            <a:endParaRPr sz="1300">
              <a:latin typeface="Calibri"/>
              <a:cs typeface="Calibri"/>
            </a:endParaRPr>
          </a:p>
        </p:txBody>
      </p:sp>
      <p:sp>
        <p:nvSpPr>
          <p:cNvPr id="67" name="object 67"/>
          <p:cNvSpPr txBox="1"/>
          <p:nvPr/>
        </p:nvSpPr>
        <p:spPr>
          <a:xfrm>
            <a:off x="12037568" y="6655866"/>
            <a:ext cx="128905" cy="228600"/>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Calibri"/>
                <a:cs typeface="Calibri"/>
              </a:rPr>
              <a:t>7</a:t>
            </a:r>
            <a:endParaRPr sz="16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3" y="0"/>
            <a:ext cx="4041647" cy="6857999"/>
          </a:xfrm>
          <a:prstGeom prst="rect">
            <a:avLst/>
          </a:prstGeom>
        </p:spPr>
      </p:pic>
      <p:sp>
        <p:nvSpPr>
          <p:cNvPr id="3" name="object 3"/>
          <p:cNvSpPr txBox="1">
            <a:spLocks noGrp="1"/>
          </p:cNvSpPr>
          <p:nvPr>
            <p:ph type="title"/>
          </p:nvPr>
        </p:nvSpPr>
        <p:spPr>
          <a:xfrm>
            <a:off x="627684" y="172923"/>
            <a:ext cx="2728595" cy="1183640"/>
          </a:xfrm>
          <a:prstGeom prst="rect">
            <a:avLst/>
          </a:prstGeom>
        </p:spPr>
        <p:txBody>
          <a:bodyPr vert="horz" wrap="square" lIns="0" tIns="81280" rIns="0" bIns="0" rtlCol="0">
            <a:spAutoFit/>
          </a:bodyPr>
          <a:lstStyle/>
          <a:p>
            <a:pPr marL="12700" marR="5080" indent="531495">
              <a:lnSpc>
                <a:spcPts val="4320"/>
              </a:lnSpc>
              <a:spcBef>
                <a:spcPts val="640"/>
              </a:spcBef>
            </a:pPr>
            <a:r>
              <a:rPr sz="4000" spc="-5" dirty="0">
                <a:latin typeface="Optima"/>
              </a:rPr>
              <a:t>Gartner </a:t>
            </a:r>
            <a:r>
              <a:rPr sz="4000" dirty="0">
                <a:latin typeface="Optima"/>
              </a:rPr>
              <a:t> </a:t>
            </a:r>
            <a:r>
              <a:rPr sz="4000" spc="-70" dirty="0">
                <a:latin typeface="Optima"/>
              </a:rPr>
              <a:t>R</a:t>
            </a:r>
            <a:r>
              <a:rPr sz="4000" spc="-10" dirty="0">
                <a:latin typeface="Optima"/>
              </a:rPr>
              <a:t>e</a:t>
            </a:r>
            <a:r>
              <a:rPr sz="4000" spc="-30" dirty="0">
                <a:latin typeface="Optima"/>
              </a:rPr>
              <a:t>c</a:t>
            </a:r>
            <a:r>
              <a:rPr sz="4000" spc="-5" dirty="0">
                <a:latin typeface="Optima"/>
              </a:rPr>
              <a:t>ognitions</a:t>
            </a:r>
            <a:endParaRPr sz="4000">
              <a:latin typeface="Optima"/>
            </a:endParaRPr>
          </a:p>
        </p:txBody>
      </p:sp>
      <p:sp>
        <p:nvSpPr>
          <p:cNvPr id="4" name="object 4"/>
          <p:cNvSpPr/>
          <p:nvPr/>
        </p:nvSpPr>
        <p:spPr>
          <a:xfrm>
            <a:off x="4600955" y="182879"/>
            <a:ext cx="7195184" cy="1108075"/>
          </a:xfrm>
          <a:custGeom>
            <a:avLst/>
            <a:gdLst/>
            <a:ahLst/>
            <a:cxnLst/>
            <a:rect l="l" t="t" r="r" b="b"/>
            <a:pathLst>
              <a:path w="7195184" h="1108075">
                <a:moveTo>
                  <a:pt x="0" y="1107948"/>
                </a:moveTo>
                <a:lnTo>
                  <a:pt x="7194804" y="1107948"/>
                </a:lnTo>
                <a:lnTo>
                  <a:pt x="7194804" y="0"/>
                </a:lnTo>
                <a:lnTo>
                  <a:pt x="0" y="0"/>
                </a:lnTo>
                <a:lnTo>
                  <a:pt x="0" y="1107948"/>
                </a:lnTo>
                <a:close/>
              </a:path>
            </a:pathLst>
          </a:custGeom>
          <a:ln w="9525">
            <a:solidFill>
              <a:srgbClr val="0F469B"/>
            </a:solidFill>
          </a:ln>
        </p:spPr>
        <p:txBody>
          <a:bodyPr wrap="square" lIns="0" tIns="0" rIns="0" bIns="0" rtlCol="0"/>
          <a:lstStyle/>
          <a:p>
            <a:endParaRPr>
              <a:latin typeface="Optima"/>
            </a:endParaRPr>
          </a:p>
        </p:txBody>
      </p:sp>
      <p:sp>
        <p:nvSpPr>
          <p:cNvPr id="5" name="object 5"/>
          <p:cNvSpPr txBox="1"/>
          <p:nvPr/>
        </p:nvSpPr>
        <p:spPr>
          <a:xfrm>
            <a:off x="4605718" y="199771"/>
            <a:ext cx="7185659" cy="1031240"/>
          </a:xfrm>
          <a:prstGeom prst="rect">
            <a:avLst/>
          </a:prstGeom>
        </p:spPr>
        <p:txBody>
          <a:bodyPr vert="horz" wrap="square" lIns="0" tIns="12065" rIns="0" bIns="0" rtlCol="0">
            <a:spAutoFit/>
          </a:bodyPr>
          <a:lstStyle/>
          <a:p>
            <a:pPr marL="764540" marR="756920" indent="1905" algn="ctr">
              <a:lnSpc>
                <a:spcPct val="100000"/>
              </a:lnSpc>
              <a:spcBef>
                <a:spcPts val="95"/>
              </a:spcBef>
            </a:pPr>
            <a:r>
              <a:rPr sz="2200" spc="-5" dirty="0">
                <a:solidFill>
                  <a:srgbClr val="0F469B"/>
                </a:solidFill>
                <a:latin typeface="Optima"/>
                <a:cs typeface="Calibri"/>
              </a:rPr>
              <a:t>PiLog</a:t>
            </a:r>
            <a:r>
              <a:rPr sz="2200" spc="5" dirty="0">
                <a:solidFill>
                  <a:srgbClr val="0F469B"/>
                </a:solidFill>
                <a:latin typeface="Optima"/>
                <a:cs typeface="Calibri"/>
              </a:rPr>
              <a:t> </a:t>
            </a:r>
            <a:r>
              <a:rPr sz="2200" spc="-10" dirty="0">
                <a:solidFill>
                  <a:srgbClr val="0F469B"/>
                </a:solidFill>
                <a:latin typeface="Optima"/>
                <a:cs typeface="Calibri"/>
              </a:rPr>
              <a:t>named</a:t>
            </a:r>
            <a:r>
              <a:rPr sz="2200" dirty="0">
                <a:solidFill>
                  <a:srgbClr val="0F469B"/>
                </a:solidFill>
                <a:latin typeface="Optima"/>
                <a:cs typeface="Calibri"/>
              </a:rPr>
              <a:t> as</a:t>
            </a:r>
            <a:r>
              <a:rPr sz="2200" spc="-5" dirty="0">
                <a:solidFill>
                  <a:srgbClr val="0F469B"/>
                </a:solidFill>
                <a:latin typeface="Optima"/>
                <a:cs typeface="Calibri"/>
              </a:rPr>
              <a:t> a</a:t>
            </a:r>
            <a:r>
              <a:rPr sz="2200" dirty="0">
                <a:solidFill>
                  <a:srgbClr val="0F469B"/>
                </a:solidFill>
                <a:latin typeface="Optima"/>
                <a:cs typeface="Calibri"/>
              </a:rPr>
              <a:t> “</a:t>
            </a:r>
            <a:r>
              <a:rPr sz="2200" b="1" dirty="0">
                <a:solidFill>
                  <a:srgbClr val="0F469B"/>
                </a:solidFill>
                <a:latin typeface="Optima"/>
                <a:cs typeface="Calibri"/>
              </a:rPr>
              <a:t>Niche</a:t>
            </a:r>
            <a:r>
              <a:rPr sz="2200" b="1" spc="5" dirty="0">
                <a:solidFill>
                  <a:srgbClr val="0F469B"/>
                </a:solidFill>
                <a:latin typeface="Optima"/>
                <a:cs typeface="Calibri"/>
              </a:rPr>
              <a:t> </a:t>
            </a:r>
            <a:r>
              <a:rPr sz="2200" b="1" spc="-5" dirty="0">
                <a:solidFill>
                  <a:srgbClr val="0F469B"/>
                </a:solidFill>
                <a:latin typeface="Optima"/>
                <a:cs typeface="Calibri"/>
              </a:rPr>
              <a:t>Player”</a:t>
            </a:r>
            <a:r>
              <a:rPr sz="2200" b="1" spc="35" dirty="0">
                <a:solidFill>
                  <a:srgbClr val="0F469B"/>
                </a:solidFill>
                <a:latin typeface="Optima"/>
                <a:cs typeface="Calibri"/>
              </a:rPr>
              <a:t> </a:t>
            </a:r>
            <a:r>
              <a:rPr sz="2200" b="1" spc="-10" dirty="0">
                <a:solidFill>
                  <a:srgbClr val="0F469B"/>
                </a:solidFill>
                <a:latin typeface="Optima"/>
                <a:cs typeface="Calibri"/>
              </a:rPr>
              <a:t>consecutively</a:t>
            </a:r>
            <a:r>
              <a:rPr sz="2200" b="1" spc="25" dirty="0">
                <a:solidFill>
                  <a:srgbClr val="0F469B"/>
                </a:solidFill>
                <a:latin typeface="Optima"/>
                <a:cs typeface="Calibri"/>
              </a:rPr>
              <a:t> </a:t>
            </a:r>
            <a:r>
              <a:rPr sz="2200" spc="-5" dirty="0">
                <a:solidFill>
                  <a:srgbClr val="0F469B"/>
                </a:solidFill>
                <a:latin typeface="Optima"/>
                <a:cs typeface="Calibri"/>
              </a:rPr>
              <a:t>in </a:t>
            </a:r>
            <a:r>
              <a:rPr sz="2200" spc="-480" dirty="0">
                <a:solidFill>
                  <a:srgbClr val="0F469B"/>
                </a:solidFill>
                <a:latin typeface="Optima"/>
                <a:cs typeface="Calibri"/>
              </a:rPr>
              <a:t> </a:t>
            </a:r>
            <a:r>
              <a:rPr sz="2200" b="1" spc="-15" dirty="0">
                <a:solidFill>
                  <a:srgbClr val="FF0000"/>
                </a:solidFill>
                <a:latin typeface="Optima"/>
                <a:cs typeface="Calibri"/>
              </a:rPr>
              <a:t>Gartner’s</a:t>
            </a:r>
            <a:r>
              <a:rPr sz="2200" b="1" spc="30" dirty="0">
                <a:solidFill>
                  <a:srgbClr val="FF0000"/>
                </a:solidFill>
                <a:latin typeface="Optima"/>
                <a:cs typeface="Calibri"/>
              </a:rPr>
              <a:t> </a:t>
            </a:r>
            <a:r>
              <a:rPr sz="2200" b="1" spc="-10" dirty="0">
                <a:solidFill>
                  <a:srgbClr val="FF0000"/>
                </a:solidFill>
                <a:latin typeface="Optima"/>
                <a:cs typeface="Calibri"/>
              </a:rPr>
              <a:t>Magic</a:t>
            </a:r>
            <a:r>
              <a:rPr sz="2200" b="1" spc="10" dirty="0">
                <a:solidFill>
                  <a:srgbClr val="FF0000"/>
                </a:solidFill>
                <a:latin typeface="Optima"/>
                <a:cs typeface="Calibri"/>
              </a:rPr>
              <a:t> </a:t>
            </a:r>
            <a:r>
              <a:rPr sz="2200" b="1" spc="-20" dirty="0">
                <a:solidFill>
                  <a:srgbClr val="FF0000"/>
                </a:solidFill>
                <a:latin typeface="Optima"/>
                <a:cs typeface="Calibri"/>
              </a:rPr>
              <a:t>Quadrant</a:t>
            </a:r>
            <a:r>
              <a:rPr sz="2200" b="1" spc="50" dirty="0">
                <a:solidFill>
                  <a:srgbClr val="FF0000"/>
                </a:solidFill>
                <a:latin typeface="Optima"/>
                <a:cs typeface="Calibri"/>
              </a:rPr>
              <a:t> </a:t>
            </a:r>
            <a:r>
              <a:rPr sz="2200" spc="-20" dirty="0">
                <a:solidFill>
                  <a:srgbClr val="0F469B"/>
                </a:solidFill>
                <a:latin typeface="Optima"/>
                <a:cs typeface="Calibri"/>
              </a:rPr>
              <a:t>for</a:t>
            </a:r>
            <a:r>
              <a:rPr sz="2200" dirty="0">
                <a:solidFill>
                  <a:srgbClr val="0F469B"/>
                </a:solidFill>
                <a:latin typeface="Optima"/>
                <a:cs typeface="Calibri"/>
              </a:rPr>
              <a:t> </a:t>
            </a:r>
            <a:r>
              <a:rPr sz="2200" b="1" spc="-5" dirty="0">
                <a:solidFill>
                  <a:srgbClr val="0F469B"/>
                </a:solidFill>
                <a:latin typeface="Optima"/>
                <a:cs typeface="Calibri"/>
              </a:rPr>
              <a:t>2021</a:t>
            </a:r>
            <a:r>
              <a:rPr sz="2200" b="1" dirty="0">
                <a:solidFill>
                  <a:srgbClr val="0F469B"/>
                </a:solidFill>
                <a:latin typeface="Optima"/>
                <a:cs typeface="Calibri"/>
              </a:rPr>
              <a:t> </a:t>
            </a:r>
            <a:r>
              <a:rPr sz="2200" b="1" spc="-5" dirty="0">
                <a:solidFill>
                  <a:srgbClr val="0F469B"/>
                </a:solidFill>
                <a:latin typeface="Optima"/>
                <a:cs typeface="Calibri"/>
              </a:rPr>
              <a:t>&amp;</a:t>
            </a:r>
            <a:r>
              <a:rPr sz="2200" b="1" spc="10" dirty="0">
                <a:solidFill>
                  <a:srgbClr val="0F469B"/>
                </a:solidFill>
                <a:latin typeface="Optima"/>
                <a:cs typeface="Calibri"/>
              </a:rPr>
              <a:t> </a:t>
            </a:r>
            <a:r>
              <a:rPr sz="2200" b="1" spc="-5" dirty="0">
                <a:solidFill>
                  <a:srgbClr val="0F469B"/>
                </a:solidFill>
                <a:latin typeface="Optima"/>
                <a:cs typeface="Calibri"/>
              </a:rPr>
              <a:t>2022</a:t>
            </a:r>
            <a:r>
              <a:rPr sz="2200" b="1" dirty="0">
                <a:solidFill>
                  <a:srgbClr val="0F469B"/>
                </a:solidFill>
                <a:latin typeface="Optima"/>
                <a:cs typeface="Calibri"/>
              </a:rPr>
              <a:t> </a:t>
            </a:r>
            <a:r>
              <a:rPr sz="2200" spc="-10" dirty="0">
                <a:solidFill>
                  <a:srgbClr val="0F469B"/>
                </a:solidFill>
                <a:latin typeface="Optima"/>
                <a:cs typeface="Calibri"/>
              </a:rPr>
              <a:t>under </a:t>
            </a:r>
            <a:r>
              <a:rPr sz="2200" spc="-480" dirty="0">
                <a:solidFill>
                  <a:srgbClr val="0F469B"/>
                </a:solidFill>
                <a:latin typeface="Optima"/>
                <a:cs typeface="Calibri"/>
              </a:rPr>
              <a:t> </a:t>
            </a:r>
            <a:r>
              <a:rPr sz="2200" spc="-15" dirty="0">
                <a:solidFill>
                  <a:srgbClr val="0F469B"/>
                </a:solidFill>
                <a:latin typeface="Optima"/>
                <a:cs typeface="Calibri"/>
              </a:rPr>
              <a:t>“</a:t>
            </a:r>
            <a:r>
              <a:rPr sz="2200" b="1" spc="-15" dirty="0">
                <a:solidFill>
                  <a:srgbClr val="0F469B"/>
                </a:solidFill>
                <a:latin typeface="Optima"/>
                <a:cs typeface="Calibri"/>
              </a:rPr>
              <a:t>Master</a:t>
            </a:r>
            <a:r>
              <a:rPr sz="2200" b="1" spc="20" dirty="0">
                <a:solidFill>
                  <a:srgbClr val="0F469B"/>
                </a:solidFill>
                <a:latin typeface="Optima"/>
                <a:cs typeface="Calibri"/>
              </a:rPr>
              <a:t> </a:t>
            </a:r>
            <a:r>
              <a:rPr sz="2200" b="1" spc="-20" dirty="0">
                <a:solidFill>
                  <a:srgbClr val="0F469B"/>
                </a:solidFill>
                <a:latin typeface="Optima"/>
                <a:cs typeface="Calibri"/>
              </a:rPr>
              <a:t>Data</a:t>
            </a:r>
            <a:r>
              <a:rPr sz="2200" b="1" spc="35" dirty="0">
                <a:solidFill>
                  <a:srgbClr val="0F469B"/>
                </a:solidFill>
                <a:latin typeface="Optima"/>
                <a:cs typeface="Calibri"/>
              </a:rPr>
              <a:t> </a:t>
            </a:r>
            <a:r>
              <a:rPr sz="2200" b="1" spc="-15" dirty="0">
                <a:solidFill>
                  <a:srgbClr val="0F469B"/>
                </a:solidFill>
                <a:latin typeface="Optima"/>
                <a:cs typeface="Calibri"/>
              </a:rPr>
              <a:t>Management</a:t>
            </a:r>
            <a:r>
              <a:rPr sz="2200" b="1" spc="35" dirty="0">
                <a:solidFill>
                  <a:srgbClr val="0F469B"/>
                </a:solidFill>
                <a:latin typeface="Optima"/>
                <a:cs typeface="Calibri"/>
              </a:rPr>
              <a:t> </a:t>
            </a:r>
            <a:r>
              <a:rPr sz="2200" b="1" spc="-5" dirty="0">
                <a:solidFill>
                  <a:srgbClr val="0F469B"/>
                </a:solidFill>
                <a:latin typeface="Optima"/>
                <a:cs typeface="Calibri"/>
              </a:rPr>
              <a:t>Solutions</a:t>
            </a:r>
            <a:r>
              <a:rPr sz="2200" spc="-5" dirty="0">
                <a:solidFill>
                  <a:srgbClr val="0F469B"/>
                </a:solidFill>
                <a:latin typeface="Optima"/>
                <a:cs typeface="Calibri"/>
              </a:rPr>
              <a:t>”</a:t>
            </a:r>
            <a:endParaRPr sz="2200" dirty="0">
              <a:latin typeface="Optima"/>
              <a:cs typeface="Calibri"/>
            </a:endParaRPr>
          </a:p>
        </p:txBody>
      </p:sp>
      <p:sp>
        <p:nvSpPr>
          <p:cNvPr id="6" name="object 6"/>
          <p:cNvSpPr/>
          <p:nvPr/>
        </p:nvSpPr>
        <p:spPr>
          <a:xfrm>
            <a:off x="4704588" y="1286255"/>
            <a:ext cx="7299959" cy="1108075"/>
          </a:xfrm>
          <a:custGeom>
            <a:avLst/>
            <a:gdLst/>
            <a:ahLst/>
            <a:cxnLst/>
            <a:rect l="l" t="t" r="r" b="b"/>
            <a:pathLst>
              <a:path w="7299959" h="1108075">
                <a:moveTo>
                  <a:pt x="0" y="1107948"/>
                </a:moveTo>
                <a:lnTo>
                  <a:pt x="7299959" y="1107948"/>
                </a:lnTo>
                <a:lnTo>
                  <a:pt x="7299959" y="0"/>
                </a:lnTo>
                <a:lnTo>
                  <a:pt x="0" y="0"/>
                </a:lnTo>
                <a:lnTo>
                  <a:pt x="0" y="1107948"/>
                </a:lnTo>
                <a:close/>
              </a:path>
            </a:pathLst>
          </a:custGeom>
          <a:ln w="9524">
            <a:solidFill>
              <a:srgbClr val="0F469B"/>
            </a:solidFill>
          </a:ln>
        </p:spPr>
        <p:txBody>
          <a:bodyPr wrap="square" lIns="0" tIns="0" rIns="0" bIns="0" rtlCol="0"/>
          <a:lstStyle/>
          <a:p>
            <a:endParaRPr>
              <a:latin typeface="Optima"/>
            </a:endParaRPr>
          </a:p>
        </p:txBody>
      </p:sp>
      <p:sp>
        <p:nvSpPr>
          <p:cNvPr id="7" name="object 7"/>
          <p:cNvSpPr txBox="1"/>
          <p:nvPr/>
        </p:nvSpPr>
        <p:spPr>
          <a:xfrm>
            <a:off x="4709350" y="1302842"/>
            <a:ext cx="7290434" cy="1031240"/>
          </a:xfrm>
          <a:prstGeom prst="rect">
            <a:avLst/>
          </a:prstGeom>
        </p:spPr>
        <p:txBody>
          <a:bodyPr vert="horz" wrap="square" lIns="0" tIns="12065" rIns="0" bIns="0" rtlCol="0">
            <a:spAutoFit/>
          </a:bodyPr>
          <a:lstStyle/>
          <a:p>
            <a:pPr marL="86360" marR="76835" algn="just">
              <a:lnSpc>
                <a:spcPct val="100000"/>
              </a:lnSpc>
              <a:spcBef>
                <a:spcPts val="95"/>
              </a:spcBef>
            </a:pPr>
            <a:r>
              <a:rPr sz="2200" spc="-5" dirty="0">
                <a:solidFill>
                  <a:srgbClr val="0F469B"/>
                </a:solidFill>
                <a:latin typeface="Optima"/>
                <a:cs typeface="Calibri"/>
              </a:rPr>
              <a:t>Gartner </a:t>
            </a:r>
            <a:r>
              <a:rPr sz="2200" spc="-15" dirty="0">
                <a:solidFill>
                  <a:srgbClr val="0F469B"/>
                </a:solidFill>
                <a:latin typeface="Optima"/>
                <a:cs typeface="Calibri"/>
              </a:rPr>
              <a:t>Peer </a:t>
            </a:r>
            <a:r>
              <a:rPr sz="2200" spc="-5" dirty="0">
                <a:solidFill>
                  <a:srgbClr val="0F469B"/>
                </a:solidFill>
                <a:latin typeface="Optima"/>
                <a:cs typeface="Calibri"/>
              </a:rPr>
              <a:t>Insights </a:t>
            </a:r>
            <a:r>
              <a:rPr sz="2200" b="1" spc="-10" dirty="0">
                <a:solidFill>
                  <a:srgbClr val="0F469B"/>
                </a:solidFill>
                <a:latin typeface="Optima"/>
                <a:cs typeface="Calibri"/>
              </a:rPr>
              <a:t>“Voice of </a:t>
            </a:r>
            <a:r>
              <a:rPr sz="2200" b="1" spc="-5" dirty="0">
                <a:solidFill>
                  <a:srgbClr val="0F469B"/>
                </a:solidFill>
                <a:latin typeface="Optima"/>
                <a:cs typeface="Calibri"/>
              </a:rPr>
              <a:t>the </a:t>
            </a:r>
            <a:r>
              <a:rPr sz="2200" b="1" dirty="0">
                <a:solidFill>
                  <a:srgbClr val="0F469B"/>
                </a:solidFill>
                <a:latin typeface="Optima"/>
                <a:cs typeface="Calibri"/>
              </a:rPr>
              <a:t>Customer” </a:t>
            </a:r>
            <a:r>
              <a:rPr sz="2200" spc="-10" dirty="0">
                <a:solidFill>
                  <a:srgbClr val="0F469B"/>
                </a:solidFill>
                <a:latin typeface="Optima"/>
                <a:cs typeface="Calibri"/>
              </a:rPr>
              <a:t>Master </a:t>
            </a:r>
            <a:r>
              <a:rPr sz="2200" spc="-15" dirty="0">
                <a:solidFill>
                  <a:srgbClr val="0F469B"/>
                </a:solidFill>
                <a:latin typeface="Optima"/>
                <a:cs typeface="Calibri"/>
              </a:rPr>
              <a:t>Data </a:t>
            </a:r>
            <a:r>
              <a:rPr sz="2200" spc="-10" dirty="0">
                <a:solidFill>
                  <a:srgbClr val="0F469B"/>
                </a:solidFill>
                <a:latin typeface="Optima"/>
                <a:cs typeface="Calibri"/>
              </a:rPr>
              <a:t> </a:t>
            </a:r>
            <a:r>
              <a:rPr sz="2200" spc="-5" dirty="0">
                <a:solidFill>
                  <a:srgbClr val="0F469B"/>
                </a:solidFill>
                <a:latin typeface="Optima"/>
                <a:cs typeface="Calibri"/>
              </a:rPr>
              <a:t>Solutions</a:t>
            </a:r>
            <a:r>
              <a:rPr sz="2200" dirty="0">
                <a:solidFill>
                  <a:srgbClr val="0F469B"/>
                </a:solidFill>
                <a:latin typeface="Optima"/>
                <a:cs typeface="Calibri"/>
              </a:rPr>
              <a:t> </a:t>
            </a:r>
            <a:r>
              <a:rPr sz="2200" spc="-15" dirty="0">
                <a:solidFill>
                  <a:srgbClr val="0F469B"/>
                </a:solidFill>
                <a:latin typeface="Optima"/>
                <a:cs typeface="Calibri"/>
              </a:rPr>
              <a:t>Customers’</a:t>
            </a:r>
            <a:r>
              <a:rPr sz="2200" spc="-10" dirty="0">
                <a:solidFill>
                  <a:srgbClr val="0F469B"/>
                </a:solidFill>
                <a:latin typeface="Optima"/>
                <a:cs typeface="Calibri"/>
              </a:rPr>
              <a:t> </a:t>
            </a:r>
            <a:r>
              <a:rPr sz="2200" spc="-5" dirty="0">
                <a:solidFill>
                  <a:srgbClr val="0F469B"/>
                </a:solidFill>
                <a:latin typeface="Optima"/>
                <a:cs typeface="Calibri"/>
              </a:rPr>
              <a:t>Choice</a:t>
            </a:r>
            <a:r>
              <a:rPr sz="2200" dirty="0">
                <a:solidFill>
                  <a:srgbClr val="0F469B"/>
                </a:solidFill>
                <a:latin typeface="Optima"/>
                <a:cs typeface="Calibri"/>
              </a:rPr>
              <a:t> </a:t>
            </a:r>
            <a:r>
              <a:rPr sz="2200" spc="-15" dirty="0">
                <a:solidFill>
                  <a:srgbClr val="0F469B"/>
                </a:solidFill>
                <a:latin typeface="Optima"/>
                <a:cs typeface="Calibri"/>
              </a:rPr>
              <a:t>Award</a:t>
            </a:r>
            <a:r>
              <a:rPr sz="2200" spc="465" dirty="0">
                <a:solidFill>
                  <a:srgbClr val="0F469B"/>
                </a:solidFill>
                <a:latin typeface="Optima"/>
                <a:cs typeface="Calibri"/>
              </a:rPr>
              <a:t> </a:t>
            </a:r>
            <a:r>
              <a:rPr sz="2200" spc="-5" dirty="0">
                <a:solidFill>
                  <a:srgbClr val="0F469B"/>
                </a:solidFill>
                <a:latin typeface="Optima"/>
                <a:cs typeface="Calibri"/>
              </a:rPr>
              <a:t>2020 positioned PiLog </a:t>
            </a:r>
            <a:r>
              <a:rPr sz="2200" spc="-35" dirty="0">
                <a:solidFill>
                  <a:srgbClr val="0F469B"/>
                </a:solidFill>
                <a:latin typeface="Optima"/>
                <a:cs typeface="Calibri"/>
              </a:rPr>
              <a:t>to </a:t>
            </a:r>
            <a:r>
              <a:rPr sz="2200" spc="-484" dirty="0">
                <a:solidFill>
                  <a:srgbClr val="0F469B"/>
                </a:solidFill>
                <a:latin typeface="Optima"/>
                <a:cs typeface="Calibri"/>
              </a:rPr>
              <a:t> </a:t>
            </a:r>
            <a:r>
              <a:rPr sz="2200" spc="-5" dirty="0">
                <a:solidFill>
                  <a:srgbClr val="0F469B"/>
                </a:solidFill>
                <a:latin typeface="Optima"/>
                <a:cs typeface="Calibri"/>
              </a:rPr>
              <a:t>be</a:t>
            </a:r>
            <a:r>
              <a:rPr sz="2200" spc="5" dirty="0">
                <a:solidFill>
                  <a:srgbClr val="0F469B"/>
                </a:solidFill>
                <a:latin typeface="Optima"/>
                <a:cs typeface="Calibri"/>
              </a:rPr>
              <a:t> </a:t>
            </a:r>
            <a:r>
              <a:rPr sz="2200" spc="-20" dirty="0">
                <a:solidFill>
                  <a:srgbClr val="0F469B"/>
                </a:solidFill>
                <a:latin typeface="Optima"/>
                <a:cs typeface="Calibri"/>
              </a:rPr>
              <a:t>preferred</a:t>
            </a:r>
            <a:r>
              <a:rPr sz="2200" spc="5" dirty="0">
                <a:solidFill>
                  <a:srgbClr val="0F469B"/>
                </a:solidFill>
                <a:latin typeface="Optima"/>
                <a:cs typeface="Calibri"/>
              </a:rPr>
              <a:t> </a:t>
            </a:r>
            <a:r>
              <a:rPr sz="2200" spc="-10" dirty="0">
                <a:solidFill>
                  <a:srgbClr val="0F469B"/>
                </a:solidFill>
                <a:latin typeface="Optima"/>
                <a:cs typeface="Calibri"/>
              </a:rPr>
              <a:t>partner</a:t>
            </a:r>
            <a:r>
              <a:rPr sz="2200" dirty="0">
                <a:solidFill>
                  <a:srgbClr val="0F469B"/>
                </a:solidFill>
                <a:latin typeface="Optima"/>
                <a:cs typeface="Calibri"/>
              </a:rPr>
              <a:t> of</a:t>
            </a:r>
            <a:r>
              <a:rPr sz="2200" spc="5" dirty="0">
                <a:solidFill>
                  <a:srgbClr val="0F469B"/>
                </a:solidFill>
                <a:latin typeface="Optima"/>
                <a:cs typeface="Calibri"/>
              </a:rPr>
              <a:t> </a:t>
            </a:r>
            <a:r>
              <a:rPr sz="2200" spc="-5" dirty="0">
                <a:solidFill>
                  <a:srgbClr val="0F469B"/>
                </a:solidFill>
                <a:latin typeface="Optima"/>
                <a:cs typeface="Calibri"/>
              </a:rPr>
              <a:t>choice</a:t>
            </a:r>
            <a:r>
              <a:rPr sz="2200" dirty="0">
                <a:solidFill>
                  <a:srgbClr val="0F469B"/>
                </a:solidFill>
                <a:latin typeface="Optima"/>
                <a:cs typeface="Calibri"/>
              </a:rPr>
              <a:t> </a:t>
            </a:r>
            <a:r>
              <a:rPr sz="2200" spc="-20" dirty="0">
                <a:solidFill>
                  <a:srgbClr val="0F469B"/>
                </a:solidFill>
                <a:latin typeface="Optima"/>
                <a:cs typeface="Calibri"/>
              </a:rPr>
              <a:t>for</a:t>
            </a:r>
            <a:r>
              <a:rPr sz="2200" spc="10" dirty="0">
                <a:solidFill>
                  <a:srgbClr val="0F469B"/>
                </a:solidFill>
                <a:latin typeface="Optima"/>
                <a:cs typeface="Calibri"/>
              </a:rPr>
              <a:t> </a:t>
            </a:r>
            <a:r>
              <a:rPr sz="2200" spc="-5" dirty="0">
                <a:solidFill>
                  <a:srgbClr val="0F469B"/>
                </a:solidFill>
                <a:latin typeface="Optima"/>
                <a:cs typeface="Calibri"/>
              </a:rPr>
              <a:t>our</a:t>
            </a:r>
            <a:r>
              <a:rPr sz="2200" spc="-15" dirty="0">
                <a:solidFill>
                  <a:srgbClr val="0F469B"/>
                </a:solidFill>
                <a:latin typeface="Optima"/>
                <a:cs typeface="Calibri"/>
              </a:rPr>
              <a:t> Customers</a:t>
            </a:r>
            <a:endParaRPr sz="2200" dirty="0">
              <a:latin typeface="Optima"/>
              <a:cs typeface="Calibri"/>
            </a:endParaRPr>
          </a:p>
        </p:txBody>
      </p:sp>
      <p:grpSp>
        <p:nvGrpSpPr>
          <p:cNvPr id="8" name="object 8"/>
          <p:cNvGrpSpPr/>
          <p:nvPr/>
        </p:nvGrpSpPr>
        <p:grpSpPr>
          <a:xfrm>
            <a:off x="0" y="2026918"/>
            <a:ext cx="3904615" cy="4738370"/>
            <a:chOff x="0" y="2026918"/>
            <a:chExt cx="3904615" cy="4738370"/>
          </a:xfrm>
        </p:grpSpPr>
        <p:pic>
          <p:nvPicPr>
            <p:cNvPr id="9" name="object 9"/>
            <p:cNvPicPr/>
            <p:nvPr/>
          </p:nvPicPr>
          <p:blipFill>
            <a:blip r:embed="rId3" cstate="print"/>
            <a:stretch>
              <a:fillRect/>
            </a:stretch>
          </p:blipFill>
          <p:spPr>
            <a:xfrm>
              <a:off x="0" y="2026918"/>
              <a:ext cx="3904487" cy="4738114"/>
            </a:xfrm>
            <a:prstGeom prst="rect">
              <a:avLst/>
            </a:prstGeom>
          </p:spPr>
        </p:pic>
        <p:pic>
          <p:nvPicPr>
            <p:cNvPr id="10" name="object 10"/>
            <p:cNvPicPr/>
            <p:nvPr/>
          </p:nvPicPr>
          <p:blipFill>
            <a:blip r:embed="rId4" cstate="print"/>
            <a:stretch>
              <a:fillRect/>
            </a:stretch>
          </p:blipFill>
          <p:spPr>
            <a:xfrm>
              <a:off x="382523" y="4780800"/>
              <a:ext cx="717804" cy="719315"/>
            </a:xfrm>
            <a:prstGeom prst="rect">
              <a:avLst/>
            </a:prstGeom>
          </p:spPr>
        </p:pic>
        <p:pic>
          <p:nvPicPr>
            <p:cNvPr id="11" name="object 11"/>
            <p:cNvPicPr/>
            <p:nvPr/>
          </p:nvPicPr>
          <p:blipFill>
            <a:blip r:embed="rId5" cstate="print"/>
            <a:stretch>
              <a:fillRect/>
            </a:stretch>
          </p:blipFill>
          <p:spPr>
            <a:xfrm>
              <a:off x="425449" y="4800854"/>
              <a:ext cx="634111" cy="638047"/>
            </a:xfrm>
            <a:prstGeom prst="rect">
              <a:avLst/>
            </a:prstGeom>
          </p:spPr>
        </p:pic>
      </p:grpSp>
      <p:grpSp>
        <p:nvGrpSpPr>
          <p:cNvPr id="12" name="object 12"/>
          <p:cNvGrpSpPr/>
          <p:nvPr/>
        </p:nvGrpSpPr>
        <p:grpSpPr>
          <a:xfrm>
            <a:off x="4180341" y="2980944"/>
            <a:ext cx="7900670" cy="3835400"/>
            <a:chOff x="4180341" y="2980944"/>
            <a:chExt cx="7900670" cy="3835400"/>
          </a:xfrm>
        </p:grpSpPr>
        <p:pic>
          <p:nvPicPr>
            <p:cNvPr id="13" name="object 13"/>
            <p:cNvPicPr/>
            <p:nvPr/>
          </p:nvPicPr>
          <p:blipFill>
            <a:blip r:embed="rId6" cstate="print"/>
            <a:stretch>
              <a:fillRect/>
            </a:stretch>
          </p:blipFill>
          <p:spPr>
            <a:xfrm>
              <a:off x="9582692" y="2992092"/>
              <a:ext cx="2498164" cy="3823873"/>
            </a:xfrm>
            <a:prstGeom prst="rect">
              <a:avLst/>
            </a:prstGeom>
          </p:spPr>
        </p:pic>
        <p:pic>
          <p:nvPicPr>
            <p:cNvPr id="14" name="object 14"/>
            <p:cNvPicPr/>
            <p:nvPr/>
          </p:nvPicPr>
          <p:blipFill>
            <a:blip r:embed="rId7" cstate="print"/>
            <a:stretch>
              <a:fillRect/>
            </a:stretch>
          </p:blipFill>
          <p:spPr>
            <a:xfrm>
              <a:off x="4180341" y="2980944"/>
              <a:ext cx="3604250" cy="3602707"/>
            </a:xfrm>
            <a:prstGeom prst="rect">
              <a:avLst/>
            </a:prstGeom>
          </p:spPr>
        </p:pic>
        <p:pic>
          <p:nvPicPr>
            <p:cNvPr id="15" name="object 15"/>
            <p:cNvPicPr/>
            <p:nvPr/>
          </p:nvPicPr>
          <p:blipFill>
            <a:blip r:embed="rId8" cstate="print"/>
            <a:stretch>
              <a:fillRect/>
            </a:stretch>
          </p:blipFill>
          <p:spPr>
            <a:xfrm>
              <a:off x="4442460" y="5396483"/>
              <a:ext cx="719315" cy="717804"/>
            </a:xfrm>
            <a:prstGeom prst="rect">
              <a:avLst/>
            </a:prstGeom>
          </p:spPr>
        </p:pic>
        <p:pic>
          <p:nvPicPr>
            <p:cNvPr id="16" name="object 16"/>
            <p:cNvPicPr/>
            <p:nvPr/>
          </p:nvPicPr>
          <p:blipFill>
            <a:blip r:embed="rId9" cstate="print"/>
            <a:stretch>
              <a:fillRect/>
            </a:stretch>
          </p:blipFill>
          <p:spPr>
            <a:xfrm>
              <a:off x="4485386" y="5416550"/>
              <a:ext cx="635635" cy="636524"/>
            </a:xfrm>
            <a:prstGeom prst="rect">
              <a:avLst/>
            </a:prstGeom>
          </p:spPr>
        </p:pic>
        <p:pic>
          <p:nvPicPr>
            <p:cNvPr id="17" name="object 17"/>
            <p:cNvPicPr/>
            <p:nvPr/>
          </p:nvPicPr>
          <p:blipFill>
            <a:blip r:embed="rId10" cstate="print"/>
            <a:stretch>
              <a:fillRect/>
            </a:stretch>
          </p:blipFill>
          <p:spPr>
            <a:xfrm>
              <a:off x="7673340" y="3153156"/>
              <a:ext cx="2051303" cy="1767840"/>
            </a:xfrm>
            <a:prstGeom prst="rect">
              <a:avLst/>
            </a:prstGeom>
          </p:spPr>
        </p:pic>
      </p:grpSp>
      <p:sp>
        <p:nvSpPr>
          <p:cNvPr id="18" name="object 18"/>
          <p:cNvSpPr txBox="1"/>
          <p:nvPr/>
        </p:nvSpPr>
        <p:spPr>
          <a:xfrm>
            <a:off x="1352169" y="1618615"/>
            <a:ext cx="939165" cy="299720"/>
          </a:xfrm>
          <a:prstGeom prst="rect">
            <a:avLst/>
          </a:prstGeom>
        </p:spPr>
        <p:txBody>
          <a:bodyPr vert="horz" wrap="square" lIns="0" tIns="12700" rIns="0" bIns="0" rtlCol="0">
            <a:spAutoFit/>
          </a:bodyPr>
          <a:lstStyle/>
          <a:p>
            <a:pPr marL="12700">
              <a:lnSpc>
                <a:spcPct val="100000"/>
              </a:lnSpc>
              <a:spcBef>
                <a:spcPts val="100"/>
              </a:spcBef>
            </a:pPr>
            <a:r>
              <a:rPr sz="1800" spc="-135" dirty="0">
                <a:solidFill>
                  <a:srgbClr val="FFFFFF"/>
                </a:solidFill>
                <a:latin typeface="Optima"/>
                <a:cs typeface="Calibri"/>
              </a:rPr>
              <a:t>Y</a:t>
            </a:r>
            <a:r>
              <a:rPr sz="1800" dirty="0">
                <a:solidFill>
                  <a:srgbClr val="FFFFFF"/>
                </a:solidFill>
                <a:latin typeface="Optima"/>
                <a:cs typeface="Calibri"/>
              </a:rPr>
              <a:t>ear 2021</a:t>
            </a:r>
            <a:endParaRPr sz="1800">
              <a:latin typeface="Optima"/>
              <a:cs typeface="Calibri"/>
            </a:endParaRPr>
          </a:p>
        </p:txBody>
      </p:sp>
      <p:sp>
        <p:nvSpPr>
          <p:cNvPr id="20" name="object 20"/>
          <p:cNvSpPr txBox="1"/>
          <p:nvPr/>
        </p:nvSpPr>
        <p:spPr>
          <a:xfrm>
            <a:off x="1589658" y="6628282"/>
            <a:ext cx="855980" cy="141064"/>
          </a:xfrm>
          <a:prstGeom prst="rect">
            <a:avLst/>
          </a:prstGeom>
        </p:spPr>
        <p:txBody>
          <a:bodyPr vert="horz" wrap="square" lIns="0" tIns="0" rIns="0" bIns="0" rtlCol="0">
            <a:spAutoFit/>
          </a:bodyPr>
          <a:lstStyle/>
          <a:p>
            <a:pPr marL="12700">
              <a:lnSpc>
                <a:spcPts val="1050"/>
              </a:lnSpc>
            </a:pPr>
            <a:r>
              <a:rPr sz="1000" b="1" spc="-10" dirty="0">
                <a:solidFill>
                  <a:srgbClr val="FFFFFF"/>
                </a:solidFill>
                <a:latin typeface="Optima"/>
                <a:cs typeface="Calibri"/>
              </a:rPr>
              <a:t>S</a:t>
            </a:r>
            <a:r>
              <a:rPr sz="1000" b="1" spc="-5" dirty="0">
                <a:solidFill>
                  <a:srgbClr val="FFFFFF"/>
                </a:solidFill>
                <a:latin typeface="Optima"/>
                <a:cs typeface="Calibri"/>
              </a:rPr>
              <a:t>o</a:t>
            </a:r>
            <a:r>
              <a:rPr sz="1000" b="1" dirty="0">
                <a:solidFill>
                  <a:srgbClr val="FFFFFF"/>
                </a:solidFill>
                <a:latin typeface="Optima"/>
                <a:cs typeface="Calibri"/>
              </a:rPr>
              <a:t>u</a:t>
            </a:r>
            <a:r>
              <a:rPr sz="1000" b="1" spc="-5" dirty="0">
                <a:solidFill>
                  <a:srgbClr val="FFFFFF"/>
                </a:solidFill>
                <a:latin typeface="Optima"/>
                <a:cs typeface="Calibri"/>
              </a:rPr>
              <a:t>r</a:t>
            </a:r>
            <a:r>
              <a:rPr sz="1000" b="1" spc="-10" dirty="0">
                <a:solidFill>
                  <a:srgbClr val="FFFFFF"/>
                </a:solidFill>
                <a:latin typeface="Optima"/>
                <a:cs typeface="Calibri"/>
              </a:rPr>
              <a:t>c</a:t>
            </a:r>
            <a:r>
              <a:rPr sz="1000" b="1" spc="-5" dirty="0">
                <a:solidFill>
                  <a:srgbClr val="FFFFFF"/>
                </a:solidFill>
                <a:latin typeface="Optima"/>
                <a:cs typeface="Calibri"/>
              </a:rPr>
              <a:t>e:</a:t>
            </a:r>
            <a:r>
              <a:rPr sz="1000" b="1" spc="-25" dirty="0">
                <a:solidFill>
                  <a:srgbClr val="FFFFFF"/>
                </a:solidFill>
                <a:latin typeface="Optima"/>
                <a:cs typeface="Calibri"/>
              </a:rPr>
              <a:t> </a:t>
            </a:r>
            <a:r>
              <a:rPr sz="1000" b="1" spc="-10" dirty="0">
                <a:solidFill>
                  <a:srgbClr val="FFFFFF"/>
                </a:solidFill>
                <a:latin typeface="Optima"/>
                <a:cs typeface="Calibri"/>
              </a:rPr>
              <a:t>Ga</a:t>
            </a:r>
            <a:r>
              <a:rPr sz="1000" b="1" spc="-5" dirty="0">
                <a:solidFill>
                  <a:srgbClr val="FFFFFF"/>
                </a:solidFill>
                <a:latin typeface="Optima"/>
                <a:cs typeface="Calibri"/>
              </a:rPr>
              <a:t>rtn</a:t>
            </a:r>
            <a:r>
              <a:rPr sz="1000" b="1" spc="-10" dirty="0">
                <a:solidFill>
                  <a:srgbClr val="FFFFFF"/>
                </a:solidFill>
                <a:latin typeface="Optima"/>
                <a:cs typeface="Calibri"/>
              </a:rPr>
              <a:t>er</a:t>
            </a:r>
            <a:endParaRPr sz="1000">
              <a:latin typeface="Optima"/>
              <a:cs typeface="Calibri"/>
            </a:endParaRPr>
          </a:p>
        </p:txBody>
      </p:sp>
      <p:sp>
        <p:nvSpPr>
          <p:cNvPr id="21" name="object 21"/>
          <p:cNvSpPr txBox="1"/>
          <p:nvPr/>
        </p:nvSpPr>
        <p:spPr>
          <a:xfrm>
            <a:off x="5345429" y="6675831"/>
            <a:ext cx="1500505" cy="169021"/>
          </a:xfrm>
          <a:prstGeom prst="rect">
            <a:avLst/>
          </a:prstGeom>
        </p:spPr>
        <p:txBody>
          <a:bodyPr vert="horz" wrap="square" lIns="0" tIns="0" rIns="0" bIns="0" rtlCol="0">
            <a:spAutoFit/>
          </a:bodyPr>
          <a:lstStyle/>
          <a:p>
            <a:pPr marL="12700">
              <a:lnSpc>
                <a:spcPts val="1330"/>
              </a:lnSpc>
            </a:pPr>
            <a:r>
              <a:rPr sz="1300" b="1" spc="-10" dirty="0">
                <a:solidFill>
                  <a:srgbClr val="0F469B"/>
                </a:solidFill>
                <a:latin typeface="Optima"/>
                <a:cs typeface="Calibri"/>
                <a:hlinkClick r:id="rId11"/>
              </a:rPr>
              <a:t>www.piloggroup.com</a:t>
            </a:r>
            <a:endParaRPr sz="1300">
              <a:latin typeface="Optima"/>
              <a:cs typeface="Calibri"/>
            </a:endParaRPr>
          </a:p>
        </p:txBody>
      </p:sp>
      <p:sp>
        <p:nvSpPr>
          <p:cNvPr id="19" name="object 19"/>
          <p:cNvSpPr txBox="1"/>
          <p:nvPr/>
        </p:nvSpPr>
        <p:spPr>
          <a:xfrm>
            <a:off x="4969764" y="2575560"/>
            <a:ext cx="1353820" cy="309059"/>
          </a:xfrm>
          <a:prstGeom prst="rect">
            <a:avLst/>
          </a:prstGeom>
          <a:solidFill>
            <a:srgbClr val="0F469B"/>
          </a:solidFill>
        </p:spPr>
        <p:txBody>
          <a:bodyPr vert="horz" wrap="square" lIns="0" tIns="31750" rIns="0" bIns="0" rtlCol="0">
            <a:spAutoFit/>
          </a:bodyPr>
          <a:lstStyle/>
          <a:p>
            <a:pPr marL="92075">
              <a:lnSpc>
                <a:spcPct val="100000"/>
              </a:lnSpc>
              <a:spcBef>
                <a:spcPts val="250"/>
              </a:spcBef>
            </a:pPr>
            <a:r>
              <a:rPr sz="1800" spc="-35" dirty="0">
                <a:solidFill>
                  <a:srgbClr val="FFFFFF"/>
                </a:solidFill>
                <a:latin typeface="Optima"/>
                <a:cs typeface="Calibri"/>
              </a:rPr>
              <a:t>Year</a:t>
            </a:r>
            <a:r>
              <a:rPr sz="1800" spc="-40" dirty="0">
                <a:solidFill>
                  <a:srgbClr val="FFFFFF"/>
                </a:solidFill>
                <a:latin typeface="Optima"/>
                <a:cs typeface="Calibri"/>
              </a:rPr>
              <a:t> </a:t>
            </a:r>
            <a:r>
              <a:rPr sz="1800" dirty="0">
                <a:solidFill>
                  <a:srgbClr val="FFFFFF"/>
                </a:solidFill>
                <a:latin typeface="Optima"/>
                <a:cs typeface="Calibri"/>
              </a:rPr>
              <a:t>2022</a:t>
            </a:r>
            <a:endParaRPr sz="1800">
              <a:latin typeface="Optima"/>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891" y="290830"/>
            <a:ext cx="3533775" cy="376555"/>
          </a:xfrm>
          <a:prstGeom prst="rect">
            <a:avLst/>
          </a:prstGeom>
        </p:spPr>
        <p:txBody>
          <a:bodyPr vert="horz" wrap="square" lIns="0" tIns="12700" rIns="0" bIns="0" rtlCol="0">
            <a:spAutoFit/>
          </a:bodyPr>
          <a:lstStyle/>
          <a:p>
            <a:pPr marL="12700">
              <a:lnSpc>
                <a:spcPct val="100000"/>
              </a:lnSpc>
              <a:spcBef>
                <a:spcPts val="100"/>
              </a:spcBef>
            </a:pPr>
            <a:r>
              <a:rPr sz="2300" spc="-10" dirty="0">
                <a:solidFill>
                  <a:srgbClr val="0F469B"/>
                </a:solidFill>
                <a:latin typeface="Optima"/>
              </a:rPr>
              <a:t>PiLog’s</a:t>
            </a:r>
            <a:r>
              <a:rPr sz="2300" spc="-35" dirty="0">
                <a:solidFill>
                  <a:srgbClr val="0F469B"/>
                </a:solidFill>
                <a:latin typeface="Optima"/>
              </a:rPr>
              <a:t> </a:t>
            </a:r>
            <a:r>
              <a:rPr sz="2300" spc="-5" dirty="0">
                <a:solidFill>
                  <a:srgbClr val="0F469B"/>
                </a:solidFill>
                <a:latin typeface="Optima"/>
              </a:rPr>
              <a:t>Industry</a:t>
            </a:r>
            <a:r>
              <a:rPr sz="2300" spc="-20" dirty="0">
                <a:solidFill>
                  <a:srgbClr val="0F469B"/>
                </a:solidFill>
                <a:latin typeface="Optima"/>
              </a:rPr>
              <a:t> </a:t>
            </a:r>
            <a:r>
              <a:rPr sz="2300" spc="-10" dirty="0">
                <a:solidFill>
                  <a:srgbClr val="0F469B"/>
                </a:solidFill>
                <a:latin typeface="Optima"/>
              </a:rPr>
              <a:t>experience…</a:t>
            </a:r>
            <a:endParaRPr sz="2300" dirty="0">
              <a:latin typeface="Optima"/>
            </a:endParaRPr>
          </a:p>
        </p:txBody>
      </p:sp>
      <p:sp>
        <p:nvSpPr>
          <p:cNvPr id="3" name="object 3"/>
          <p:cNvSpPr txBox="1"/>
          <p:nvPr/>
        </p:nvSpPr>
        <p:spPr>
          <a:xfrm>
            <a:off x="280212" y="6549034"/>
            <a:ext cx="46545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Optima"/>
                <a:cs typeface="Calibri"/>
              </a:rPr>
              <a:t>P</a:t>
            </a:r>
            <a:r>
              <a:rPr sz="1600" dirty="0">
                <a:solidFill>
                  <a:srgbClr val="FFFFFF"/>
                </a:solidFill>
                <a:latin typeface="Optima"/>
                <a:cs typeface="Calibri"/>
              </a:rPr>
              <a:t>i</a:t>
            </a:r>
            <a:r>
              <a:rPr sz="1600" spc="-10" dirty="0">
                <a:solidFill>
                  <a:srgbClr val="FFFFFF"/>
                </a:solidFill>
                <a:latin typeface="Optima"/>
                <a:cs typeface="Calibri"/>
              </a:rPr>
              <a:t>Log</a:t>
            </a:r>
            <a:endParaRPr sz="1600" dirty="0">
              <a:latin typeface="Optima"/>
              <a:cs typeface="Calibri"/>
            </a:endParaRPr>
          </a:p>
        </p:txBody>
      </p:sp>
      <p:sp>
        <p:nvSpPr>
          <p:cNvPr id="4" name="object 4"/>
          <p:cNvSpPr txBox="1"/>
          <p:nvPr/>
        </p:nvSpPr>
        <p:spPr>
          <a:xfrm>
            <a:off x="175361" y="873327"/>
            <a:ext cx="498475" cy="182742"/>
          </a:xfrm>
          <a:prstGeom prst="rect">
            <a:avLst/>
          </a:prstGeom>
        </p:spPr>
        <p:txBody>
          <a:bodyPr vert="horz" wrap="square" lIns="0" tIns="13335" rIns="0" bIns="0" rtlCol="0">
            <a:spAutoFit/>
          </a:bodyPr>
          <a:lstStyle/>
          <a:p>
            <a:pPr marL="12700">
              <a:lnSpc>
                <a:spcPct val="100000"/>
              </a:lnSpc>
              <a:spcBef>
                <a:spcPts val="105"/>
              </a:spcBef>
            </a:pPr>
            <a:r>
              <a:rPr sz="1100" b="1" spc="-5" dirty="0">
                <a:solidFill>
                  <a:srgbClr val="FF0000"/>
                </a:solidFill>
                <a:latin typeface="Optima"/>
                <a:cs typeface="Calibri"/>
              </a:rPr>
              <a:t>M</a:t>
            </a:r>
            <a:r>
              <a:rPr sz="1100" b="1" dirty="0">
                <a:solidFill>
                  <a:srgbClr val="FF0000"/>
                </a:solidFill>
                <a:latin typeface="Optima"/>
                <a:cs typeface="Calibri"/>
              </a:rPr>
              <a:t>IN</a:t>
            </a:r>
            <a:r>
              <a:rPr sz="1100" b="1" spc="5" dirty="0">
                <a:solidFill>
                  <a:srgbClr val="FF0000"/>
                </a:solidFill>
                <a:latin typeface="Optima"/>
                <a:cs typeface="Calibri"/>
              </a:rPr>
              <a:t>I</a:t>
            </a:r>
            <a:r>
              <a:rPr sz="1100" b="1" dirty="0">
                <a:solidFill>
                  <a:srgbClr val="FF0000"/>
                </a:solidFill>
                <a:latin typeface="Optima"/>
                <a:cs typeface="Calibri"/>
              </a:rPr>
              <a:t>NG</a:t>
            </a:r>
            <a:endParaRPr sz="1100">
              <a:latin typeface="Optima"/>
              <a:cs typeface="Calibri"/>
            </a:endParaRPr>
          </a:p>
        </p:txBody>
      </p:sp>
      <p:sp>
        <p:nvSpPr>
          <p:cNvPr id="5" name="object 5"/>
          <p:cNvSpPr txBox="1"/>
          <p:nvPr/>
        </p:nvSpPr>
        <p:spPr>
          <a:xfrm>
            <a:off x="243941" y="1279398"/>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6" name="object 6"/>
          <p:cNvSpPr txBox="1"/>
          <p:nvPr/>
        </p:nvSpPr>
        <p:spPr>
          <a:xfrm>
            <a:off x="243941" y="1447037"/>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7" name="object 7"/>
          <p:cNvSpPr txBox="1"/>
          <p:nvPr/>
        </p:nvSpPr>
        <p:spPr>
          <a:xfrm>
            <a:off x="243941" y="1614678"/>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8" name="object 8"/>
          <p:cNvSpPr txBox="1"/>
          <p:nvPr/>
        </p:nvSpPr>
        <p:spPr>
          <a:xfrm>
            <a:off x="243941" y="1782317"/>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9" name="object 9"/>
          <p:cNvSpPr txBox="1"/>
          <p:nvPr/>
        </p:nvSpPr>
        <p:spPr>
          <a:xfrm>
            <a:off x="243941" y="1949957"/>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0" name="object 10"/>
          <p:cNvSpPr txBox="1"/>
          <p:nvPr/>
        </p:nvSpPr>
        <p:spPr>
          <a:xfrm>
            <a:off x="243941" y="2117598"/>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1" name="object 11"/>
          <p:cNvSpPr txBox="1"/>
          <p:nvPr/>
        </p:nvSpPr>
        <p:spPr>
          <a:xfrm>
            <a:off x="243941" y="2284933"/>
            <a:ext cx="88265" cy="98104"/>
          </a:xfrm>
          <a:prstGeom prst="rect">
            <a:avLst/>
          </a:prstGeom>
        </p:spPr>
        <p:txBody>
          <a:bodyPr vert="horz" wrap="square" lIns="0" tIns="13335" rIns="0" bIns="0" rtlCol="0">
            <a:spAutoFit/>
          </a:bodyPr>
          <a:lstStyle/>
          <a:p>
            <a:pPr marL="12700">
              <a:lnSpc>
                <a:spcPct val="100000"/>
              </a:lnSpc>
              <a:spcBef>
                <a:spcPts val="105"/>
              </a:spcBef>
            </a:pPr>
            <a:r>
              <a:rPr sz="550" dirty="0">
                <a:solidFill>
                  <a:srgbClr val="333399"/>
                </a:solidFill>
                <a:latin typeface="Optima"/>
                <a:cs typeface="Wingdings"/>
              </a:rPr>
              <a:t></a:t>
            </a:r>
            <a:endParaRPr sz="550">
              <a:latin typeface="Optima"/>
              <a:cs typeface="Wingdings"/>
            </a:endParaRPr>
          </a:p>
        </p:txBody>
      </p:sp>
      <p:sp>
        <p:nvSpPr>
          <p:cNvPr id="12" name="object 12"/>
          <p:cNvSpPr txBox="1"/>
          <p:nvPr/>
        </p:nvSpPr>
        <p:spPr>
          <a:xfrm>
            <a:off x="243941" y="2453131"/>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3" name="object 13"/>
          <p:cNvSpPr txBox="1"/>
          <p:nvPr/>
        </p:nvSpPr>
        <p:spPr>
          <a:xfrm>
            <a:off x="243941" y="262077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4" name="object 14"/>
          <p:cNvSpPr txBox="1"/>
          <p:nvPr/>
        </p:nvSpPr>
        <p:spPr>
          <a:xfrm>
            <a:off x="243941" y="2788411"/>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5" name="object 15"/>
          <p:cNvSpPr txBox="1"/>
          <p:nvPr/>
        </p:nvSpPr>
        <p:spPr>
          <a:xfrm>
            <a:off x="243941" y="2956051"/>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6" name="object 16"/>
          <p:cNvSpPr txBox="1"/>
          <p:nvPr/>
        </p:nvSpPr>
        <p:spPr>
          <a:xfrm>
            <a:off x="243941" y="312369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7" name="object 17"/>
          <p:cNvSpPr txBox="1"/>
          <p:nvPr/>
        </p:nvSpPr>
        <p:spPr>
          <a:xfrm>
            <a:off x="243941" y="329133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8" name="object 18"/>
          <p:cNvSpPr txBox="1"/>
          <p:nvPr/>
        </p:nvSpPr>
        <p:spPr>
          <a:xfrm>
            <a:off x="243941" y="3458667"/>
            <a:ext cx="88265" cy="98104"/>
          </a:xfrm>
          <a:prstGeom prst="rect">
            <a:avLst/>
          </a:prstGeom>
        </p:spPr>
        <p:txBody>
          <a:bodyPr vert="horz" wrap="square" lIns="0" tIns="13335" rIns="0" bIns="0" rtlCol="0">
            <a:spAutoFit/>
          </a:bodyPr>
          <a:lstStyle/>
          <a:p>
            <a:pPr marL="12700">
              <a:lnSpc>
                <a:spcPct val="100000"/>
              </a:lnSpc>
              <a:spcBef>
                <a:spcPts val="105"/>
              </a:spcBef>
            </a:pPr>
            <a:r>
              <a:rPr sz="550" dirty="0">
                <a:solidFill>
                  <a:srgbClr val="333399"/>
                </a:solidFill>
                <a:latin typeface="Optima"/>
                <a:cs typeface="Wingdings"/>
              </a:rPr>
              <a:t></a:t>
            </a:r>
            <a:endParaRPr sz="550">
              <a:latin typeface="Optima"/>
              <a:cs typeface="Wingdings"/>
            </a:endParaRPr>
          </a:p>
        </p:txBody>
      </p:sp>
      <p:sp>
        <p:nvSpPr>
          <p:cNvPr id="19" name="object 19"/>
          <p:cNvSpPr txBox="1"/>
          <p:nvPr/>
        </p:nvSpPr>
        <p:spPr>
          <a:xfrm>
            <a:off x="243941" y="3626866"/>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20" name="object 20"/>
          <p:cNvSpPr txBox="1"/>
          <p:nvPr/>
        </p:nvSpPr>
        <p:spPr>
          <a:xfrm>
            <a:off x="243941" y="3794505"/>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21" name="object 21"/>
          <p:cNvSpPr txBox="1"/>
          <p:nvPr/>
        </p:nvSpPr>
        <p:spPr>
          <a:xfrm>
            <a:off x="243941" y="3962146"/>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22" name="object 22"/>
          <p:cNvSpPr txBox="1"/>
          <p:nvPr/>
        </p:nvSpPr>
        <p:spPr>
          <a:xfrm>
            <a:off x="243941" y="4129785"/>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23" name="object 23"/>
          <p:cNvSpPr txBox="1"/>
          <p:nvPr/>
        </p:nvSpPr>
        <p:spPr>
          <a:xfrm>
            <a:off x="243941" y="4297426"/>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24" name="object 24"/>
          <p:cNvSpPr txBox="1"/>
          <p:nvPr/>
        </p:nvSpPr>
        <p:spPr>
          <a:xfrm>
            <a:off x="243941" y="1041653"/>
            <a:ext cx="2541270" cy="3379470"/>
          </a:xfrm>
          <a:prstGeom prst="rect">
            <a:avLst/>
          </a:prstGeom>
        </p:spPr>
        <p:txBody>
          <a:bodyPr vert="horz" wrap="square" lIns="0" tIns="13335" rIns="0" bIns="0" rtlCol="0">
            <a:spAutoFit/>
          </a:bodyPr>
          <a:lstStyle/>
          <a:p>
            <a:pPr marL="317500" marR="31750" indent="-304800">
              <a:lnSpc>
                <a:spcPct val="100000"/>
              </a:lnSpc>
              <a:spcBef>
                <a:spcPts val="105"/>
              </a:spcBef>
              <a:tabLst>
                <a:tab pos="31686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ANGLO</a:t>
            </a:r>
            <a:r>
              <a:rPr sz="1100" b="1" spc="-35" dirty="0">
                <a:solidFill>
                  <a:srgbClr val="003399"/>
                </a:solidFill>
                <a:latin typeface="Optima"/>
                <a:cs typeface="Calibri"/>
              </a:rPr>
              <a:t> </a:t>
            </a:r>
            <a:r>
              <a:rPr sz="1100" b="1" dirty="0">
                <a:solidFill>
                  <a:srgbClr val="003399"/>
                </a:solidFill>
                <a:latin typeface="Optima"/>
                <a:cs typeface="Calibri"/>
              </a:rPr>
              <a:t>AMERICAN</a:t>
            </a:r>
            <a:r>
              <a:rPr sz="1100" b="1" spc="-50" dirty="0">
                <a:solidFill>
                  <a:srgbClr val="003399"/>
                </a:solidFill>
                <a:latin typeface="Optima"/>
                <a:cs typeface="Calibri"/>
              </a:rPr>
              <a:t> </a:t>
            </a:r>
            <a:r>
              <a:rPr sz="1100" b="1" dirty="0">
                <a:solidFill>
                  <a:srgbClr val="003399"/>
                </a:solidFill>
                <a:latin typeface="Optima"/>
                <a:cs typeface="Calibri"/>
              </a:rPr>
              <a:t>(Africa,</a:t>
            </a:r>
            <a:r>
              <a:rPr sz="1100" b="1" spc="-40" dirty="0">
                <a:solidFill>
                  <a:srgbClr val="003399"/>
                </a:solidFill>
                <a:latin typeface="Optima"/>
                <a:cs typeface="Calibri"/>
              </a:rPr>
              <a:t> </a:t>
            </a:r>
            <a:r>
              <a:rPr sz="1100" b="1" dirty="0">
                <a:solidFill>
                  <a:srgbClr val="003399"/>
                </a:solidFill>
                <a:latin typeface="Optima"/>
                <a:cs typeface="Calibri"/>
              </a:rPr>
              <a:t>Brazil,</a:t>
            </a:r>
            <a:r>
              <a:rPr sz="1100" b="1" spc="-30" dirty="0">
                <a:solidFill>
                  <a:srgbClr val="003399"/>
                </a:solidFill>
                <a:latin typeface="Optima"/>
                <a:cs typeface="Calibri"/>
              </a:rPr>
              <a:t> </a:t>
            </a:r>
            <a:r>
              <a:rPr sz="1100" b="1" dirty="0">
                <a:solidFill>
                  <a:srgbClr val="003399"/>
                </a:solidFill>
                <a:latin typeface="Optima"/>
                <a:cs typeface="Calibri"/>
              </a:rPr>
              <a:t>NA) </a:t>
            </a:r>
            <a:r>
              <a:rPr sz="1100" b="1" spc="-235" dirty="0">
                <a:solidFill>
                  <a:srgbClr val="003399"/>
                </a:solidFill>
                <a:latin typeface="Optima"/>
                <a:cs typeface="Calibri"/>
              </a:rPr>
              <a:t> </a:t>
            </a:r>
            <a:r>
              <a:rPr sz="1100" b="1" dirty="0">
                <a:solidFill>
                  <a:srgbClr val="003399"/>
                </a:solidFill>
                <a:latin typeface="Optima"/>
                <a:cs typeface="Calibri"/>
              </a:rPr>
              <a:t>VEDANTA</a:t>
            </a:r>
            <a:r>
              <a:rPr sz="1100" b="1" spc="5" dirty="0">
                <a:solidFill>
                  <a:srgbClr val="003399"/>
                </a:solidFill>
                <a:latin typeface="Optima"/>
                <a:cs typeface="Calibri"/>
              </a:rPr>
              <a:t> </a:t>
            </a:r>
            <a:r>
              <a:rPr sz="1100" b="1" spc="-5" dirty="0">
                <a:solidFill>
                  <a:srgbClr val="003399"/>
                </a:solidFill>
                <a:latin typeface="Optima"/>
                <a:cs typeface="Calibri"/>
              </a:rPr>
              <a:t>ALUMINIUM (IND) </a:t>
            </a:r>
            <a:r>
              <a:rPr sz="1100" b="1" dirty="0">
                <a:solidFill>
                  <a:srgbClr val="003399"/>
                </a:solidFill>
                <a:latin typeface="Optima"/>
                <a:cs typeface="Calibri"/>
              </a:rPr>
              <a:t> MAADEN</a:t>
            </a:r>
            <a:r>
              <a:rPr sz="1100" b="1" spc="-35" dirty="0">
                <a:solidFill>
                  <a:srgbClr val="003399"/>
                </a:solidFill>
                <a:latin typeface="Optima"/>
                <a:cs typeface="Calibri"/>
              </a:rPr>
              <a:t> </a:t>
            </a:r>
            <a:r>
              <a:rPr sz="1100" b="1" dirty="0">
                <a:solidFill>
                  <a:srgbClr val="003399"/>
                </a:solidFill>
                <a:latin typeface="Optima"/>
                <a:cs typeface="Calibri"/>
              </a:rPr>
              <a:t>GROUP</a:t>
            </a:r>
            <a:r>
              <a:rPr sz="1100" b="1" spc="-10" dirty="0">
                <a:solidFill>
                  <a:srgbClr val="003399"/>
                </a:solidFill>
                <a:latin typeface="Optima"/>
                <a:cs typeface="Calibri"/>
              </a:rPr>
              <a:t> </a:t>
            </a:r>
            <a:r>
              <a:rPr sz="1100" b="1" spc="-5" dirty="0">
                <a:solidFill>
                  <a:srgbClr val="003399"/>
                </a:solidFill>
                <a:latin typeface="Optima"/>
                <a:cs typeface="Calibri"/>
              </a:rPr>
              <a:t>(KSA)</a:t>
            </a:r>
            <a:endParaRPr sz="1100">
              <a:latin typeface="Optima"/>
              <a:cs typeface="Calibri"/>
            </a:endParaRPr>
          </a:p>
          <a:p>
            <a:pPr marL="317500" marR="5080">
              <a:lnSpc>
                <a:spcPct val="100000"/>
              </a:lnSpc>
            </a:pPr>
            <a:r>
              <a:rPr sz="1100" b="1" dirty="0">
                <a:solidFill>
                  <a:srgbClr val="003399"/>
                </a:solidFill>
                <a:latin typeface="Optima"/>
                <a:cs typeface="Calibri"/>
              </a:rPr>
              <a:t>VALE</a:t>
            </a:r>
            <a:r>
              <a:rPr sz="1100" b="1" spc="-20" dirty="0">
                <a:solidFill>
                  <a:srgbClr val="003399"/>
                </a:solidFill>
                <a:latin typeface="Optima"/>
                <a:cs typeface="Calibri"/>
              </a:rPr>
              <a:t> </a:t>
            </a:r>
            <a:r>
              <a:rPr sz="1100" b="1" dirty="0">
                <a:solidFill>
                  <a:srgbClr val="003399"/>
                </a:solidFill>
                <a:latin typeface="Optima"/>
                <a:cs typeface="Calibri"/>
              </a:rPr>
              <a:t>GLOBAL</a:t>
            </a:r>
            <a:r>
              <a:rPr sz="1100" b="1" spc="-35" dirty="0">
                <a:solidFill>
                  <a:srgbClr val="003399"/>
                </a:solidFill>
                <a:latin typeface="Optima"/>
                <a:cs typeface="Calibri"/>
              </a:rPr>
              <a:t> </a:t>
            </a:r>
            <a:r>
              <a:rPr sz="1100" b="1" spc="-5" dirty="0">
                <a:solidFill>
                  <a:srgbClr val="003399"/>
                </a:solidFill>
                <a:latin typeface="Optima"/>
                <a:cs typeface="Calibri"/>
              </a:rPr>
              <a:t>(Brazil,</a:t>
            </a:r>
            <a:r>
              <a:rPr sz="1100" b="1" spc="-40" dirty="0">
                <a:solidFill>
                  <a:srgbClr val="003399"/>
                </a:solidFill>
                <a:latin typeface="Optima"/>
                <a:cs typeface="Calibri"/>
              </a:rPr>
              <a:t> </a:t>
            </a:r>
            <a:r>
              <a:rPr sz="1100" b="1" spc="-5" dirty="0">
                <a:solidFill>
                  <a:srgbClr val="003399"/>
                </a:solidFill>
                <a:latin typeface="Optima"/>
                <a:cs typeface="Calibri"/>
              </a:rPr>
              <a:t>Canada,</a:t>
            </a:r>
            <a:r>
              <a:rPr sz="1100" b="1" spc="-15" dirty="0">
                <a:solidFill>
                  <a:srgbClr val="003399"/>
                </a:solidFill>
                <a:latin typeface="Optima"/>
                <a:cs typeface="Calibri"/>
              </a:rPr>
              <a:t> </a:t>
            </a:r>
            <a:r>
              <a:rPr sz="1100" b="1" dirty="0">
                <a:solidFill>
                  <a:srgbClr val="003399"/>
                </a:solidFill>
                <a:latin typeface="Optima"/>
                <a:cs typeface="Calibri"/>
              </a:rPr>
              <a:t>Africa..) </a:t>
            </a:r>
            <a:r>
              <a:rPr sz="1100" b="1" spc="-235" dirty="0">
                <a:solidFill>
                  <a:srgbClr val="003399"/>
                </a:solidFill>
                <a:latin typeface="Optima"/>
                <a:cs typeface="Calibri"/>
              </a:rPr>
              <a:t> </a:t>
            </a:r>
            <a:r>
              <a:rPr sz="1100" b="1" dirty="0">
                <a:solidFill>
                  <a:srgbClr val="003399"/>
                </a:solidFill>
                <a:latin typeface="Optima"/>
                <a:cs typeface="Calibri"/>
              </a:rPr>
              <a:t>ALCOA</a:t>
            </a:r>
            <a:r>
              <a:rPr sz="1100" b="1" spc="-30" dirty="0">
                <a:solidFill>
                  <a:srgbClr val="003399"/>
                </a:solidFill>
                <a:latin typeface="Optima"/>
                <a:cs typeface="Calibri"/>
              </a:rPr>
              <a:t> </a:t>
            </a:r>
            <a:r>
              <a:rPr sz="1100" b="1" spc="-5" dirty="0">
                <a:solidFill>
                  <a:srgbClr val="003399"/>
                </a:solidFill>
                <a:latin typeface="Optima"/>
                <a:cs typeface="Calibri"/>
              </a:rPr>
              <a:t>(USA)</a:t>
            </a:r>
            <a:endParaRPr sz="1100">
              <a:latin typeface="Optima"/>
              <a:cs typeface="Calibri"/>
            </a:endParaRPr>
          </a:p>
          <a:p>
            <a:pPr marL="317500" marR="992505">
              <a:lnSpc>
                <a:spcPct val="100000"/>
              </a:lnSpc>
            </a:pPr>
            <a:r>
              <a:rPr sz="1100" b="1" dirty="0">
                <a:solidFill>
                  <a:srgbClr val="003399"/>
                </a:solidFill>
                <a:latin typeface="Optima"/>
                <a:cs typeface="Calibri"/>
              </a:rPr>
              <a:t>BALCO </a:t>
            </a:r>
            <a:r>
              <a:rPr sz="1100" b="1" spc="-5" dirty="0">
                <a:solidFill>
                  <a:srgbClr val="003399"/>
                </a:solidFill>
                <a:latin typeface="Optima"/>
                <a:cs typeface="Calibri"/>
              </a:rPr>
              <a:t>(IND) </a:t>
            </a:r>
            <a:r>
              <a:rPr sz="1100" b="1" dirty="0">
                <a:solidFill>
                  <a:srgbClr val="003399"/>
                </a:solidFill>
                <a:latin typeface="Optima"/>
                <a:cs typeface="Calibri"/>
              </a:rPr>
              <a:t> XSTRATA</a:t>
            </a:r>
            <a:r>
              <a:rPr sz="1100" b="1" spc="-55" dirty="0">
                <a:solidFill>
                  <a:srgbClr val="003399"/>
                </a:solidFill>
                <a:latin typeface="Optima"/>
                <a:cs typeface="Calibri"/>
              </a:rPr>
              <a:t> </a:t>
            </a:r>
            <a:r>
              <a:rPr sz="1100" b="1" spc="-5" dirty="0">
                <a:solidFill>
                  <a:srgbClr val="003399"/>
                </a:solidFill>
                <a:latin typeface="Optima"/>
                <a:cs typeface="Calibri"/>
              </a:rPr>
              <a:t>COAL</a:t>
            </a:r>
            <a:r>
              <a:rPr sz="1100" b="1" spc="-40" dirty="0">
                <a:solidFill>
                  <a:srgbClr val="003399"/>
                </a:solidFill>
                <a:latin typeface="Optima"/>
                <a:cs typeface="Calibri"/>
              </a:rPr>
              <a:t> </a:t>
            </a:r>
            <a:r>
              <a:rPr sz="1100" b="1" dirty="0">
                <a:solidFill>
                  <a:srgbClr val="003399"/>
                </a:solidFill>
                <a:latin typeface="Optima"/>
                <a:cs typeface="Calibri"/>
              </a:rPr>
              <a:t>(RSA) </a:t>
            </a:r>
            <a:r>
              <a:rPr sz="1100" b="1" spc="-235" dirty="0">
                <a:solidFill>
                  <a:srgbClr val="003399"/>
                </a:solidFill>
                <a:latin typeface="Optima"/>
                <a:cs typeface="Calibri"/>
              </a:rPr>
              <a:t> </a:t>
            </a:r>
            <a:r>
              <a:rPr sz="1100" b="1" spc="-5" dirty="0">
                <a:solidFill>
                  <a:srgbClr val="003399"/>
                </a:solidFill>
                <a:latin typeface="Optima"/>
                <a:cs typeface="Calibri"/>
              </a:rPr>
              <a:t>SASOL</a:t>
            </a:r>
            <a:r>
              <a:rPr sz="1100" b="1" spc="5" dirty="0">
                <a:solidFill>
                  <a:srgbClr val="003399"/>
                </a:solidFill>
                <a:latin typeface="Optima"/>
                <a:cs typeface="Calibri"/>
              </a:rPr>
              <a:t> </a:t>
            </a:r>
            <a:r>
              <a:rPr sz="1100" b="1" spc="-5" dirty="0">
                <a:solidFill>
                  <a:srgbClr val="003399"/>
                </a:solidFill>
                <a:latin typeface="Optima"/>
                <a:cs typeface="Calibri"/>
              </a:rPr>
              <a:t>COAL</a:t>
            </a:r>
            <a:r>
              <a:rPr sz="1100" b="1" spc="-20" dirty="0">
                <a:solidFill>
                  <a:srgbClr val="003399"/>
                </a:solidFill>
                <a:latin typeface="Optima"/>
                <a:cs typeface="Calibri"/>
              </a:rPr>
              <a:t> </a:t>
            </a:r>
            <a:r>
              <a:rPr sz="1100" b="1" dirty="0">
                <a:solidFill>
                  <a:srgbClr val="003399"/>
                </a:solidFill>
                <a:latin typeface="Optima"/>
                <a:cs typeface="Calibri"/>
              </a:rPr>
              <a:t>(RSA)</a:t>
            </a:r>
            <a:endParaRPr sz="1100">
              <a:latin typeface="Optima"/>
              <a:cs typeface="Calibri"/>
            </a:endParaRPr>
          </a:p>
          <a:p>
            <a:pPr marL="317500" marR="734060">
              <a:lnSpc>
                <a:spcPct val="100000"/>
              </a:lnSpc>
            </a:pPr>
            <a:r>
              <a:rPr sz="1100" b="1" spc="-5" dirty="0">
                <a:solidFill>
                  <a:srgbClr val="003399"/>
                </a:solidFill>
                <a:latin typeface="Optima"/>
                <a:cs typeface="Calibri"/>
              </a:rPr>
              <a:t>SEVERSTAL</a:t>
            </a:r>
            <a:r>
              <a:rPr sz="1100" b="1" spc="-25" dirty="0">
                <a:solidFill>
                  <a:srgbClr val="003399"/>
                </a:solidFill>
                <a:latin typeface="Optima"/>
                <a:cs typeface="Calibri"/>
              </a:rPr>
              <a:t> </a:t>
            </a:r>
            <a:r>
              <a:rPr sz="1100" b="1" dirty="0">
                <a:solidFill>
                  <a:srgbClr val="003399"/>
                </a:solidFill>
                <a:latin typeface="Optima"/>
                <a:cs typeface="Calibri"/>
              </a:rPr>
              <a:t>RESURS</a:t>
            </a:r>
            <a:r>
              <a:rPr sz="1100" b="1" spc="-25" dirty="0">
                <a:solidFill>
                  <a:srgbClr val="003399"/>
                </a:solidFill>
                <a:latin typeface="Optima"/>
                <a:cs typeface="Calibri"/>
              </a:rPr>
              <a:t> </a:t>
            </a:r>
            <a:r>
              <a:rPr sz="1100" b="1" dirty="0">
                <a:solidFill>
                  <a:srgbClr val="003399"/>
                </a:solidFill>
                <a:latin typeface="Optima"/>
                <a:cs typeface="Calibri"/>
              </a:rPr>
              <a:t>(RUS) </a:t>
            </a:r>
            <a:r>
              <a:rPr sz="1100" b="1" spc="-229" dirty="0">
                <a:solidFill>
                  <a:srgbClr val="003399"/>
                </a:solidFill>
                <a:latin typeface="Optima"/>
                <a:cs typeface="Calibri"/>
              </a:rPr>
              <a:t> </a:t>
            </a:r>
            <a:r>
              <a:rPr sz="1100" b="1" dirty="0">
                <a:solidFill>
                  <a:srgbClr val="003399"/>
                </a:solidFill>
                <a:latin typeface="Optima"/>
                <a:cs typeface="Calibri"/>
              </a:rPr>
              <a:t>RIO TINTO – RBM (RSA) </a:t>
            </a:r>
            <a:r>
              <a:rPr sz="1100" b="1" spc="5" dirty="0">
                <a:solidFill>
                  <a:srgbClr val="003399"/>
                </a:solidFill>
                <a:latin typeface="Optima"/>
                <a:cs typeface="Calibri"/>
              </a:rPr>
              <a:t> </a:t>
            </a:r>
            <a:r>
              <a:rPr sz="1100" b="1" dirty="0">
                <a:solidFill>
                  <a:srgbClr val="003399"/>
                </a:solidFill>
                <a:latin typeface="Optima"/>
                <a:cs typeface="Calibri"/>
              </a:rPr>
              <a:t>RIO</a:t>
            </a:r>
            <a:r>
              <a:rPr sz="1100" b="1" spc="-25" dirty="0">
                <a:solidFill>
                  <a:srgbClr val="003399"/>
                </a:solidFill>
                <a:latin typeface="Optima"/>
                <a:cs typeface="Calibri"/>
              </a:rPr>
              <a:t> </a:t>
            </a:r>
            <a:r>
              <a:rPr sz="1100" b="1" dirty="0">
                <a:solidFill>
                  <a:srgbClr val="003399"/>
                </a:solidFill>
                <a:latin typeface="Optima"/>
                <a:cs typeface="Calibri"/>
              </a:rPr>
              <a:t>TINTO</a:t>
            </a:r>
            <a:r>
              <a:rPr sz="1100" b="1" spc="-10" dirty="0">
                <a:solidFill>
                  <a:srgbClr val="003399"/>
                </a:solidFill>
                <a:latin typeface="Optima"/>
                <a:cs typeface="Calibri"/>
              </a:rPr>
              <a:t> </a:t>
            </a:r>
            <a:r>
              <a:rPr sz="1100" b="1" dirty="0">
                <a:solidFill>
                  <a:srgbClr val="003399"/>
                </a:solidFill>
                <a:latin typeface="Optima"/>
                <a:cs typeface="Calibri"/>
              </a:rPr>
              <a:t>–</a:t>
            </a:r>
            <a:r>
              <a:rPr sz="1100" b="1" spc="-20" dirty="0">
                <a:solidFill>
                  <a:srgbClr val="003399"/>
                </a:solidFill>
                <a:latin typeface="Optima"/>
                <a:cs typeface="Calibri"/>
              </a:rPr>
              <a:t> </a:t>
            </a:r>
            <a:r>
              <a:rPr sz="1100" b="1" spc="-5" dirty="0">
                <a:solidFill>
                  <a:srgbClr val="003399"/>
                </a:solidFill>
                <a:latin typeface="Optima"/>
                <a:cs typeface="Calibri"/>
              </a:rPr>
              <a:t>PMC </a:t>
            </a:r>
            <a:r>
              <a:rPr sz="1100" b="1" dirty="0">
                <a:solidFill>
                  <a:srgbClr val="003399"/>
                </a:solidFill>
                <a:latin typeface="Optima"/>
                <a:cs typeface="Calibri"/>
              </a:rPr>
              <a:t>(RSA)</a:t>
            </a:r>
            <a:endParaRPr sz="1100">
              <a:latin typeface="Optima"/>
              <a:cs typeface="Calibri"/>
            </a:endParaRPr>
          </a:p>
          <a:p>
            <a:pPr marL="317500" marR="532130">
              <a:lnSpc>
                <a:spcPct val="100000"/>
              </a:lnSpc>
            </a:pPr>
            <a:r>
              <a:rPr sz="1100" b="1" dirty="0">
                <a:solidFill>
                  <a:srgbClr val="003399"/>
                </a:solidFill>
                <a:latin typeface="Optima"/>
                <a:cs typeface="Calibri"/>
              </a:rPr>
              <a:t>ANGLO</a:t>
            </a:r>
            <a:r>
              <a:rPr sz="1100" b="1" spc="-40" dirty="0">
                <a:solidFill>
                  <a:srgbClr val="003399"/>
                </a:solidFill>
                <a:latin typeface="Optima"/>
                <a:cs typeface="Calibri"/>
              </a:rPr>
              <a:t> </a:t>
            </a:r>
            <a:r>
              <a:rPr sz="1100" b="1" spc="-5" dirty="0">
                <a:solidFill>
                  <a:srgbClr val="003399"/>
                </a:solidFill>
                <a:latin typeface="Optima"/>
                <a:cs typeface="Calibri"/>
              </a:rPr>
              <a:t>GOLD</a:t>
            </a:r>
            <a:r>
              <a:rPr sz="1100" b="1" spc="-40" dirty="0">
                <a:solidFill>
                  <a:srgbClr val="003399"/>
                </a:solidFill>
                <a:latin typeface="Optima"/>
                <a:cs typeface="Calibri"/>
              </a:rPr>
              <a:t> </a:t>
            </a:r>
            <a:r>
              <a:rPr sz="1100" b="1" dirty="0">
                <a:solidFill>
                  <a:srgbClr val="003399"/>
                </a:solidFill>
                <a:latin typeface="Optima"/>
                <a:cs typeface="Calibri"/>
              </a:rPr>
              <a:t>ASHANTI</a:t>
            </a:r>
            <a:r>
              <a:rPr sz="1100" b="1" spc="-35" dirty="0">
                <a:solidFill>
                  <a:srgbClr val="003399"/>
                </a:solidFill>
                <a:latin typeface="Optima"/>
                <a:cs typeface="Calibri"/>
              </a:rPr>
              <a:t> </a:t>
            </a:r>
            <a:r>
              <a:rPr sz="1100" b="1" dirty="0">
                <a:solidFill>
                  <a:srgbClr val="003399"/>
                </a:solidFill>
                <a:latin typeface="Optima"/>
                <a:cs typeface="Calibri"/>
              </a:rPr>
              <a:t>(RSA) </a:t>
            </a:r>
            <a:r>
              <a:rPr sz="1100" b="1" spc="-229" dirty="0">
                <a:solidFill>
                  <a:srgbClr val="003399"/>
                </a:solidFill>
                <a:latin typeface="Optima"/>
                <a:cs typeface="Calibri"/>
              </a:rPr>
              <a:t> </a:t>
            </a:r>
            <a:r>
              <a:rPr sz="1100" b="1" dirty="0">
                <a:solidFill>
                  <a:srgbClr val="003399"/>
                </a:solidFill>
                <a:latin typeface="Optima"/>
                <a:cs typeface="Calibri"/>
              </a:rPr>
              <a:t>BHP BILLITON (RSA) </a:t>
            </a:r>
            <a:r>
              <a:rPr sz="1100" b="1" spc="5" dirty="0">
                <a:solidFill>
                  <a:srgbClr val="003399"/>
                </a:solidFill>
                <a:latin typeface="Optima"/>
                <a:cs typeface="Calibri"/>
              </a:rPr>
              <a:t> </a:t>
            </a:r>
            <a:r>
              <a:rPr sz="1100" b="1" dirty="0">
                <a:solidFill>
                  <a:srgbClr val="003399"/>
                </a:solidFill>
                <a:latin typeface="Optima"/>
                <a:cs typeface="Calibri"/>
              </a:rPr>
              <a:t>HARMONY </a:t>
            </a:r>
            <a:r>
              <a:rPr sz="1100" b="1" spc="-5" dirty="0">
                <a:solidFill>
                  <a:srgbClr val="003399"/>
                </a:solidFill>
                <a:latin typeface="Optima"/>
                <a:cs typeface="Calibri"/>
              </a:rPr>
              <a:t>GOLD </a:t>
            </a:r>
            <a:r>
              <a:rPr sz="1100" b="1" dirty="0">
                <a:solidFill>
                  <a:srgbClr val="003399"/>
                </a:solidFill>
                <a:latin typeface="Optima"/>
                <a:cs typeface="Calibri"/>
              </a:rPr>
              <a:t>(RSA) </a:t>
            </a:r>
            <a:r>
              <a:rPr sz="1100" b="1" spc="5" dirty="0">
                <a:solidFill>
                  <a:srgbClr val="003399"/>
                </a:solidFill>
                <a:latin typeface="Optima"/>
                <a:cs typeface="Calibri"/>
              </a:rPr>
              <a:t> </a:t>
            </a:r>
            <a:r>
              <a:rPr sz="1100" b="1" dirty="0">
                <a:solidFill>
                  <a:srgbClr val="003399"/>
                </a:solidFill>
                <a:latin typeface="Optima"/>
                <a:cs typeface="Calibri"/>
              </a:rPr>
              <a:t>SAMANCOR </a:t>
            </a:r>
            <a:r>
              <a:rPr sz="1100" b="1" spc="-5" dirty="0">
                <a:solidFill>
                  <a:srgbClr val="003399"/>
                </a:solidFill>
                <a:latin typeface="Optima"/>
                <a:cs typeface="Calibri"/>
              </a:rPr>
              <a:t>CHROME </a:t>
            </a:r>
            <a:r>
              <a:rPr sz="1100" b="1" dirty="0">
                <a:solidFill>
                  <a:srgbClr val="003399"/>
                </a:solidFill>
                <a:latin typeface="Optima"/>
                <a:cs typeface="Calibri"/>
              </a:rPr>
              <a:t>(RSA) </a:t>
            </a:r>
            <a:r>
              <a:rPr sz="1100" b="1" spc="5" dirty="0">
                <a:solidFill>
                  <a:srgbClr val="003399"/>
                </a:solidFill>
                <a:latin typeface="Optima"/>
                <a:cs typeface="Calibri"/>
              </a:rPr>
              <a:t> </a:t>
            </a:r>
            <a:r>
              <a:rPr sz="1100" b="1" dirty="0">
                <a:solidFill>
                  <a:srgbClr val="003399"/>
                </a:solidFill>
                <a:latin typeface="Optima"/>
                <a:cs typeface="Calibri"/>
              </a:rPr>
              <a:t>IMPALA</a:t>
            </a:r>
            <a:r>
              <a:rPr sz="1100" b="1" spc="5" dirty="0">
                <a:solidFill>
                  <a:srgbClr val="003399"/>
                </a:solidFill>
                <a:latin typeface="Optima"/>
                <a:cs typeface="Calibri"/>
              </a:rPr>
              <a:t> </a:t>
            </a:r>
            <a:r>
              <a:rPr sz="1100" b="1" dirty="0">
                <a:solidFill>
                  <a:srgbClr val="003399"/>
                </a:solidFill>
                <a:latin typeface="Optima"/>
                <a:cs typeface="Calibri"/>
              </a:rPr>
              <a:t>PLATINA (RSA) </a:t>
            </a:r>
            <a:r>
              <a:rPr sz="1100" b="1" spc="5" dirty="0">
                <a:solidFill>
                  <a:srgbClr val="003399"/>
                </a:solidFill>
                <a:latin typeface="Optima"/>
                <a:cs typeface="Calibri"/>
              </a:rPr>
              <a:t> </a:t>
            </a:r>
            <a:r>
              <a:rPr sz="1100" b="1" dirty="0">
                <a:solidFill>
                  <a:srgbClr val="003399"/>
                </a:solidFill>
                <a:latin typeface="Optima"/>
                <a:cs typeface="Calibri"/>
              </a:rPr>
              <a:t>LONMIN </a:t>
            </a:r>
            <a:r>
              <a:rPr sz="1100" b="1" spc="-5" dirty="0">
                <a:solidFill>
                  <a:srgbClr val="003399"/>
                </a:solidFill>
                <a:latin typeface="Optima"/>
                <a:cs typeface="Calibri"/>
              </a:rPr>
              <a:t>PLATINUM </a:t>
            </a:r>
            <a:r>
              <a:rPr sz="1100" b="1" dirty="0">
                <a:solidFill>
                  <a:srgbClr val="003399"/>
                </a:solidFill>
                <a:latin typeface="Optima"/>
                <a:cs typeface="Calibri"/>
              </a:rPr>
              <a:t>(RSA) </a:t>
            </a:r>
            <a:r>
              <a:rPr sz="1100" b="1" spc="5" dirty="0">
                <a:solidFill>
                  <a:srgbClr val="003399"/>
                </a:solidFill>
                <a:latin typeface="Optima"/>
                <a:cs typeface="Calibri"/>
              </a:rPr>
              <a:t> </a:t>
            </a:r>
            <a:r>
              <a:rPr sz="1100" b="1" dirty="0">
                <a:solidFill>
                  <a:srgbClr val="003399"/>
                </a:solidFill>
                <a:latin typeface="Optima"/>
                <a:cs typeface="Calibri"/>
              </a:rPr>
              <a:t>HINDALCO</a:t>
            </a:r>
            <a:r>
              <a:rPr sz="1100" b="1" spc="245" dirty="0">
                <a:solidFill>
                  <a:srgbClr val="003399"/>
                </a:solidFill>
                <a:latin typeface="Optima"/>
                <a:cs typeface="Calibri"/>
              </a:rPr>
              <a:t> </a:t>
            </a:r>
            <a:r>
              <a:rPr sz="1100" b="1" spc="-5" dirty="0">
                <a:solidFill>
                  <a:srgbClr val="003399"/>
                </a:solidFill>
                <a:latin typeface="Optima"/>
                <a:cs typeface="Calibri"/>
              </a:rPr>
              <a:t>(IND) </a:t>
            </a:r>
            <a:r>
              <a:rPr sz="1100" b="1" dirty="0">
                <a:solidFill>
                  <a:srgbClr val="003399"/>
                </a:solidFill>
                <a:latin typeface="Optima"/>
                <a:cs typeface="Calibri"/>
              </a:rPr>
              <a:t> HINDUSTAN ZINC LTD </a:t>
            </a:r>
            <a:r>
              <a:rPr sz="1100" b="1" spc="-5" dirty="0">
                <a:solidFill>
                  <a:srgbClr val="003399"/>
                </a:solidFill>
                <a:latin typeface="Optima"/>
                <a:cs typeface="Calibri"/>
              </a:rPr>
              <a:t>(IND) </a:t>
            </a:r>
            <a:r>
              <a:rPr sz="1100" b="1" dirty="0">
                <a:solidFill>
                  <a:srgbClr val="003399"/>
                </a:solidFill>
                <a:latin typeface="Optima"/>
                <a:cs typeface="Calibri"/>
              </a:rPr>
              <a:t> </a:t>
            </a:r>
            <a:r>
              <a:rPr sz="1100" b="1" spc="-5" dirty="0">
                <a:solidFill>
                  <a:srgbClr val="003399"/>
                </a:solidFill>
                <a:latin typeface="Optima"/>
                <a:cs typeface="Calibri"/>
              </a:rPr>
              <a:t>COAL</a:t>
            </a:r>
            <a:r>
              <a:rPr sz="1100" b="1" spc="-15" dirty="0">
                <a:solidFill>
                  <a:srgbClr val="003399"/>
                </a:solidFill>
                <a:latin typeface="Optima"/>
                <a:cs typeface="Calibri"/>
              </a:rPr>
              <a:t> </a:t>
            </a:r>
            <a:r>
              <a:rPr sz="1100" b="1" dirty="0">
                <a:solidFill>
                  <a:srgbClr val="003399"/>
                </a:solidFill>
                <a:latin typeface="Optima"/>
                <a:cs typeface="Calibri"/>
              </a:rPr>
              <a:t>INDIA</a:t>
            </a:r>
            <a:r>
              <a:rPr sz="1100" b="1" spc="-45" dirty="0">
                <a:solidFill>
                  <a:srgbClr val="003399"/>
                </a:solidFill>
                <a:latin typeface="Optima"/>
                <a:cs typeface="Calibri"/>
              </a:rPr>
              <a:t> </a:t>
            </a:r>
            <a:r>
              <a:rPr sz="1100" b="1" dirty="0">
                <a:solidFill>
                  <a:srgbClr val="003399"/>
                </a:solidFill>
                <a:latin typeface="Optima"/>
                <a:cs typeface="Calibri"/>
              </a:rPr>
              <a:t>LTD</a:t>
            </a:r>
            <a:r>
              <a:rPr sz="1100" b="1" spc="-30" dirty="0">
                <a:solidFill>
                  <a:srgbClr val="003399"/>
                </a:solidFill>
                <a:latin typeface="Optima"/>
                <a:cs typeface="Calibri"/>
              </a:rPr>
              <a:t> </a:t>
            </a:r>
            <a:r>
              <a:rPr sz="1100" b="1" spc="-5" dirty="0">
                <a:solidFill>
                  <a:srgbClr val="003399"/>
                </a:solidFill>
                <a:latin typeface="Optima"/>
                <a:cs typeface="Calibri"/>
              </a:rPr>
              <a:t>(IND)</a:t>
            </a:r>
            <a:endParaRPr sz="1100">
              <a:latin typeface="Optima"/>
              <a:cs typeface="Calibri"/>
            </a:endParaRPr>
          </a:p>
        </p:txBody>
      </p:sp>
      <p:sp>
        <p:nvSpPr>
          <p:cNvPr id="25" name="object 25"/>
          <p:cNvSpPr txBox="1"/>
          <p:nvPr/>
        </p:nvSpPr>
        <p:spPr>
          <a:xfrm>
            <a:off x="175361" y="4394961"/>
            <a:ext cx="2268855" cy="1870710"/>
          </a:xfrm>
          <a:prstGeom prst="rect">
            <a:avLst/>
          </a:prstGeom>
        </p:spPr>
        <p:txBody>
          <a:bodyPr vert="horz" wrap="square" lIns="0" tIns="12700" rIns="0" bIns="0" rtlCol="0">
            <a:spAutoFit/>
          </a:bodyPr>
          <a:lstStyle/>
          <a:p>
            <a:pPr marL="12700">
              <a:lnSpc>
                <a:spcPct val="100000"/>
              </a:lnSpc>
              <a:spcBef>
                <a:spcPts val="100"/>
              </a:spcBef>
            </a:pPr>
            <a:r>
              <a:rPr sz="1100" b="1" dirty="0">
                <a:solidFill>
                  <a:srgbClr val="FF0000"/>
                </a:solidFill>
                <a:latin typeface="Optima"/>
                <a:cs typeface="Calibri"/>
              </a:rPr>
              <a:t>PLANTS</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NA</a:t>
            </a:r>
            <a:r>
              <a:rPr sz="1100" b="1" spc="-5" dirty="0">
                <a:solidFill>
                  <a:srgbClr val="003399"/>
                </a:solidFill>
                <a:latin typeface="Optima"/>
                <a:cs typeface="Calibri"/>
              </a:rPr>
              <a:t>MPA</a:t>
            </a:r>
            <a:r>
              <a:rPr sz="1100" b="1" dirty="0">
                <a:solidFill>
                  <a:srgbClr val="003399"/>
                </a:solidFill>
                <a:latin typeface="Optima"/>
                <a:cs typeface="Calibri"/>
              </a:rPr>
              <a:t>K</a:t>
            </a:r>
            <a:r>
              <a:rPr sz="1100" b="1" spc="-30" dirty="0">
                <a:solidFill>
                  <a:srgbClr val="003399"/>
                </a:solidFill>
                <a:latin typeface="Optima"/>
                <a:cs typeface="Calibri"/>
              </a:rPr>
              <a:t> </a:t>
            </a:r>
            <a:r>
              <a:rPr sz="1100" b="1" dirty="0">
                <a:solidFill>
                  <a:srgbClr val="003399"/>
                </a:solidFill>
                <a:latin typeface="Optima"/>
                <a:cs typeface="Calibri"/>
              </a:rPr>
              <a:t>(R</a:t>
            </a:r>
            <a:r>
              <a:rPr sz="1100" b="1" spc="-10" dirty="0">
                <a:solidFill>
                  <a:srgbClr val="003399"/>
                </a:solidFill>
                <a:latin typeface="Optima"/>
                <a:cs typeface="Calibri"/>
              </a:rPr>
              <a:t>S</a:t>
            </a:r>
            <a:r>
              <a:rPr sz="1100" b="1" dirty="0">
                <a:solidFill>
                  <a:srgbClr val="003399"/>
                </a:solidFill>
                <a:latin typeface="Optima"/>
                <a:cs typeface="Calibri"/>
              </a:rPr>
              <a:t>A)</a:t>
            </a:r>
            <a:endParaRPr sz="1100">
              <a:latin typeface="Optima"/>
              <a:cs typeface="Calibri"/>
            </a:endParaRPr>
          </a:p>
          <a:p>
            <a:pPr marL="80645">
              <a:lnSpc>
                <a:spcPct val="100000"/>
              </a:lnSpc>
              <a:spcBef>
                <a:spcPts val="5"/>
              </a:spcBef>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FERRAL</a:t>
            </a:r>
            <a:r>
              <a:rPr sz="1100" b="1" spc="-5" dirty="0">
                <a:solidFill>
                  <a:srgbClr val="003399"/>
                </a:solidFill>
                <a:latin typeface="Optima"/>
                <a:cs typeface="Calibri"/>
              </a:rPr>
              <a:t>OY</a:t>
            </a:r>
            <a:r>
              <a:rPr sz="1100" b="1" dirty="0">
                <a:solidFill>
                  <a:srgbClr val="003399"/>
                </a:solidFill>
                <a:latin typeface="Optima"/>
                <a:cs typeface="Calibri"/>
              </a:rPr>
              <a:t>S</a:t>
            </a:r>
            <a:r>
              <a:rPr sz="1100" b="1" spc="-20" dirty="0">
                <a:solidFill>
                  <a:srgbClr val="003399"/>
                </a:solidFill>
                <a:latin typeface="Optima"/>
                <a:cs typeface="Calibri"/>
              </a:rPr>
              <a:t> </a:t>
            </a:r>
            <a:r>
              <a:rPr sz="1100" b="1" dirty="0">
                <a:solidFill>
                  <a:srgbClr val="003399"/>
                </a:solidFill>
                <a:latin typeface="Optima"/>
                <a:cs typeface="Calibri"/>
              </a:rPr>
              <a:t>(R</a:t>
            </a:r>
            <a:r>
              <a:rPr sz="1100" b="1" spc="-5" dirty="0">
                <a:solidFill>
                  <a:srgbClr val="003399"/>
                </a:solidFill>
                <a:latin typeface="Optima"/>
                <a:cs typeface="Calibri"/>
              </a:rPr>
              <a:t>S</a:t>
            </a:r>
            <a:r>
              <a:rPr sz="1100" b="1" dirty="0">
                <a:solidFill>
                  <a:srgbClr val="003399"/>
                </a:solidFill>
                <a:latin typeface="Optima"/>
                <a:cs typeface="Calibri"/>
              </a:rPr>
              <a:t>A)</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UNI</a:t>
            </a:r>
            <a:r>
              <a:rPr sz="1100" b="1" spc="-5" dirty="0">
                <a:solidFill>
                  <a:srgbClr val="003399"/>
                </a:solidFill>
                <a:latin typeface="Optima"/>
                <a:cs typeface="Calibri"/>
              </a:rPr>
              <a:t>O</a:t>
            </a:r>
            <a:r>
              <a:rPr sz="1100" b="1" dirty="0">
                <a:solidFill>
                  <a:srgbClr val="003399"/>
                </a:solidFill>
                <a:latin typeface="Optima"/>
                <a:cs typeface="Calibri"/>
              </a:rPr>
              <a:t>N</a:t>
            </a:r>
            <a:r>
              <a:rPr sz="1100" b="1" spc="-35" dirty="0">
                <a:solidFill>
                  <a:srgbClr val="003399"/>
                </a:solidFill>
                <a:latin typeface="Optima"/>
                <a:cs typeface="Calibri"/>
              </a:rPr>
              <a:t> </a:t>
            </a:r>
            <a:r>
              <a:rPr sz="1100" b="1" dirty="0">
                <a:solidFill>
                  <a:srgbClr val="003399"/>
                </a:solidFill>
                <a:latin typeface="Optima"/>
                <a:cs typeface="Calibri"/>
              </a:rPr>
              <a:t>CO</a:t>
            </a:r>
            <a:r>
              <a:rPr sz="1100" b="1" spc="-5" dirty="0">
                <a:solidFill>
                  <a:srgbClr val="003399"/>
                </a:solidFill>
                <a:latin typeface="Optima"/>
                <a:cs typeface="Calibri"/>
              </a:rPr>
              <a:t>-O</a:t>
            </a:r>
            <a:r>
              <a:rPr sz="1100" b="1" dirty="0">
                <a:solidFill>
                  <a:srgbClr val="003399"/>
                </a:solidFill>
                <a:latin typeface="Optima"/>
                <a:cs typeface="Calibri"/>
              </a:rPr>
              <a:t>P</a:t>
            </a:r>
            <a:r>
              <a:rPr sz="1100" b="1" spc="10" dirty="0">
                <a:solidFill>
                  <a:srgbClr val="003399"/>
                </a:solidFill>
                <a:latin typeface="Optima"/>
                <a:cs typeface="Calibri"/>
              </a:rPr>
              <a:t> </a:t>
            </a:r>
            <a:r>
              <a:rPr sz="1100" b="1" dirty="0">
                <a:solidFill>
                  <a:srgbClr val="003399"/>
                </a:solidFill>
                <a:latin typeface="Optima"/>
                <a:cs typeface="Calibri"/>
              </a:rPr>
              <a:t>(R</a:t>
            </a:r>
            <a:r>
              <a:rPr sz="1100" b="1" spc="-5" dirty="0">
                <a:solidFill>
                  <a:srgbClr val="003399"/>
                </a:solidFill>
                <a:latin typeface="Optima"/>
                <a:cs typeface="Calibri"/>
              </a:rPr>
              <a:t>S</a:t>
            </a:r>
            <a:r>
              <a:rPr sz="1100" b="1" dirty="0">
                <a:solidFill>
                  <a:srgbClr val="003399"/>
                </a:solidFill>
                <a:latin typeface="Optima"/>
                <a:cs typeface="Calibri"/>
              </a:rPr>
              <a:t>A)</a:t>
            </a:r>
            <a:endParaRPr sz="1100">
              <a:latin typeface="Optima"/>
              <a:cs typeface="Calibri"/>
            </a:endParaRPr>
          </a:p>
          <a:p>
            <a:pPr marL="12700" marR="5080" indent="68580">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ROC</a:t>
            </a:r>
            <a:r>
              <a:rPr sz="1100" b="1" spc="-5" dirty="0">
                <a:solidFill>
                  <a:srgbClr val="003399"/>
                </a:solidFill>
                <a:latin typeface="Optima"/>
                <a:cs typeface="Calibri"/>
              </a:rPr>
              <a:t>KW</a:t>
            </a:r>
            <a:r>
              <a:rPr sz="1100" b="1" dirty="0">
                <a:solidFill>
                  <a:srgbClr val="003399"/>
                </a:solidFill>
                <a:latin typeface="Optima"/>
                <a:cs typeface="Calibri"/>
              </a:rPr>
              <a:t>ELL</a:t>
            </a:r>
            <a:r>
              <a:rPr sz="1100" b="1" spc="5" dirty="0">
                <a:solidFill>
                  <a:srgbClr val="003399"/>
                </a:solidFill>
                <a:latin typeface="Optima"/>
                <a:cs typeface="Calibri"/>
              </a:rPr>
              <a:t> </a:t>
            </a:r>
            <a:r>
              <a:rPr sz="1100" b="1" dirty="0">
                <a:solidFill>
                  <a:srgbClr val="003399"/>
                </a:solidFill>
                <a:latin typeface="Optima"/>
                <a:cs typeface="Calibri"/>
              </a:rPr>
              <a:t>AU</a:t>
            </a:r>
            <a:r>
              <a:rPr sz="1100" b="1" spc="5" dirty="0">
                <a:solidFill>
                  <a:srgbClr val="003399"/>
                </a:solidFill>
                <a:latin typeface="Optima"/>
                <a:cs typeface="Calibri"/>
              </a:rPr>
              <a:t>T</a:t>
            </a:r>
            <a:r>
              <a:rPr sz="1100" b="1" spc="-5" dirty="0">
                <a:solidFill>
                  <a:srgbClr val="003399"/>
                </a:solidFill>
                <a:latin typeface="Optima"/>
                <a:cs typeface="Calibri"/>
              </a:rPr>
              <a:t>O</a:t>
            </a:r>
            <a:r>
              <a:rPr sz="1100" b="1" spc="-10" dirty="0">
                <a:solidFill>
                  <a:srgbClr val="003399"/>
                </a:solidFill>
                <a:latin typeface="Optima"/>
                <a:cs typeface="Calibri"/>
              </a:rPr>
              <a:t>M</a:t>
            </a:r>
            <a:r>
              <a:rPr sz="1100" b="1" dirty="0">
                <a:solidFill>
                  <a:srgbClr val="003399"/>
                </a:solidFill>
                <a:latin typeface="Optima"/>
                <a:cs typeface="Calibri"/>
              </a:rPr>
              <a:t>A</a:t>
            </a:r>
            <a:r>
              <a:rPr sz="1100" b="1" spc="5" dirty="0">
                <a:solidFill>
                  <a:srgbClr val="003399"/>
                </a:solidFill>
                <a:latin typeface="Optima"/>
                <a:cs typeface="Calibri"/>
              </a:rPr>
              <a:t>T</a:t>
            </a:r>
            <a:r>
              <a:rPr sz="1100" b="1" dirty="0">
                <a:solidFill>
                  <a:srgbClr val="003399"/>
                </a:solidFill>
                <a:latin typeface="Optima"/>
                <a:cs typeface="Calibri"/>
              </a:rPr>
              <a:t>I</a:t>
            </a:r>
            <a:r>
              <a:rPr sz="1100" b="1" spc="-5" dirty="0">
                <a:solidFill>
                  <a:srgbClr val="003399"/>
                </a:solidFill>
                <a:latin typeface="Optima"/>
                <a:cs typeface="Calibri"/>
              </a:rPr>
              <a:t>O</a:t>
            </a:r>
            <a:r>
              <a:rPr sz="1100" b="1" dirty="0">
                <a:solidFill>
                  <a:srgbClr val="003399"/>
                </a:solidFill>
                <a:latin typeface="Optima"/>
                <a:cs typeface="Calibri"/>
              </a:rPr>
              <a:t>N</a:t>
            </a:r>
            <a:r>
              <a:rPr sz="1100" b="1" spc="-45" dirty="0">
                <a:solidFill>
                  <a:srgbClr val="003399"/>
                </a:solidFill>
                <a:latin typeface="Optima"/>
                <a:cs typeface="Calibri"/>
              </a:rPr>
              <a:t> </a:t>
            </a:r>
            <a:r>
              <a:rPr sz="1100" b="1" dirty="0">
                <a:solidFill>
                  <a:srgbClr val="003399"/>
                </a:solidFill>
                <a:latin typeface="Optima"/>
                <a:cs typeface="Calibri"/>
              </a:rPr>
              <a:t>(U</a:t>
            </a:r>
            <a:r>
              <a:rPr sz="1100" b="1" spc="-10" dirty="0">
                <a:solidFill>
                  <a:srgbClr val="003399"/>
                </a:solidFill>
                <a:latin typeface="Optima"/>
                <a:cs typeface="Calibri"/>
              </a:rPr>
              <a:t>S</a:t>
            </a:r>
            <a:r>
              <a:rPr sz="1100" b="1" dirty="0">
                <a:solidFill>
                  <a:srgbClr val="003399"/>
                </a:solidFill>
                <a:latin typeface="Optima"/>
                <a:cs typeface="Calibri"/>
              </a:rPr>
              <a:t>A)  </a:t>
            </a:r>
            <a:r>
              <a:rPr sz="1100" b="1" dirty="0">
                <a:solidFill>
                  <a:srgbClr val="FF0000"/>
                </a:solidFill>
                <a:latin typeface="Optima"/>
                <a:cs typeface="Calibri"/>
              </a:rPr>
              <a:t>AERONAUTICAL</a:t>
            </a:r>
            <a:r>
              <a:rPr sz="1100" b="1" spc="-45" dirty="0">
                <a:solidFill>
                  <a:srgbClr val="FF0000"/>
                </a:solidFill>
                <a:latin typeface="Optima"/>
                <a:cs typeface="Calibri"/>
              </a:rPr>
              <a:t> </a:t>
            </a:r>
            <a:r>
              <a:rPr sz="1100" b="1" dirty="0">
                <a:solidFill>
                  <a:srgbClr val="FF0000"/>
                </a:solidFill>
                <a:latin typeface="Optima"/>
                <a:cs typeface="Calibri"/>
              </a:rPr>
              <a:t>&amp;</a:t>
            </a:r>
            <a:r>
              <a:rPr sz="1100" b="1" spc="-10" dirty="0">
                <a:solidFill>
                  <a:srgbClr val="FF0000"/>
                </a:solidFill>
                <a:latin typeface="Optima"/>
                <a:cs typeface="Calibri"/>
              </a:rPr>
              <a:t> </a:t>
            </a:r>
            <a:r>
              <a:rPr sz="1100" b="1" spc="-5" dirty="0">
                <a:solidFill>
                  <a:srgbClr val="FF0000"/>
                </a:solidFill>
                <a:latin typeface="Optima"/>
                <a:cs typeface="Calibri"/>
              </a:rPr>
              <a:t>DEFENCE</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spc="-5" dirty="0">
                <a:solidFill>
                  <a:srgbClr val="003399"/>
                </a:solidFill>
                <a:latin typeface="Optima"/>
                <a:cs typeface="Calibri"/>
              </a:rPr>
              <a:t>SA</a:t>
            </a:r>
            <a:r>
              <a:rPr sz="1100" b="1" spc="-20" dirty="0">
                <a:solidFill>
                  <a:srgbClr val="003399"/>
                </a:solidFill>
                <a:latin typeface="Optima"/>
                <a:cs typeface="Calibri"/>
              </a:rPr>
              <a:t> </a:t>
            </a:r>
            <a:r>
              <a:rPr sz="1100" b="1" spc="-5" dirty="0">
                <a:solidFill>
                  <a:srgbClr val="003399"/>
                </a:solidFill>
                <a:latin typeface="Optima"/>
                <a:cs typeface="Calibri"/>
              </a:rPr>
              <a:t>EXPRESS</a:t>
            </a:r>
            <a:r>
              <a:rPr sz="1100" b="1" spc="-35" dirty="0">
                <a:solidFill>
                  <a:srgbClr val="003399"/>
                </a:solidFill>
                <a:latin typeface="Optima"/>
                <a:cs typeface="Calibri"/>
              </a:rPr>
              <a:t> </a:t>
            </a:r>
            <a:r>
              <a:rPr sz="1100" b="1" dirty="0">
                <a:solidFill>
                  <a:srgbClr val="003399"/>
                </a:solidFill>
                <a:latin typeface="Optima"/>
                <a:cs typeface="Calibri"/>
              </a:rPr>
              <a:t>(RSA)</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spc="-5" dirty="0">
                <a:solidFill>
                  <a:srgbClr val="003399"/>
                </a:solidFill>
                <a:latin typeface="Optima"/>
                <a:cs typeface="Calibri"/>
              </a:rPr>
              <a:t>SA</a:t>
            </a:r>
            <a:r>
              <a:rPr sz="1100" b="1" spc="-25" dirty="0">
                <a:solidFill>
                  <a:srgbClr val="003399"/>
                </a:solidFill>
                <a:latin typeface="Optima"/>
                <a:cs typeface="Calibri"/>
              </a:rPr>
              <a:t> </a:t>
            </a:r>
            <a:r>
              <a:rPr sz="1100" b="1" dirty="0">
                <a:solidFill>
                  <a:srgbClr val="003399"/>
                </a:solidFill>
                <a:latin typeface="Optima"/>
                <a:cs typeface="Calibri"/>
              </a:rPr>
              <a:t>AIRFORCE</a:t>
            </a:r>
            <a:r>
              <a:rPr sz="1100" b="1" spc="-45" dirty="0">
                <a:solidFill>
                  <a:srgbClr val="003399"/>
                </a:solidFill>
                <a:latin typeface="Optima"/>
                <a:cs typeface="Calibri"/>
              </a:rPr>
              <a:t> </a:t>
            </a:r>
            <a:r>
              <a:rPr sz="1100" b="1" dirty="0">
                <a:solidFill>
                  <a:srgbClr val="003399"/>
                </a:solidFill>
                <a:latin typeface="Optima"/>
                <a:cs typeface="Calibri"/>
              </a:rPr>
              <a:t>(RSA)</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UAE</a:t>
            </a:r>
            <a:r>
              <a:rPr sz="1100" b="1" spc="-40" dirty="0">
                <a:solidFill>
                  <a:srgbClr val="003399"/>
                </a:solidFill>
                <a:latin typeface="Optima"/>
                <a:cs typeface="Calibri"/>
              </a:rPr>
              <a:t> </a:t>
            </a:r>
            <a:r>
              <a:rPr sz="1100" b="1" dirty="0">
                <a:solidFill>
                  <a:srgbClr val="003399"/>
                </a:solidFill>
                <a:latin typeface="Optima"/>
                <a:cs typeface="Calibri"/>
              </a:rPr>
              <a:t>ARMED</a:t>
            </a:r>
            <a:r>
              <a:rPr sz="1100" b="1" spc="-30" dirty="0">
                <a:solidFill>
                  <a:srgbClr val="003399"/>
                </a:solidFill>
                <a:latin typeface="Optima"/>
                <a:cs typeface="Calibri"/>
              </a:rPr>
              <a:t> </a:t>
            </a:r>
            <a:r>
              <a:rPr sz="1100" b="1" dirty="0">
                <a:solidFill>
                  <a:srgbClr val="003399"/>
                </a:solidFill>
                <a:latin typeface="Optima"/>
                <a:cs typeface="Calibri"/>
              </a:rPr>
              <a:t>FORCES</a:t>
            </a:r>
            <a:r>
              <a:rPr sz="1100" b="1" spc="-20" dirty="0">
                <a:solidFill>
                  <a:srgbClr val="003399"/>
                </a:solidFill>
                <a:latin typeface="Optima"/>
                <a:cs typeface="Calibri"/>
              </a:rPr>
              <a:t> </a:t>
            </a:r>
            <a:r>
              <a:rPr sz="1100" b="1" dirty="0">
                <a:solidFill>
                  <a:srgbClr val="003399"/>
                </a:solidFill>
                <a:latin typeface="Optima"/>
                <a:cs typeface="Calibri"/>
              </a:rPr>
              <a:t>(UAE)</a:t>
            </a:r>
            <a:endParaRPr sz="1100">
              <a:latin typeface="Optima"/>
              <a:cs typeface="Calibri"/>
            </a:endParaRPr>
          </a:p>
          <a:p>
            <a:pPr marL="80645">
              <a:lnSpc>
                <a:spcPct val="100000"/>
              </a:lnSpc>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OMAN</a:t>
            </a:r>
            <a:r>
              <a:rPr sz="1100" b="1" spc="-40" dirty="0">
                <a:solidFill>
                  <a:srgbClr val="003399"/>
                </a:solidFill>
                <a:latin typeface="Optima"/>
                <a:cs typeface="Calibri"/>
              </a:rPr>
              <a:t> </a:t>
            </a:r>
            <a:r>
              <a:rPr sz="1100" b="1" spc="-5" dirty="0">
                <a:solidFill>
                  <a:srgbClr val="003399"/>
                </a:solidFill>
                <a:latin typeface="Optima"/>
                <a:cs typeface="Calibri"/>
              </a:rPr>
              <a:t>MOD</a:t>
            </a:r>
            <a:r>
              <a:rPr sz="1100" b="1" spc="-30" dirty="0">
                <a:solidFill>
                  <a:srgbClr val="003399"/>
                </a:solidFill>
                <a:latin typeface="Optima"/>
                <a:cs typeface="Calibri"/>
              </a:rPr>
              <a:t> </a:t>
            </a:r>
            <a:r>
              <a:rPr sz="1100" b="1" dirty="0">
                <a:solidFill>
                  <a:srgbClr val="003399"/>
                </a:solidFill>
                <a:latin typeface="Optima"/>
                <a:cs typeface="Calibri"/>
              </a:rPr>
              <a:t>(OMAN)</a:t>
            </a:r>
            <a:endParaRPr sz="1100">
              <a:latin typeface="Optima"/>
              <a:cs typeface="Calibri"/>
            </a:endParaRPr>
          </a:p>
          <a:p>
            <a:pPr marL="80645">
              <a:lnSpc>
                <a:spcPct val="100000"/>
              </a:lnSpc>
              <a:spcBef>
                <a:spcPts val="5"/>
              </a:spcBef>
              <a:tabLst>
                <a:tab pos="38544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spc="-5" dirty="0">
                <a:solidFill>
                  <a:srgbClr val="003399"/>
                </a:solidFill>
                <a:latin typeface="Optima"/>
                <a:cs typeface="Calibri"/>
              </a:rPr>
              <a:t>USA</a:t>
            </a:r>
            <a:r>
              <a:rPr sz="1100" b="1" spc="204" dirty="0">
                <a:solidFill>
                  <a:srgbClr val="003399"/>
                </a:solidFill>
                <a:latin typeface="Optima"/>
                <a:cs typeface="Calibri"/>
              </a:rPr>
              <a:t> </a:t>
            </a:r>
            <a:r>
              <a:rPr sz="1100" b="1" dirty="0">
                <a:solidFill>
                  <a:srgbClr val="003399"/>
                </a:solidFill>
                <a:latin typeface="Optima"/>
                <a:cs typeface="Calibri"/>
              </a:rPr>
              <a:t>DLIS</a:t>
            </a:r>
            <a:r>
              <a:rPr sz="1100" b="1" spc="-45" dirty="0">
                <a:solidFill>
                  <a:srgbClr val="003399"/>
                </a:solidFill>
                <a:latin typeface="Optima"/>
                <a:cs typeface="Calibri"/>
              </a:rPr>
              <a:t> </a:t>
            </a:r>
            <a:r>
              <a:rPr sz="1100" b="1" spc="-5" dirty="0">
                <a:solidFill>
                  <a:srgbClr val="003399"/>
                </a:solidFill>
                <a:latin typeface="Optima"/>
                <a:cs typeface="Calibri"/>
              </a:rPr>
              <a:t>(USA)</a:t>
            </a:r>
            <a:endParaRPr sz="1100">
              <a:latin typeface="Optima"/>
              <a:cs typeface="Calibri"/>
            </a:endParaRPr>
          </a:p>
        </p:txBody>
      </p:sp>
      <p:sp>
        <p:nvSpPr>
          <p:cNvPr id="26" name="object 26"/>
          <p:cNvSpPr txBox="1"/>
          <p:nvPr/>
        </p:nvSpPr>
        <p:spPr>
          <a:xfrm>
            <a:off x="3213861" y="842009"/>
            <a:ext cx="1968500" cy="182742"/>
          </a:xfrm>
          <a:prstGeom prst="rect">
            <a:avLst/>
          </a:prstGeom>
        </p:spPr>
        <p:txBody>
          <a:bodyPr vert="horz" wrap="square" lIns="0" tIns="13335" rIns="0" bIns="0" rtlCol="0">
            <a:spAutoFit/>
          </a:bodyPr>
          <a:lstStyle/>
          <a:p>
            <a:pPr marL="12700">
              <a:lnSpc>
                <a:spcPct val="100000"/>
              </a:lnSpc>
              <a:spcBef>
                <a:spcPts val="105"/>
              </a:spcBef>
            </a:pPr>
            <a:r>
              <a:rPr sz="1100" b="1" dirty="0">
                <a:solidFill>
                  <a:srgbClr val="FF0000"/>
                </a:solidFill>
                <a:latin typeface="Optima"/>
                <a:cs typeface="Calibri"/>
              </a:rPr>
              <a:t>PETRO-CHEMICALS</a:t>
            </a:r>
            <a:r>
              <a:rPr sz="1100" b="1" spc="-45" dirty="0">
                <a:solidFill>
                  <a:srgbClr val="FF0000"/>
                </a:solidFill>
                <a:latin typeface="Optima"/>
                <a:cs typeface="Calibri"/>
              </a:rPr>
              <a:t> </a:t>
            </a:r>
            <a:r>
              <a:rPr sz="1100" b="1" dirty="0">
                <a:solidFill>
                  <a:srgbClr val="FF0000"/>
                </a:solidFill>
                <a:latin typeface="Optima"/>
                <a:cs typeface="Calibri"/>
              </a:rPr>
              <a:t>&amp;</a:t>
            </a:r>
            <a:r>
              <a:rPr sz="1100" b="1" spc="-35" dirty="0">
                <a:solidFill>
                  <a:srgbClr val="FF0000"/>
                </a:solidFill>
                <a:latin typeface="Optima"/>
                <a:cs typeface="Calibri"/>
              </a:rPr>
              <a:t> </a:t>
            </a:r>
            <a:r>
              <a:rPr sz="1100" b="1" dirty="0">
                <a:solidFill>
                  <a:srgbClr val="FF0000"/>
                </a:solidFill>
                <a:latin typeface="Optima"/>
                <a:cs typeface="Calibri"/>
              </a:rPr>
              <a:t>CHEMICALS</a:t>
            </a:r>
            <a:endParaRPr sz="1100">
              <a:latin typeface="Optima"/>
              <a:cs typeface="Calibri"/>
            </a:endParaRPr>
          </a:p>
        </p:txBody>
      </p:sp>
      <p:sp>
        <p:nvSpPr>
          <p:cNvPr id="27" name="object 27"/>
          <p:cNvSpPr txBox="1"/>
          <p:nvPr/>
        </p:nvSpPr>
        <p:spPr>
          <a:xfrm>
            <a:off x="3282441" y="1236726"/>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28" name="object 28"/>
          <p:cNvSpPr txBox="1"/>
          <p:nvPr/>
        </p:nvSpPr>
        <p:spPr>
          <a:xfrm>
            <a:off x="3282441" y="1396746"/>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29" name="object 29"/>
          <p:cNvSpPr txBox="1"/>
          <p:nvPr/>
        </p:nvSpPr>
        <p:spPr>
          <a:xfrm>
            <a:off x="3282441" y="1556461"/>
            <a:ext cx="85725" cy="93615"/>
          </a:xfrm>
          <a:prstGeom prst="rect">
            <a:avLst/>
          </a:prstGeom>
        </p:spPr>
        <p:txBody>
          <a:bodyPr vert="horz" wrap="square" lIns="0" tIns="16510" rIns="0" bIns="0" rtlCol="0">
            <a:spAutoFit/>
          </a:bodyPr>
          <a:lstStyle/>
          <a:p>
            <a:pPr marL="12700">
              <a:lnSpc>
                <a:spcPct val="100000"/>
              </a:lnSpc>
              <a:spcBef>
                <a:spcPts val="130"/>
              </a:spcBef>
            </a:pPr>
            <a:r>
              <a:rPr sz="500" spc="25" dirty="0">
                <a:solidFill>
                  <a:srgbClr val="333399"/>
                </a:solidFill>
                <a:latin typeface="Optima"/>
                <a:cs typeface="Wingdings"/>
              </a:rPr>
              <a:t></a:t>
            </a:r>
            <a:endParaRPr sz="500">
              <a:latin typeface="Optima"/>
              <a:cs typeface="Wingdings"/>
            </a:endParaRPr>
          </a:p>
        </p:txBody>
      </p:sp>
      <p:sp>
        <p:nvSpPr>
          <p:cNvPr id="30" name="object 30"/>
          <p:cNvSpPr txBox="1"/>
          <p:nvPr/>
        </p:nvSpPr>
        <p:spPr>
          <a:xfrm>
            <a:off x="3282441" y="171704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1" name="object 31"/>
          <p:cNvSpPr txBox="1"/>
          <p:nvPr/>
        </p:nvSpPr>
        <p:spPr>
          <a:xfrm>
            <a:off x="3282441" y="187705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2" name="object 32"/>
          <p:cNvSpPr txBox="1"/>
          <p:nvPr/>
        </p:nvSpPr>
        <p:spPr>
          <a:xfrm>
            <a:off x="3282441" y="203707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3" name="object 33"/>
          <p:cNvSpPr txBox="1"/>
          <p:nvPr/>
        </p:nvSpPr>
        <p:spPr>
          <a:xfrm>
            <a:off x="3282441" y="219710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4" name="object 34"/>
          <p:cNvSpPr txBox="1"/>
          <p:nvPr/>
        </p:nvSpPr>
        <p:spPr>
          <a:xfrm>
            <a:off x="3282441" y="235712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5" name="object 35"/>
          <p:cNvSpPr txBox="1"/>
          <p:nvPr/>
        </p:nvSpPr>
        <p:spPr>
          <a:xfrm>
            <a:off x="3282441" y="251714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6" name="object 36"/>
          <p:cNvSpPr txBox="1"/>
          <p:nvPr/>
        </p:nvSpPr>
        <p:spPr>
          <a:xfrm>
            <a:off x="3282441" y="267715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7" name="object 37"/>
          <p:cNvSpPr txBox="1"/>
          <p:nvPr/>
        </p:nvSpPr>
        <p:spPr>
          <a:xfrm>
            <a:off x="3282441" y="283743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8" name="object 38"/>
          <p:cNvSpPr txBox="1"/>
          <p:nvPr/>
        </p:nvSpPr>
        <p:spPr>
          <a:xfrm>
            <a:off x="3282441" y="2997453"/>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39" name="object 39"/>
          <p:cNvSpPr txBox="1"/>
          <p:nvPr/>
        </p:nvSpPr>
        <p:spPr>
          <a:xfrm>
            <a:off x="3282441" y="3157473"/>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40" name="object 40"/>
          <p:cNvSpPr txBox="1"/>
          <p:nvPr/>
        </p:nvSpPr>
        <p:spPr>
          <a:xfrm>
            <a:off x="3282441" y="331749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41" name="object 41"/>
          <p:cNvSpPr txBox="1"/>
          <p:nvPr/>
        </p:nvSpPr>
        <p:spPr>
          <a:xfrm>
            <a:off x="3282441" y="1009650"/>
            <a:ext cx="2131695" cy="2427605"/>
          </a:xfrm>
          <a:prstGeom prst="rect">
            <a:avLst/>
          </a:prstGeom>
        </p:spPr>
        <p:txBody>
          <a:bodyPr vert="horz" wrap="square" lIns="0" tIns="13335" rIns="0" bIns="0" rtlCol="0">
            <a:spAutoFit/>
          </a:bodyPr>
          <a:lstStyle/>
          <a:p>
            <a:pPr marL="317500" marR="5080" indent="-304800">
              <a:lnSpc>
                <a:spcPct val="100000"/>
              </a:lnSpc>
              <a:spcBef>
                <a:spcPts val="105"/>
              </a:spcBef>
              <a:tabLst>
                <a:tab pos="316865" algn="l"/>
              </a:tabLst>
            </a:pPr>
            <a:r>
              <a:rPr sz="500" spc="25" dirty="0">
                <a:solidFill>
                  <a:srgbClr val="333399"/>
                </a:solidFill>
                <a:latin typeface="Optima"/>
                <a:cs typeface="Wingdings"/>
              </a:rPr>
              <a:t></a:t>
            </a:r>
            <a:r>
              <a:rPr sz="500" spc="25" dirty="0">
                <a:solidFill>
                  <a:srgbClr val="333399"/>
                </a:solidFill>
                <a:latin typeface="Optima"/>
                <a:cs typeface="Times New Roman"/>
              </a:rPr>
              <a:t>	</a:t>
            </a:r>
            <a:r>
              <a:rPr sz="1050" b="1" spc="-5" dirty="0">
                <a:solidFill>
                  <a:srgbClr val="003399"/>
                </a:solidFill>
                <a:latin typeface="Optima"/>
                <a:cs typeface="Calibri"/>
              </a:rPr>
              <a:t>SABIC</a:t>
            </a:r>
            <a:r>
              <a:rPr sz="1050" b="1" spc="-35" dirty="0">
                <a:solidFill>
                  <a:srgbClr val="003399"/>
                </a:solidFill>
                <a:latin typeface="Optima"/>
                <a:cs typeface="Calibri"/>
              </a:rPr>
              <a:t> </a:t>
            </a:r>
            <a:r>
              <a:rPr sz="1050" b="1" dirty="0">
                <a:solidFill>
                  <a:srgbClr val="003399"/>
                </a:solidFill>
                <a:latin typeface="Optima"/>
                <a:cs typeface="Calibri"/>
              </a:rPr>
              <a:t>(GLOBAL)</a:t>
            </a:r>
            <a:r>
              <a:rPr sz="1050" b="1" spc="-5" dirty="0">
                <a:solidFill>
                  <a:srgbClr val="003399"/>
                </a:solidFill>
                <a:latin typeface="Optima"/>
                <a:cs typeface="Calibri"/>
              </a:rPr>
              <a:t> </a:t>
            </a:r>
            <a:r>
              <a:rPr sz="1050" b="1" dirty="0">
                <a:solidFill>
                  <a:srgbClr val="003399"/>
                </a:solidFill>
                <a:latin typeface="Optima"/>
                <a:cs typeface="Calibri"/>
              </a:rPr>
              <a:t>(KSA,</a:t>
            </a:r>
            <a:r>
              <a:rPr sz="1050" b="1" spc="-20" dirty="0">
                <a:solidFill>
                  <a:srgbClr val="003399"/>
                </a:solidFill>
                <a:latin typeface="Optima"/>
                <a:cs typeface="Calibri"/>
              </a:rPr>
              <a:t> </a:t>
            </a:r>
            <a:r>
              <a:rPr sz="1050" b="1" dirty="0">
                <a:solidFill>
                  <a:srgbClr val="003399"/>
                </a:solidFill>
                <a:latin typeface="Optima"/>
                <a:cs typeface="Calibri"/>
              </a:rPr>
              <a:t>EUR,</a:t>
            </a:r>
            <a:r>
              <a:rPr sz="1050" b="1" spc="-25" dirty="0">
                <a:solidFill>
                  <a:srgbClr val="003399"/>
                </a:solidFill>
                <a:latin typeface="Optima"/>
                <a:cs typeface="Calibri"/>
              </a:rPr>
              <a:t> </a:t>
            </a:r>
            <a:r>
              <a:rPr sz="1050" b="1" spc="-5" dirty="0">
                <a:solidFill>
                  <a:srgbClr val="003399"/>
                </a:solidFill>
                <a:latin typeface="Optima"/>
                <a:cs typeface="Calibri"/>
              </a:rPr>
              <a:t>USA) </a:t>
            </a:r>
            <a:r>
              <a:rPr sz="1050" b="1" spc="-220" dirty="0">
                <a:solidFill>
                  <a:srgbClr val="003399"/>
                </a:solidFill>
                <a:latin typeface="Optima"/>
                <a:cs typeface="Calibri"/>
              </a:rPr>
              <a:t> </a:t>
            </a:r>
            <a:r>
              <a:rPr sz="1050" b="1" dirty="0">
                <a:solidFill>
                  <a:srgbClr val="003399"/>
                </a:solidFill>
                <a:latin typeface="Optima"/>
                <a:cs typeface="Calibri"/>
              </a:rPr>
              <a:t>SABLE</a:t>
            </a:r>
            <a:r>
              <a:rPr sz="1050" b="1" spc="-5" dirty="0">
                <a:solidFill>
                  <a:srgbClr val="003399"/>
                </a:solidFill>
                <a:latin typeface="Optima"/>
                <a:cs typeface="Calibri"/>
              </a:rPr>
              <a:t> CHEMICALS</a:t>
            </a:r>
            <a:endParaRPr sz="1050" dirty="0">
              <a:latin typeface="Optima"/>
              <a:cs typeface="Calibri"/>
            </a:endParaRPr>
          </a:p>
          <a:p>
            <a:pPr marL="317500" marR="978535">
              <a:lnSpc>
                <a:spcPct val="100000"/>
              </a:lnSpc>
            </a:pPr>
            <a:r>
              <a:rPr sz="1050" b="1" dirty="0">
                <a:solidFill>
                  <a:srgbClr val="003399"/>
                </a:solidFill>
                <a:latin typeface="Optima"/>
                <a:cs typeface="Calibri"/>
              </a:rPr>
              <a:t>SASOL (RSA) </a:t>
            </a:r>
            <a:r>
              <a:rPr sz="1050" b="1" spc="5" dirty="0">
                <a:solidFill>
                  <a:srgbClr val="003399"/>
                </a:solidFill>
                <a:latin typeface="Optima"/>
                <a:cs typeface="Calibri"/>
              </a:rPr>
              <a:t> </a:t>
            </a:r>
            <a:r>
              <a:rPr sz="1050" b="1" dirty="0">
                <a:solidFill>
                  <a:srgbClr val="003399"/>
                </a:solidFill>
                <a:latin typeface="Optima"/>
                <a:cs typeface="Calibri"/>
              </a:rPr>
              <a:t>S</a:t>
            </a:r>
            <a:r>
              <a:rPr sz="1050" b="1" spc="-5" dirty="0">
                <a:solidFill>
                  <a:srgbClr val="003399"/>
                </a:solidFill>
                <a:latin typeface="Optima"/>
                <a:cs typeface="Calibri"/>
              </a:rPr>
              <a:t>A</a:t>
            </a:r>
            <a:r>
              <a:rPr sz="1050" b="1" dirty="0">
                <a:solidFill>
                  <a:srgbClr val="003399"/>
                </a:solidFill>
                <a:latin typeface="Optima"/>
                <a:cs typeface="Calibri"/>
              </a:rPr>
              <a:t>STECH</a:t>
            </a:r>
            <a:r>
              <a:rPr sz="1050" b="1" spc="-30" dirty="0">
                <a:solidFill>
                  <a:srgbClr val="003399"/>
                </a:solidFill>
                <a:latin typeface="Optima"/>
                <a:cs typeface="Calibri"/>
              </a:rPr>
              <a:t> </a:t>
            </a:r>
            <a:r>
              <a:rPr sz="1050" b="1" spc="-10" dirty="0">
                <a:solidFill>
                  <a:srgbClr val="003399"/>
                </a:solidFill>
                <a:latin typeface="Optima"/>
                <a:cs typeface="Calibri"/>
              </a:rPr>
              <a:t>(</a:t>
            </a:r>
            <a:r>
              <a:rPr sz="1050" b="1" dirty="0">
                <a:solidFill>
                  <a:srgbClr val="003399"/>
                </a:solidFill>
                <a:latin typeface="Optima"/>
                <a:cs typeface="Calibri"/>
              </a:rPr>
              <a:t>RS</a:t>
            </a:r>
            <a:r>
              <a:rPr sz="1050" b="1" spc="-5" dirty="0">
                <a:solidFill>
                  <a:srgbClr val="003399"/>
                </a:solidFill>
                <a:latin typeface="Optima"/>
                <a:cs typeface="Calibri"/>
              </a:rPr>
              <a:t>A</a:t>
            </a:r>
            <a:r>
              <a:rPr sz="1050" b="1" dirty="0">
                <a:solidFill>
                  <a:srgbClr val="003399"/>
                </a:solidFill>
                <a:latin typeface="Optima"/>
                <a:cs typeface="Calibri"/>
              </a:rPr>
              <a:t>)  NATREF (RSA) </a:t>
            </a:r>
            <a:r>
              <a:rPr sz="1050" b="1" spc="5" dirty="0">
                <a:solidFill>
                  <a:srgbClr val="003399"/>
                </a:solidFill>
                <a:latin typeface="Optima"/>
                <a:cs typeface="Calibri"/>
              </a:rPr>
              <a:t> </a:t>
            </a:r>
            <a:r>
              <a:rPr sz="1050" b="1" spc="-5" dirty="0">
                <a:solidFill>
                  <a:srgbClr val="003399"/>
                </a:solidFill>
                <a:latin typeface="Optima"/>
                <a:cs typeface="Calibri"/>
              </a:rPr>
              <a:t>POLIFIN </a:t>
            </a:r>
            <a:r>
              <a:rPr sz="1050" b="1" dirty="0">
                <a:solidFill>
                  <a:srgbClr val="003399"/>
                </a:solidFill>
                <a:latin typeface="Optima"/>
                <a:cs typeface="Calibri"/>
              </a:rPr>
              <a:t>(RSA) </a:t>
            </a:r>
            <a:r>
              <a:rPr sz="1050" b="1" spc="5" dirty="0">
                <a:solidFill>
                  <a:srgbClr val="003399"/>
                </a:solidFill>
                <a:latin typeface="Optima"/>
                <a:cs typeface="Calibri"/>
              </a:rPr>
              <a:t> </a:t>
            </a:r>
            <a:r>
              <a:rPr sz="1050" b="1" dirty="0">
                <a:solidFill>
                  <a:srgbClr val="003399"/>
                </a:solidFill>
                <a:latin typeface="Optima"/>
                <a:cs typeface="Calibri"/>
              </a:rPr>
              <a:t>SCI (RSA) </a:t>
            </a:r>
            <a:r>
              <a:rPr sz="1050" b="1" spc="5" dirty="0">
                <a:solidFill>
                  <a:srgbClr val="003399"/>
                </a:solidFill>
                <a:latin typeface="Optima"/>
                <a:cs typeface="Calibri"/>
              </a:rPr>
              <a:t> </a:t>
            </a:r>
            <a:r>
              <a:rPr sz="1050" b="1" dirty="0">
                <a:solidFill>
                  <a:srgbClr val="003399"/>
                </a:solidFill>
                <a:latin typeface="Optima"/>
                <a:cs typeface="Calibri"/>
              </a:rPr>
              <a:t>C</a:t>
            </a:r>
            <a:r>
              <a:rPr sz="1050" b="1" spc="5" dirty="0">
                <a:solidFill>
                  <a:srgbClr val="003399"/>
                </a:solidFill>
                <a:latin typeface="Optima"/>
                <a:cs typeface="Calibri"/>
              </a:rPr>
              <a:t>O</a:t>
            </a:r>
            <a:r>
              <a:rPr sz="1050" b="1" dirty="0">
                <a:solidFill>
                  <a:srgbClr val="003399"/>
                </a:solidFill>
                <a:latin typeface="Optima"/>
                <a:cs typeface="Calibri"/>
              </a:rPr>
              <a:t>N</a:t>
            </a:r>
            <a:r>
              <a:rPr sz="1050" b="1" spc="-5" dirty="0">
                <a:solidFill>
                  <a:srgbClr val="003399"/>
                </a:solidFill>
                <a:latin typeface="Optima"/>
                <a:cs typeface="Calibri"/>
              </a:rPr>
              <a:t>D</a:t>
            </a:r>
            <a:r>
              <a:rPr sz="1050" b="1" dirty="0">
                <a:solidFill>
                  <a:srgbClr val="003399"/>
                </a:solidFill>
                <a:latin typeface="Optima"/>
                <a:cs typeface="Calibri"/>
              </a:rPr>
              <a:t>EA</a:t>
            </a:r>
            <a:r>
              <a:rPr sz="1050" b="1" spc="-40" dirty="0">
                <a:solidFill>
                  <a:srgbClr val="003399"/>
                </a:solidFill>
                <a:latin typeface="Optima"/>
                <a:cs typeface="Calibri"/>
              </a:rPr>
              <a:t> </a:t>
            </a:r>
            <a:r>
              <a:rPr sz="1050" b="1" spc="-5" dirty="0">
                <a:solidFill>
                  <a:srgbClr val="003399"/>
                </a:solidFill>
                <a:latin typeface="Optima"/>
                <a:cs typeface="Calibri"/>
              </a:rPr>
              <a:t>(</a:t>
            </a:r>
            <a:r>
              <a:rPr sz="1050" b="1" spc="-10" dirty="0">
                <a:solidFill>
                  <a:srgbClr val="003399"/>
                </a:solidFill>
                <a:latin typeface="Optima"/>
                <a:cs typeface="Calibri"/>
              </a:rPr>
              <a:t>U</a:t>
            </a:r>
            <a:r>
              <a:rPr sz="1050" b="1" dirty="0">
                <a:solidFill>
                  <a:srgbClr val="003399"/>
                </a:solidFill>
                <a:latin typeface="Optima"/>
                <a:cs typeface="Calibri"/>
              </a:rPr>
              <a:t>S</a:t>
            </a:r>
            <a:r>
              <a:rPr sz="1050" b="1" spc="-5" dirty="0">
                <a:solidFill>
                  <a:srgbClr val="003399"/>
                </a:solidFill>
                <a:latin typeface="Optima"/>
                <a:cs typeface="Calibri"/>
              </a:rPr>
              <a:t>A</a:t>
            </a:r>
            <a:r>
              <a:rPr sz="1050" b="1" dirty="0">
                <a:solidFill>
                  <a:srgbClr val="003399"/>
                </a:solidFill>
                <a:latin typeface="Optima"/>
                <a:cs typeface="Calibri"/>
              </a:rPr>
              <a:t>)  ARYA </a:t>
            </a:r>
            <a:r>
              <a:rPr sz="1050" b="1" spc="-5" dirty="0">
                <a:solidFill>
                  <a:srgbClr val="003399"/>
                </a:solidFill>
                <a:latin typeface="Optima"/>
                <a:cs typeface="Calibri"/>
              </a:rPr>
              <a:t>(IRAN) </a:t>
            </a:r>
            <a:r>
              <a:rPr sz="1050" b="1" dirty="0">
                <a:solidFill>
                  <a:srgbClr val="003399"/>
                </a:solidFill>
                <a:latin typeface="Optima"/>
                <a:cs typeface="Calibri"/>
              </a:rPr>
              <a:t> SADARA (KSA) </a:t>
            </a:r>
            <a:r>
              <a:rPr sz="1050" b="1" spc="-225" dirty="0">
                <a:solidFill>
                  <a:srgbClr val="003399"/>
                </a:solidFill>
                <a:latin typeface="Optima"/>
                <a:cs typeface="Calibri"/>
              </a:rPr>
              <a:t> </a:t>
            </a:r>
            <a:r>
              <a:rPr sz="1050" b="1" dirty="0">
                <a:solidFill>
                  <a:srgbClr val="003399"/>
                </a:solidFill>
                <a:latin typeface="Optima"/>
                <a:cs typeface="Calibri"/>
              </a:rPr>
              <a:t>SAHARA </a:t>
            </a:r>
            <a:r>
              <a:rPr sz="1050" b="1" spc="-5" dirty="0">
                <a:solidFill>
                  <a:srgbClr val="003399"/>
                </a:solidFill>
                <a:latin typeface="Optima"/>
                <a:cs typeface="Calibri"/>
              </a:rPr>
              <a:t>(KSA) </a:t>
            </a:r>
            <a:r>
              <a:rPr sz="1050" b="1" spc="-225" dirty="0">
                <a:solidFill>
                  <a:srgbClr val="003399"/>
                </a:solidFill>
                <a:latin typeface="Optima"/>
                <a:cs typeface="Calibri"/>
              </a:rPr>
              <a:t> </a:t>
            </a:r>
            <a:r>
              <a:rPr sz="1050" b="1" dirty="0">
                <a:solidFill>
                  <a:srgbClr val="003399"/>
                </a:solidFill>
                <a:latin typeface="Optima"/>
                <a:cs typeface="Calibri"/>
              </a:rPr>
              <a:t>TASNEE</a:t>
            </a:r>
            <a:r>
              <a:rPr sz="1050" b="1" spc="-45" dirty="0">
                <a:solidFill>
                  <a:srgbClr val="003399"/>
                </a:solidFill>
                <a:latin typeface="Optima"/>
                <a:cs typeface="Calibri"/>
              </a:rPr>
              <a:t> </a:t>
            </a:r>
            <a:r>
              <a:rPr sz="1050" b="1" dirty="0">
                <a:solidFill>
                  <a:srgbClr val="003399"/>
                </a:solidFill>
                <a:latin typeface="Optima"/>
                <a:cs typeface="Calibri"/>
              </a:rPr>
              <a:t>(KSA)</a:t>
            </a:r>
            <a:endParaRPr sz="1050" dirty="0">
              <a:latin typeface="Optima"/>
              <a:cs typeface="Calibri"/>
            </a:endParaRPr>
          </a:p>
          <a:p>
            <a:pPr marL="317500" marR="697865">
              <a:lnSpc>
                <a:spcPct val="100000"/>
              </a:lnSpc>
              <a:spcBef>
                <a:spcPts val="5"/>
              </a:spcBef>
            </a:pPr>
            <a:r>
              <a:rPr sz="1050" b="1" dirty="0">
                <a:solidFill>
                  <a:srgbClr val="003399"/>
                </a:solidFill>
                <a:latin typeface="Optima"/>
                <a:cs typeface="Calibri"/>
              </a:rPr>
              <a:t>TE</a:t>
            </a:r>
            <a:r>
              <a:rPr sz="1050" b="1" spc="5" dirty="0">
                <a:solidFill>
                  <a:srgbClr val="003399"/>
                </a:solidFill>
                <a:latin typeface="Optima"/>
                <a:cs typeface="Calibri"/>
              </a:rPr>
              <a:t>C</a:t>
            </a:r>
            <a:r>
              <a:rPr sz="1050" b="1" dirty="0">
                <a:solidFill>
                  <a:srgbClr val="003399"/>
                </a:solidFill>
                <a:latin typeface="Optima"/>
                <a:cs typeface="Calibri"/>
              </a:rPr>
              <a:t>HN</a:t>
            </a:r>
            <a:r>
              <a:rPr sz="1050" b="1" spc="-10" dirty="0">
                <a:solidFill>
                  <a:srgbClr val="003399"/>
                </a:solidFill>
                <a:latin typeface="Optima"/>
                <a:cs typeface="Calibri"/>
              </a:rPr>
              <a:t>I</a:t>
            </a:r>
            <a:r>
              <a:rPr sz="1050" b="1" dirty="0">
                <a:solidFill>
                  <a:srgbClr val="003399"/>
                </a:solidFill>
                <a:latin typeface="Optima"/>
                <a:cs typeface="Calibri"/>
              </a:rPr>
              <a:t>P</a:t>
            </a:r>
            <a:r>
              <a:rPr sz="1050" b="1" spc="-45" dirty="0">
                <a:solidFill>
                  <a:srgbClr val="003399"/>
                </a:solidFill>
                <a:latin typeface="Optima"/>
                <a:cs typeface="Calibri"/>
              </a:rPr>
              <a:t> </a:t>
            </a:r>
            <a:r>
              <a:rPr sz="1050" b="1" spc="-5" dirty="0">
                <a:solidFill>
                  <a:srgbClr val="003399"/>
                </a:solidFill>
                <a:latin typeface="Optima"/>
                <a:cs typeface="Calibri"/>
              </a:rPr>
              <a:t>(</a:t>
            </a:r>
            <a:r>
              <a:rPr sz="1050" b="1" spc="-10" dirty="0">
                <a:solidFill>
                  <a:srgbClr val="003399"/>
                </a:solidFill>
                <a:latin typeface="Optima"/>
                <a:cs typeface="Calibri"/>
              </a:rPr>
              <a:t>U</a:t>
            </a:r>
            <a:r>
              <a:rPr sz="1050" b="1" spc="-5" dirty="0">
                <a:solidFill>
                  <a:srgbClr val="003399"/>
                </a:solidFill>
                <a:latin typeface="Optima"/>
                <a:cs typeface="Calibri"/>
              </a:rPr>
              <a:t>A</a:t>
            </a:r>
            <a:r>
              <a:rPr sz="1050" b="1" dirty="0">
                <a:solidFill>
                  <a:srgbClr val="003399"/>
                </a:solidFill>
                <a:latin typeface="Optima"/>
                <a:cs typeface="Calibri"/>
              </a:rPr>
              <a:t>E, KS</a:t>
            </a:r>
            <a:r>
              <a:rPr sz="1050" b="1" spc="-5" dirty="0">
                <a:solidFill>
                  <a:srgbClr val="003399"/>
                </a:solidFill>
                <a:latin typeface="Optima"/>
                <a:cs typeface="Calibri"/>
              </a:rPr>
              <a:t>A</a:t>
            </a:r>
            <a:r>
              <a:rPr sz="1050" b="1" dirty="0">
                <a:solidFill>
                  <a:srgbClr val="003399"/>
                </a:solidFill>
                <a:latin typeface="Optima"/>
                <a:cs typeface="Calibri"/>
              </a:rPr>
              <a:t>)  ARRAZI</a:t>
            </a:r>
            <a:r>
              <a:rPr sz="1050" b="1" spc="-40" dirty="0">
                <a:solidFill>
                  <a:srgbClr val="003399"/>
                </a:solidFill>
                <a:latin typeface="Optima"/>
                <a:cs typeface="Calibri"/>
              </a:rPr>
              <a:t> </a:t>
            </a:r>
            <a:r>
              <a:rPr sz="1050" b="1" dirty="0">
                <a:solidFill>
                  <a:srgbClr val="003399"/>
                </a:solidFill>
                <a:latin typeface="Optima"/>
                <a:cs typeface="Calibri"/>
              </a:rPr>
              <a:t>(KSA)</a:t>
            </a:r>
            <a:endParaRPr sz="1050" dirty="0">
              <a:latin typeface="Optima"/>
              <a:cs typeface="Calibri"/>
            </a:endParaRPr>
          </a:p>
          <a:p>
            <a:pPr marL="317500">
              <a:lnSpc>
                <a:spcPct val="100000"/>
              </a:lnSpc>
            </a:pPr>
            <a:r>
              <a:rPr sz="1050" b="1" spc="-5" dirty="0">
                <a:solidFill>
                  <a:srgbClr val="003399"/>
                </a:solidFill>
                <a:latin typeface="Optima"/>
                <a:cs typeface="Calibri"/>
              </a:rPr>
              <a:t>JGS</a:t>
            </a:r>
            <a:r>
              <a:rPr sz="1050" b="1" spc="-15" dirty="0">
                <a:solidFill>
                  <a:srgbClr val="003399"/>
                </a:solidFill>
                <a:latin typeface="Optima"/>
                <a:cs typeface="Calibri"/>
              </a:rPr>
              <a:t> </a:t>
            </a:r>
            <a:r>
              <a:rPr sz="1050" b="1" spc="-5" dirty="0">
                <a:solidFill>
                  <a:srgbClr val="003399"/>
                </a:solidFill>
                <a:latin typeface="Optima"/>
                <a:cs typeface="Calibri"/>
              </a:rPr>
              <a:t>(PHILIPPINES)</a:t>
            </a:r>
            <a:endParaRPr sz="1050" dirty="0">
              <a:latin typeface="Optima"/>
              <a:cs typeface="Calibri"/>
            </a:endParaRPr>
          </a:p>
        </p:txBody>
      </p:sp>
      <p:sp>
        <p:nvSpPr>
          <p:cNvPr id="42" name="object 42"/>
          <p:cNvSpPr txBox="1"/>
          <p:nvPr/>
        </p:nvSpPr>
        <p:spPr>
          <a:xfrm>
            <a:off x="3213861" y="3410457"/>
            <a:ext cx="1194435" cy="182742"/>
          </a:xfrm>
          <a:prstGeom prst="rect">
            <a:avLst/>
          </a:prstGeom>
        </p:spPr>
        <p:txBody>
          <a:bodyPr vert="horz" wrap="square" lIns="0" tIns="13335" rIns="0" bIns="0" rtlCol="0">
            <a:spAutoFit/>
          </a:bodyPr>
          <a:lstStyle/>
          <a:p>
            <a:pPr marL="12700">
              <a:lnSpc>
                <a:spcPct val="100000"/>
              </a:lnSpc>
              <a:spcBef>
                <a:spcPts val="105"/>
              </a:spcBef>
            </a:pPr>
            <a:r>
              <a:rPr sz="1100" b="1" dirty="0">
                <a:solidFill>
                  <a:srgbClr val="FF0000"/>
                </a:solidFill>
                <a:latin typeface="Optima"/>
                <a:cs typeface="Calibri"/>
              </a:rPr>
              <a:t>ENERGY</a:t>
            </a:r>
            <a:r>
              <a:rPr sz="1100" b="1" spc="-40" dirty="0">
                <a:solidFill>
                  <a:srgbClr val="FF0000"/>
                </a:solidFill>
                <a:latin typeface="Optima"/>
                <a:cs typeface="Calibri"/>
              </a:rPr>
              <a:t> </a:t>
            </a:r>
            <a:r>
              <a:rPr sz="1100" b="1" dirty="0">
                <a:solidFill>
                  <a:srgbClr val="FF0000"/>
                </a:solidFill>
                <a:latin typeface="Optima"/>
                <a:cs typeface="Calibri"/>
              </a:rPr>
              <a:t>&amp;</a:t>
            </a:r>
            <a:r>
              <a:rPr sz="1100" b="1" spc="-10" dirty="0">
                <a:solidFill>
                  <a:srgbClr val="FF0000"/>
                </a:solidFill>
                <a:latin typeface="Optima"/>
                <a:cs typeface="Calibri"/>
              </a:rPr>
              <a:t> </a:t>
            </a:r>
            <a:r>
              <a:rPr sz="1100" b="1" spc="-5" dirty="0">
                <a:solidFill>
                  <a:srgbClr val="FF0000"/>
                </a:solidFill>
                <a:latin typeface="Optima"/>
                <a:cs typeface="Calibri"/>
              </a:rPr>
              <a:t>UTILITIES</a:t>
            </a:r>
            <a:endParaRPr sz="1100">
              <a:latin typeface="Optima"/>
              <a:cs typeface="Calibri"/>
            </a:endParaRPr>
          </a:p>
        </p:txBody>
      </p:sp>
      <p:sp>
        <p:nvSpPr>
          <p:cNvPr id="43" name="object 43"/>
          <p:cNvSpPr txBox="1"/>
          <p:nvPr/>
        </p:nvSpPr>
        <p:spPr>
          <a:xfrm>
            <a:off x="3282441" y="3815841"/>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44" name="object 44"/>
          <p:cNvSpPr txBox="1"/>
          <p:nvPr/>
        </p:nvSpPr>
        <p:spPr>
          <a:xfrm>
            <a:off x="3282441" y="3983177"/>
            <a:ext cx="88265" cy="98104"/>
          </a:xfrm>
          <a:prstGeom prst="rect">
            <a:avLst/>
          </a:prstGeom>
        </p:spPr>
        <p:txBody>
          <a:bodyPr vert="horz" wrap="square" lIns="0" tIns="13335" rIns="0" bIns="0" rtlCol="0">
            <a:spAutoFit/>
          </a:bodyPr>
          <a:lstStyle/>
          <a:p>
            <a:pPr marL="12700">
              <a:lnSpc>
                <a:spcPct val="100000"/>
              </a:lnSpc>
              <a:spcBef>
                <a:spcPts val="105"/>
              </a:spcBef>
            </a:pPr>
            <a:r>
              <a:rPr sz="550" dirty="0">
                <a:solidFill>
                  <a:srgbClr val="333399"/>
                </a:solidFill>
                <a:latin typeface="Optima"/>
                <a:cs typeface="Wingdings"/>
              </a:rPr>
              <a:t></a:t>
            </a:r>
            <a:endParaRPr sz="550">
              <a:latin typeface="Optima"/>
              <a:cs typeface="Wingdings"/>
            </a:endParaRPr>
          </a:p>
        </p:txBody>
      </p:sp>
      <p:sp>
        <p:nvSpPr>
          <p:cNvPr id="45" name="object 45"/>
          <p:cNvSpPr txBox="1"/>
          <p:nvPr/>
        </p:nvSpPr>
        <p:spPr>
          <a:xfrm>
            <a:off x="3282441" y="4151503"/>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46" name="object 46"/>
          <p:cNvSpPr txBox="1"/>
          <p:nvPr/>
        </p:nvSpPr>
        <p:spPr>
          <a:xfrm>
            <a:off x="3282441" y="431914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47" name="object 47"/>
          <p:cNvSpPr txBox="1"/>
          <p:nvPr/>
        </p:nvSpPr>
        <p:spPr>
          <a:xfrm>
            <a:off x="3282441" y="4486783"/>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48" name="object 48"/>
          <p:cNvSpPr txBox="1"/>
          <p:nvPr/>
        </p:nvSpPr>
        <p:spPr>
          <a:xfrm>
            <a:off x="3282441" y="465442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49" name="object 49"/>
          <p:cNvSpPr txBox="1"/>
          <p:nvPr/>
        </p:nvSpPr>
        <p:spPr>
          <a:xfrm>
            <a:off x="3282441" y="4822063"/>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0" name="object 50"/>
          <p:cNvSpPr txBox="1"/>
          <p:nvPr/>
        </p:nvSpPr>
        <p:spPr>
          <a:xfrm>
            <a:off x="3282441" y="4989703"/>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1" name="object 51"/>
          <p:cNvSpPr txBox="1"/>
          <p:nvPr/>
        </p:nvSpPr>
        <p:spPr>
          <a:xfrm>
            <a:off x="3282441" y="3578097"/>
            <a:ext cx="1620520" cy="1535430"/>
          </a:xfrm>
          <a:prstGeom prst="rect">
            <a:avLst/>
          </a:prstGeom>
        </p:spPr>
        <p:txBody>
          <a:bodyPr vert="horz" wrap="square" lIns="0" tIns="13335" rIns="0" bIns="0" rtlCol="0">
            <a:spAutoFit/>
          </a:bodyPr>
          <a:lstStyle/>
          <a:p>
            <a:pPr marL="317500" marR="447040" indent="-304800">
              <a:lnSpc>
                <a:spcPct val="100000"/>
              </a:lnSpc>
              <a:spcBef>
                <a:spcPts val="105"/>
              </a:spcBef>
              <a:tabLst>
                <a:tab pos="31686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spc="-5" dirty="0">
                <a:solidFill>
                  <a:srgbClr val="003399"/>
                </a:solidFill>
                <a:latin typeface="Optima"/>
                <a:cs typeface="Calibri"/>
              </a:rPr>
              <a:t>ESKOM </a:t>
            </a:r>
            <a:r>
              <a:rPr sz="1100" b="1" dirty="0">
                <a:solidFill>
                  <a:srgbClr val="003399"/>
                </a:solidFill>
                <a:latin typeface="Optima"/>
                <a:cs typeface="Calibri"/>
              </a:rPr>
              <a:t>(RSA) </a:t>
            </a:r>
            <a:r>
              <a:rPr sz="1100" b="1" spc="5" dirty="0">
                <a:solidFill>
                  <a:srgbClr val="003399"/>
                </a:solidFill>
                <a:latin typeface="Optima"/>
                <a:cs typeface="Calibri"/>
              </a:rPr>
              <a:t> </a:t>
            </a:r>
            <a:r>
              <a:rPr sz="1100" b="1" dirty="0">
                <a:solidFill>
                  <a:srgbClr val="003399"/>
                </a:solidFill>
                <a:latin typeface="Optima"/>
                <a:cs typeface="Calibri"/>
              </a:rPr>
              <a:t>BP</a:t>
            </a:r>
            <a:r>
              <a:rPr sz="1100" b="1" spc="-65" dirty="0">
                <a:solidFill>
                  <a:srgbClr val="003399"/>
                </a:solidFill>
                <a:latin typeface="Optima"/>
                <a:cs typeface="Calibri"/>
              </a:rPr>
              <a:t> </a:t>
            </a:r>
            <a:r>
              <a:rPr sz="1100" b="1" spc="-5" dirty="0">
                <a:solidFill>
                  <a:srgbClr val="003399"/>
                </a:solidFill>
                <a:latin typeface="Optima"/>
                <a:cs typeface="Calibri"/>
              </a:rPr>
              <a:t>(Botswana)</a:t>
            </a:r>
            <a:endParaRPr sz="1100" dirty="0">
              <a:latin typeface="Optima"/>
              <a:cs typeface="Calibri"/>
            </a:endParaRPr>
          </a:p>
          <a:p>
            <a:pPr marL="317500" marR="5080">
              <a:lnSpc>
                <a:spcPct val="100000"/>
              </a:lnSpc>
            </a:pPr>
            <a:r>
              <a:rPr sz="1100" b="1" spc="-5" dirty="0">
                <a:solidFill>
                  <a:srgbClr val="003399"/>
                </a:solidFill>
                <a:latin typeface="Optima"/>
                <a:cs typeface="Calibri"/>
              </a:rPr>
              <a:t>SAMSUNG</a:t>
            </a:r>
            <a:r>
              <a:rPr sz="1100" b="1" spc="-35" dirty="0">
                <a:solidFill>
                  <a:srgbClr val="003399"/>
                </a:solidFill>
                <a:latin typeface="Optima"/>
                <a:cs typeface="Calibri"/>
              </a:rPr>
              <a:t> </a:t>
            </a:r>
            <a:r>
              <a:rPr sz="1100" b="1" dirty="0">
                <a:solidFill>
                  <a:srgbClr val="003399"/>
                </a:solidFill>
                <a:latin typeface="Optima"/>
                <a:cs typeface="Calibri"/>
              </a:rPr>
              <a:t>ICAD</a:t>
            </a:r>
            <a:r>
              <a:rPr sz="1100" b="1" spc="-50" dirty="0">
                <a:solidFill>
                  <a:srgbClr val="003399"/>
                </a:solidFill>
                <a:latin typeface="Optima"/>
                <a:cs typeface="Calibri"/>
              </a:rPr>
              <a:t> </a:t>
            </a:r>
            <a:r>
              <a:rPr sz="1100" b="1" dirty="0">
                <a:solidFill>
                  <a:srgbClr val="003399"/>
                </a:solidFill>
                <a:latin typeface="Optima"/>
                <a:cs typeface="Calibri"/>
              </a:rPr>
              <a:t>(UAE) </a:t>
            </a:r>
            <a:r>
              <a:rPr sz="1100" b="1" spc="-235" dirty="0">
                <a:solidFill>
                  <a:srgbClr val="003399"/>
                </a:solidFill>
                <a:latin typeface="Optima"/>
                <a:cs typeface="Calibri"/>
              </a:rPr>
              <a:t> </a:t>
            </a:r>
            <a:r>
              <a:rPr sz="1100" b="1" dirty="0">
                <a:solidFill>
                  <a:srgbClr val="003399"/>
                </a:solidFill>
                <a:latin typeface="Optima"/>
                <a:cs typeface="Calibri"/>
              </a:rPr>
              <a:t>CAIRN </a:t>
            </a:r>
            <a:r>
              <a:rPr sz="1100" b="1" spc="-5" dirty="0">
                <a:solidFill>
                  <a:srgbClr val="003399"/>
                </a:solidFill>
                <a:latin typeface="Optima"/>
                <a:cs typeface="Calibri"/>
              </a:rPr>
              <a:t>Group (IND) </a:t>
            </a:r>
            <a:r>
              <a:rPr sz="1100" b="1" dirty="0">
                <a:solidFill>
                  <a:srgbClr val="003399"/>
                </a:solidFill>
                <a:latin typeface="Optima"/>
                <a:cs typeface="Calibri"/>
              </a:rPr>
              <a:t> ADANI </a:t>
            </a:r>
            <a:r>
              <a:rPr sz="1100" b="1" spc="-5" dirty="0">
                <a:solidFill>
                  <a:srgbClr val="003399"/>
                </a:solidFill>
                <a:latin typeface="Optima"/>
                <a:cs typeface="Calibri"/>
              </a:rPr>
              <a:t>Group </a:t>
            </a:r>
            <a:r>
              <a:rPr sz="1100" b="1" dirty="0">
                <a:solidFill>
                  <a:srgbClr val="003399"/>
                </a:solidFill>
                <a:latin typeface="Optima"/>
                <a:cs typeface="Calibri"/>
              </a:rPr>
              <a:t>(IND </a:t>
            </a:r>
            <a:r>
              <a:rPr sz="1100" b="1" spc="5" dirty="0">
                <a:solidFill>
                  <a:srgbClr val="003399"/>
                </a:solidFill>
                <a:latin typeface="Optima"/>
                <a:cs typeface="Calibri"/>
              </a:rPr>
              <a:t> </a:t>
            </a:r>
            <a:r>
              <a:rPr sz="1100" b="1" dirty="0">
                <a:solidFill>
                  <a:srgbClr val="003399"/>
                </a:solidFill>
                <a:latin typeface="Optima"/>
                <a:cs typeface="Calibri"/>
              </a:rPr>
              <a:t>MARAFIQ</a:t>
            </a:r>
            <a:r>
              <a:rPr sz="1100" b="1" spc="-40" dirty="0">
                <a:solidFill>
                  <a:srgbClr val="003399"/>
                </a:solidFill>
                <a:latin typeface="Optima"/>
                <a:cs typeface="Calibri"/>
              </a:rPr>
              <a:t> </a:t>
            </a:r>
            <a:r>
              <a:rPr sz="1100" b="1" spc="-5" dirty="0">
                <a:solidFill>
                  <a:srgbClr val="003399"/>
                </a:solidFill>
                <a:latin typeface="Optima"/>
                <a:cs typeface="Calibri"/>
              </a:rPr>
              <a:t>(KSA)</a:t>
            </a:r>
            <a:endParaRPr sz="1100" dirty="0">
              <a:latin typeface="Optima"/>
              <a:cs typeface="Calibri"/>
            </a:endParaRPr>
          </a:p>
          <a:p>
            <a:pPr marL="317500" marR="515620">
              <a:lnSpc>
                <a:spcPct val="100000"/>
              </a:lnSpc>
            </a:pPr>
            <a:r>
              <a:rPr sz="1100" b="1" dirty="0">
                <a:solidFill>
                  <a:srgbClr val="003399"/>
                </a:solidFill>
                <a:latin typeface="Optima"/>
                <a:cs typeface="Calibri"/>
              </a:rPr>
              <a:t>CLP </a:t>
            </a:r>
            <a:r>
              <a:rPr sz="1100" b="1" spc="-5" dirty="0">
                <a:solidFill>
                  <a:srgbClr val="003399"/>
                </a:solidFill>
                <a:latin typeface="Optima"/>
                <a:cs typeface="Calibri"/>
              </a:rPr>
              <a:t>(IND) </a:t>
            </a:r>
            <a:r>
              <a:rPr sz="1100" b="1" dirty="0">
                <a:solidFill>
                  <a:srgbClr val="003399"/>
                </a:solidFill>
                <a:latin typeface="Optima"/>
                <a:cs typeface="Calibri"/>
              </a:rPr>
              <a:t> TAQA </a:t>
            </a:r>
            <a:r>
              <a:rPr sz="1100" b="1" spc="-5" dirty="0">
                <a:solidFill>
                  <a:srgbClr val="003399"/>
                </a:solidFill>
                <a:latin typeface="Optima"/>
                <a:cs typeface="Calibri"/>
              </a:rPr>
              <a:t>(KSA) </a:t>
            </a:r>
            <a:r>
              <a:rPr sz="1100" b="1" dirty="0">
                <a:solidFill>
                  <a:srgbClr val="003399"/>
                </a:solidFill>
                <a:latin typeface="Optima"/>
                <a:cs typeface="Calibri"/>
              </a:rPr>
              <a:t> RA</a:t>
            </a:r>
            <a:r>
              <a:rPr sz="1100" b="1" spc="-5" dirty="0">
                <a:solidFill>
                  <a:srgbClr val="003399"/>
                </a:solidFill>
                <a:latin typeface="Optima"/>
                <a:cs typeface="Calibri"/>
              </a:rPr>
              <a:t>W</a:t>
            </a:r>
            <a:r>
              <a:rPr sz="1100" b="1" dirty="0">
                <a:solidFill>
                  <a:srgbClr val="003399"/>
                </a:solidFill>
                <a:latin typeface="Optima"/>
                <a:cs typeface="Calibri"/>
              </a:rPr>
              <a:t>EC</a:t>
            </a:r>
            <a:r>
              <a:rPr sz="1100" b="1" spc="-5" dirty="0">
                <a:solidFill>
                  <a:srgbClr val="003399"/>
                </a:solidFill>
                <a:latin typeface="Optima"/>
                <a:cs typeface="Calibri"/>
              </a:rPr>
              <a:t> </a:t>
            </a:r>
            <a:r>
              <a:rPr sz="1100" b="1" dirty="0">
                <a:solidFill>
                  <a:srgbClr val="003399"/>
                </a:solidFill>
                <a:latin typeface="Optima"/>
                <a:cs typeface="Calibri"/>
              </a:rPr>
              <a:t>(</a:t>
            </a:r>
            <a:r>
              <a:rPr sz="1100" b="1" spc="-5" dirty="0">
                <a:solidFill>
                  <a:srgbClr val="003399"/>
                </a:solidFill>
                <a:latin typeface="Optima"/>
                <a:cs typeface="Calibri"/>
              </a:rPr>
              <a:t>K</a:t>
            </a:r>
            <a:r>
              <a:rPr sz="1100" b="1" spc="-10" dirty="0">
                <a:solidFill>
                  <a:srgbClr val="003399"/>
                </a:solidFill>
                <a:latin typeface="Optima"/>
                <a:cs typeface="Calibri"/>
              </a:rPr>
              <a:t>S</a:t>
            </a:r>
            <a:r>
              <a:rPr sz="1100" b="1" dirty="0">
                <a:solidFill>
                  <a:srgbClr val="003399"/>
                </a:solidFill>
                <a:latin typeface="Optima"/>
                <a:cs typeface="Calibri"/>
              </a:rPr>
              <a:t>A)</a:t>
            </a:r>
            <a:endParaRPr sz="1100" dirty="0">
              <a:latin typeface="Optima"/>
              <a:cs typeface="Calibri"/>
            </a:endParaRPr>
          </a:p>
        </p:txBody>
      </p:sp>
      <p:sp>
        <p:nvSpPr>
          <p:cNvPr id="52" name="object 52"/>
          <p:cNvSpPr txBox="1"/>
          <p:nvPr/>
        </p:nvSpPr>
        <p:spPr>
          <a:xfrm>
            <a:off x="3213861" y="5086934"/>
            <a:ext cx="1248410" cy="182742"/>
          </a:xfrm>
          <a:prstGeom prst="rect">
            <a:avLst/>
          </a:prstGeom>
        </p:spPr>
        <p:txBody>
          <a:bodyPr vert="horz" wrap="square" lIns="0" tIns="13335" rIns="0" bIns="0" rtlCol="0">
            <a:spAutoFit/>
          </a:bodyPr>
          <a:lstStyle/>
          <a:p>
            <a:pPr marL="12700">
              <a:lnSpc>
                <a:spcPct val="100000"/>
              </a:lnSpc>
              <a:spcBef>
                <a:spcPts val="105"/>
              </a:spcBef>
            </a:pPr>
            <a:r>
              <a:rPr sz="1100" b="1" dirty="0">
                <a:solidFill>
                  <a:srgbClr val="FF0000"/>
                </a:solidFill>
                <a:latin typeface="Optima"/>
                <a:cs typeface="Calibri"/>
              </a:rPr>
              <a:t>OIL,</a:t>
            </a:r>
            <a:r>
              <a:rPr sz="1100" b="1" spc="-30" dirty="0">
                <a:solidFill>
                  <a:srgbClr val="FF0000"/>
                </a:solidFill>
                <a:latin typeface="Optima"/>
                <a:cs typeface="Calibri"/>
              </a:rPr>
              <a:t> </a:t>
            </a:r>
            <a:r>
              <a:rPr sz="1100" b="1" dirty="0">
                <a:solidFill>
                  <a:srgbClr val="FF0000"/>
                </a:solidFill>
                <a:latin typeface="Optima"/>
                <a:cs typeface="Calibri"/>
              </a:rPr>
              <a:t>GAS</a:t>
            </a:r>
            <a:r>
              <a:rPr sz="1100" b="1" spc="-35" dirty="0">
                <a:solidFill>
                  <a:srgbClr val="FF0000"/>
                </a:solidFill>
                <a:latin typeface="Optima"/>
                <a:cs typeface="Calibri"/>
              </a:rPr>
              <a:t> </a:t>
            </a:r>
            <a:r>
              <a:rPr sz="1100" b="1" dirty="0">
                <a:solidFill>
                  <a:srgbClr val="FF0000"/>
                </a:solidFill>
                <a:latin typeface="Optima"/>
                <a:cs typeface="Calibri"/>
              </a:rPr>
              <a:t>&amp;</a:t>
            </a:r>
            <a:r>
              <a:rPr sz="1100" b="1" spc="-25" dirty="0">
                <a:solidFill>
                  <a:srgbClr val="FF0000"/>
                </a:solidFill>
                <a:latin typeface="Optima"/>
                <a:cs typeface="Calibri"/>
              </a:rPr>
              <a:t> </a:t>
            </a:r>
            <a:r>
              <a:rPr sz="1100" b="1" dirty="0">
                <a:solidFill>
                  <a:srgbClr val="FF0000"/>
                </a:solidFill>
                <a:latin typeface="Optima"/>
                <a:cs typeface="Calibri"/>
              </a:rPr>
              <a:t>REFINERY</a:t>
            </a:r>
            <a:endParaRPr sz="1100">
              <a:latin typeface="Optima"/>
              <a:cs typeface="Calibri"/>
            </a:endParaRPr>
          </a:p>
        </p:txBody>
      </p:sp>
      <p:sp>
        <p:nvSpPr>
          <p:cNvPr id="53" name="object 53"/>
          <p:cNvSpPr txBox="1"/>
          <p:nvPr/>
        </p:nvSpPr>
        <p:spPr>
          <a:xfrm>
            <a:off x="3282441" y="5492877"/>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4" name="object 54"/>
          <p:cNvSpPr txBox="1"/>
          <p:nvPr/>
        </p:nvSpPr>
        <p:spPr>
          <a:xfrm>
            <a:off x="3282441" y="566054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5" name="object 55"/>
          <p:cNvSpPr txBox="1"/>
          <p:nvPr/>
        </p:nvSpPr>
        <p:spPr>
          <a:xfrm>
            <a:off x="3282441" y="582818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6" name="object 56"/>
          <p:cNvSpPr txBox="1"/>
          <p:nvPr/>
        </p:nvSpPr>
        <p:spPr>
          <a:xfrm>
            <a:off x="3282441" y="599582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7" name="object 57"/>
          <p:cNvSpPr txBox="1"/>
          <p:nvPr/>
        </p:nvSpPr>
        <p:spPr>
          <a:xfrm>
            <a:off x="3282441" y="616346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8" name="object 58"/>
          <p:cNvSpPr txBox="1"/>
          <p:nvPr/>
        </p:nvSpPr>
        <p:spPr>
          <a:xfrm>
            <a:off x="3282441" y="6331102"/>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59" name="object 59"/>
          <p:cNvSpPr txBox="1"/>
          <p:nvPr/>
        </p:nvSpPr>
        <p:spPr>
          <a:xfrm>
            <a:off x="3282441" y="6498437"/>
            <a:ext cx="88265" cy="98104"/>
          </a:xfrm>
          <a:prstGeom prst="rect">
            <a:avLst/>
          </a:prstGeom>
        </p:spPr>
        <p:txBody>
          <a:bodyPr vert="horz" wrap="square" lIns="0" tIns="13335" rIns="0" bIns="0" rtlCol="0">
            <a:spAutoFit/>
          </a:bodyPr>
          <a:lstStyle/>
          <a:p>
            <a:pPr marL="12700">
              <a:lnSpc>
                <a:spcPct val="100000"/>
              </a:lnSpc>
              <a:spcBef>
                <a:spcPts val="105"/>
              </a:spcBef>
            </a:pPr>
            <a:r>
              <a:rPr sz="550" dirty="0">
                <a:solidFill>
                  <a:srgbClr val="333399"/>
                </a:solidFill>
                <a:latin typeface="Optima"/>
                <a:cs typeface="Wingdings"/>
              </a:rPr>
              <a:t></a:t>
            </a:r>
            <a:endParaRPr sz="550">
              <a:latin typeface="Optima"/>
              <a:cs typeface="Wingdings"/>
            </a:endParaRPr>
          </a:p>
        </p:txBody>
      </p:sp>
      <p:sp>
        <p:nvSpPr>
          <p:cNvPr id="60" name="object 60"/>
          <p:cNvSpPr txBox="1"/>
          <p:nvPr/>
        </p:nvSpPr>
        <p:spPr>
          <a:xfrm>
            <a:off x="3282441" y="6666686"/>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61" name="object 61"/>
          <p:cNvSpPr txBox="1"/>
          <p:nvPr/>
        </p:nvSpPr>
        <p:spPr>
          <a:xfrm>
            <a:off x="3282441" y="5255133"/>
            <a:ext cx="2370455" cy="1535430"/>
          </a:xfrm>
          <a:prstGeom prst="rect">
            <a:avLst/>
          </a:prstGeom>
        </p:spPr>
        <p:txBody>
          <a:bodyPr vert="horz" wrap="square" lIns="0" tIns="12700" rIns="0" bIns="0" rtlCol="0">
            <a:spAutoFit/>
          </a:bodyPr>
          <a:lstStyle/>
          <a:p>
            <a:pPr marL="317500" marR="762635" indent="-304800">
              <a:lnSpc>
                <a:spcPct val="100000"/>
              </a:lnSpc>
              <a:spcBef>
                <a:spcPts val="100"/>
              </a:spcBef>
              <a:tabLst>
                <a:tab pos="31686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SAUDI</a:t>
            </a:r>
            <a:r>
              <a:rPr sz="1100" b="1" spc="-60" dirty="0">
                <a:solidFill>
                  <a:srgbClr val="003399"/>
                </a:solidFill>
                <a:latin typeface="Optima"/>
                <a:cs typeface="Calibri"/>
              </a:rPr>
              <a:t> </a:t>
            </a:r>
            <a:r>
              <a:rPr sz="1100" b="1" dirty="0">
                <a:solidFill>
                  <a:srgbClr val="003399"/>
                </a:solidFill>
                <a:latin typeface="Optima"/>
                <a:cs typeface="Calibri"/>
              </a:rPr>
              <a:t>ARAMCO</a:t>
            </a:r>
            <a:r>
              <a:rPr sz="1100" b="1" spc="-40" dirty="0">
                <a:solidFill>
                  <a:srgbClr val="003399"/>
                </a:solidFill>
                <a:latin typeface="Optima"/>
                <a:cs typeface="Calibri"/>
              </a:rPr>
              <a:t> </a:t>
            </a:r>
            <a:r>
              <a:rPr sz="1100" b="1" spc="-5" dirty="0">
                <a:solidFill>
                  <a:srgbClr val="003399"/>
                </a:solidFill>
                <a:latin typeface="Optima"/>
                <a:cs typeface="Calibri"/>
              </a:rPr>
              <a:t>(KSA) </a:t>
            </a:r>
            <a:r>
              <a:rPr sz="1100" b="1" spc="-235" dirty="0">
                <a:solidFill>
                  <a:srgbClr val="003399"/>
                </a:solidFill>
                <a:latin typeface="Optima"/>
                <a:cs typeface="Calibri"/>
              </a:rPr>
              <a:t> </a:t>
            </a:r>
            <a:r>
              <a:rPr sz="1100" b="1" dirty="0">
                <a:solidFill>
                  <a:srgbClr val="003399"/>
                </a:solidFill>
                <a:latin typeface="Optima"/>
                <a:cs typeface="Calibri"/>
              </a:rPr>
              <a:t>CHEVRON (RSA) </a:t>
            </a:r>
            <a:r>
              <a:rPr sz="1100" b="1" spc="5" dirty="0">
                <a:solidFill>
                  <a:srgbClr val="003399"/>
                </a:solidFill>
                <a:latin typeface="Optima"/>
                <a:cs typeface="Calibri"/>
              </a:rPr>
              <a:t> </a:t>
            </a:r>
            <a:r>
              <a:rPr sz="1100" b="1" dirty="0">
                <a:solidFill>
                  <a:srgbClr val="003399"/>
                </a:solidFill>
                <a:latin typeface="Optima"/>
                <a:cs typeface="Calibri"/>
              </a:rPr>
              <a:t>NOBLE ENERGY </a:t>
            </a:r>
            <a:r>
              <a:rPr sz="1100" b="1" spc="-5" dirty="0">
                <a:solidFill>
                  <a:srgbClr val="003399"/>
                </a:solidFill>
                <a:latin typeface="Optima"/>
                <a:cs typeface="Calibri"/>
              </a:rPr>
              <a:t>(USA) </a:t>
            </a:r>
            <a:r>
              <a:rPr sz="1100" b="1" spc="-235" dirty="0">
                <a:solidFill>
                  <a:srgbClr val="003399"/>
                </a:solidFill>
                <a:latin typeface="Optima"/>
                <a:cs typeface="Calibri"/>
              </a:rPr>
              <a:t> </a:t>
            </a:r>
            <a:r>
              <a:rPr sz="1100" b="1" dirty="0">
                <a:solidFill>
                  <a:srgbClr val="003399"/>
                </a:solidFill>
                <a:latin typeface="Optima"/>
                <a:cs typeface="Calibri"/>
              </a:rPr>
              <a:t>CAIRN</a:t>
            </a:r>
            <a:r>
              <a:rPr sz="1100" b="1" spc="-35" dirty="0">
                <a:solidFill>
                  <a:srgbClr val="003399"/>
                </a:solidFill>
                <a:latin typeface="Optima"/>
                <a:cs typeface="Calibri"/>
              </a:rPr>
              <a:t> </a:t>
            </a:r>
            <a:r>
              <a:rPr sz="1100" b="1" spc="-5" dirty="0">
                <a:solidFill>
                  <a:srgbClr val="003399"/>
                </a:solidFill>
                <a:latin typeface="Optima"/>
                <a:cs typeface="Calibri"/>
              </a:rPr>
              <a:t>(IND)</a:t>
            </a:r>
            <a:endParaRPr sz="1100">
              <a:latin typeface="Optima"/>
              <a:cs typeface="Calibri"/>
            </a:endParaRPr>
          </a:p>
          <a:p>
            <a:pPr marL="317500" marR="1264285">
              <a:lnSpc>
                <a:spcPct val="100000"/>
              </a:lnSpc>
              <a:spcBef>
                <a:spcPts val="5"/>
              </a:spcBef>
            </a:pPr>
            <a:r>
              <a:rPr sz="1100" b="1" dirty="0">
                <a:solidFill>
                  <a:srgbClr val="003399"/>
                </a:solidFill>
                <a:latin typeface="Optima"/>
                <a:cs typeface="Calibri"/>
              </a:rPr>
              <a:t>YA</a:t>
            </a:r>
            <a:r>
              <a:rPr sz="1100" b="1" spc="-10" dirty="0">
                <a:solidFill>
                  <a:srgbClr val="003399"/>
                </a:solidFill>
                <a:latin typeface="Optima"/>
                <a:cs typeface="Calibri"/>
              </a:rPr>
              <a:t>S</a:t>
            </a:r>
            <a:r>
              <a:rPr sz="1100" b="1" dirty="0">
                <a:solidFill>
                  <a:srgbClr val="003399"/>
                </a:solidFill>
                <a:latin typeface="Optima"/>
                <a:cs typeface="Calibri"/>
              </a:rPr>
              <a:t>REF</a:t>
            </a:r>
            <a:r>
              <a:rPr sz="1100" b="1" spc="-15" dirty="0">
                <a:solidFill>
                  <a:srgbClr val="003399"/>
                </a:solidFill>
                <a:latin typeface="Optima"/>
                <a:cs typeface="Calibri"/>
              </a:rPr>
              <a:t> </a:t>
            </a:r>
            <a:r>
              <a:rPr sz="1100" b="1" dirty="0">
                <a:solidFill>
                  <a:srgbClr val="003399"/>
                </a:solidFill>
                <a:latin typeface="Optima"/>
                <a:cs typeface="Calibri"/>
              </a:rPr>
              <a:t>(</a:t>
            </a:r>
            <a:r>
              <a:rPr sz="1100" b="1" spc="-5" dirty="0">
                <a:solidFill>
                  <a:srgbClr val="003399"/>
                </a:solidFill>
                <a:latin typeface="Optima"/>
                <a:cs typeface="Calibri"/>
              </a:rPr>
              <a:t>K</a:t>
            </a:r>
            <a:r>
              <a:rPr sz="1100" b="1" spc="-10" dirty="0">
                <a:solidFill>
                  <a:srgbClr val="003399"/>
                </a:solidFill>
                <a:latin typeface="Optima"/>
                <a:cs typeface="Calibri"/>
              </a:rPr>
              <a:t>S</a:t>
            </a:r>
            <a:r>
              <a:rPr sz="1100" b="1" dirty="0">
                <a:solidFill>
                  <a:srgbClr val="003399"/>
                </a:solidFill>
                <a:latin typeface="Optima"/>
                <a:cs typeface="Calibri"/>
              </a:rPr>
              <a:t>A)  UEG</a:t>
            </a:r>
            <a:r>
              <a:rPr sz="1100" b="1" spc="-55" dirty="0">
                <a:solidFill>
                  <a:srgbClr val="003399"/>
                </a:solidFill>
                <a:latin typeface="Optima"/>
                <a:cs typeface="Calibri"/>
              </a:rPr>
              <a:t> </a:t>
            </a:r>
            <a:r>
              <a:rPr sz="1100" b="1" dirty="0">
                <a:solidFill>
                  <a:srgbClr val="003399"/>
                </a:solidFill>
                <a:latin typeface="Optima"/>
                <a:cs typeface="Calibri"/>
              </a:rPr>
              <a:t>(CHINA)</a:t>
            </a:r>
            <a:endParaRPr sz="1100">
              <a:latin typeface="Optima"/>
              <a:cs typeface="Calibri"/>
            </a:endParaRPr>
          </a:p>
          <a:p>
            <a:pPr marL="317500">
              <a:lnSpc>
                <a:spcPct val="100000"/>
              </a:lnSpc>
            </a:pPr>
            <a:r>
              <a:rPr sz="1100" b="1" dirty="0">
                <a:solidFill>
                  <a:srgbClr val="003399"/>
                </a:solidFill>
                <a:latin typeface="Optima"/>
                <a:cs typeface="Calibri"/>
              </a:rPr>
              <a:t>ADNOC</a:t>
            </a:r>
            <a:r>
              <a:rPr sz="1100" b="1" spc="-40" dirty="0">
                <a:solidFill>
                  <a:srgbClr val="003399"/>
                </a:solidFill>
                <a:latin typeface="Optima"/>
                <a:cs typeface="Calibri"/>
              </a:rPr>
              <a:t> </a:t>
            </a:r>
            <a:r>
              <a:rPr sz="1100" b="1" spc="-5" dirty="0">
                <a:solidFill>
                  <a:srgbClr val="003399"/>
                </a:solidFill>
                <a:latin typeface="Optima"/>
                <a:cs typeface="Calibri"/>
              </a:rPr>
              <a:t>Group</a:t>
            </a:r>
            <a:r>
              <a:rPr sz="1100" b="1" spc="-30" dirty="0">
                <a:solidFill>
                  <a:srgbClr val="003399"/>
                </a:solidFill>
                <a:latin typeface="Optima"/>
                <a:cs typeface="Calibri"/>
              </a:rPr>
              <a:t> </a:t>
            </a:r>
            <a:r>
              <a:rPr sz="1100" b="1" dirty="0">
                <a:solidFill>
                  <a:srgbClr val="003399"/>
                </a:solidFill>
                <a:latin typeface="Optima"/>
                <a:cs typeface="Calibri"/>
              </a:rPr>
              <a:t>(UAE)</a:t>
            </a:r>
            <a:endParaRPr sz="1100">
              <a:latin typeface="Optima"/>
              <a:cs typeface="Calibri"/>
            </a:endParaRPr>
          </a:p>
          <a:p>
            <a:pPr marL="317500">
              <a:lnSpc>
                <a:spcPct val="100000"/>
              </a:lnSpc>
            </a:pPr>
            <a:r>
              <a:rPr sz="1100" b="1" dirty="0">
                <a:solidFill>
                  <a:srgbClr val="003399"/>
                </a:solidFill>
                <a:latin typeface="Optima"/>
                <a:cs typeface="Calibri"/>
              </a:rPr>
              <a:t>ORPIC</a:t>
            </a:r>
            <a:r>
              <a:rPr sz="1100" b="1" spc="-20" dirty="0">
                <a:solidFill>
                  <a:srgbClr val="003399"/>
                </a:solidFill>
                <a:latin typeface="Optima"/>
                <a:cs typeface="Calibri"/>
              </a:rPr>
              <a:t> </a:t>
            </a:r>
            <a:r>
              <a:rPr sz="1100" b="1" dirty="0">
                <a:solidFill>
                  <a:srgbClr val="003399"/>
                </a:solidFill>
                <a:latin typeface="Optima"/>
                <a:cs typeface="Calibri"/>
              </a:rPr>
              <a:t>(OMAN);</a:t>
            </a:r>
            <a:r>
              <a:rPr sz="1100" b="1" spc="-35" dirty="0">
                <a:solidFill>
                  <a:srgbClr val="003399"/>
                </a:solidFill>
                <a:latin typeface="Optima"/>
                <a:cs typeface="Calibri"/>
              </a:rPr>
              <a:t> </a:t>
            </a:r>
            <a:r>
              <a:rPr sz="1100" b="1" dirty="0">
                <a:solidFill>
                  <a:srgbClr val="003399"/>
                </a:solidFill>
                <a:latin typeface="Optima"/>
                <a:cs typeface="Calibri"/>
              </a:rPr>
              <a:t>OQ</a:t>
            </a:r>
            <a:r>
              <a:rPr sz="1100" b="1" spc="-10" dirty="0">
                <a:solidFill>
                  <a:srgbClr val="003399"/>
                </a:solidFill>
                <a:latin typeface="Optima"/>
                <a:cs typeface="Calibri"/>
              </a:rPr>
              <a:t> </a:t>
            </a:r>
            <a:r>
              <a:rPr sz="1100" b="1" spc="-5" dirty="0">
                <a:solidFill>
                  <a:srgbClr val="003399"/>
                </a:solidFill>
                <a:latin typeface="Optima"/>
                <a:cs typeface="Calibri"/>
              </a:rPr>
              <a:t>Group</a:t>
            </a:r>
            <a:r>
              <a:rPr sz="1100" b="1" spc="-40" dirty="0">
                <a:solidFill>
                  <a:srgbClr val="003399"/>
                </a:solidFill>
                <a:latin typeface="Optima"/>
                <a:cs typeface="Calibri"/>
              </a:rPr>
              <a:t> </a:t>
            </a:r>
            <a:r>
              <a:rPr sz="1100" b="1" dirty="0">
                <a:solidFill>
                  <a:srgbClr val="003399"/>
                </a:solidFill>
                <a:latin typeface="Optima"/>
                <a:cs typeface="Calibri"/>
              </a:rPr>
              <a:t>(OMAN)</a:t>
            </a:r>
            <a:endParaRPr sz="1100">
              <a:latin typeface="Optima"/>
              <a:cs typeface="Calibri"/>
            </a:endParaRPr>
          </a:p>
          <a:p>
            <a:pPr marL="317500">
              <a:lnSpc>
                <a:spcPct val="100000"/>
              </a:lnSpc>
            </a:pPr>
            <a:r>
              <a:rPr sz="1100" b="1" dirty="0">
                <a:solidFill>
                  <a:srgbClr val="003399"/>
                </a:solidFill>
                <a:latin typeface="Optima"/>
                <a:cs typeface="Calibri"/>
              </a:rPr>
              <a:t>QAFCO(QATAR)</a:t>
            </a:r>
            <a:endParaRPr sz="1100">
              <a:latin typeface="Optima"/>
              <a:cs typeface="Calibri"/>
            </a:endParaRPr>
          </a:p>
        </p:txBody>
      </p:sp>
      <p:sp>
        <p:nvSpPr>
          <p:cNvPr id="62" name="object 62"/>
          <p:cNvSpPr txBox="1"/>
          <p:nvPr/>
        </p:nvSpPr>
        <p:spPr>
          <a:xfrm>
            <a:off x="6167882" y="842009"/>
            <a:ext cx="335915" cy="175048"/>
          </a:xfrm>
          <a:prstGeom prst="rect">
            <a:avLst/>
          </a:prstGeom>
        </p:spPr>
        <p:txBody>
          <a:bodyPr vert="horz" wrap="square" lIns="0" tIns="13335" rIns="0" bIns="0" rtlCol="0">
            <a:spAutoFit/>
          </a:bodyPr>
          <a:lstStyle/>
          <a:p>
            <a:pPr>
              <a:lnSpc>
                <a:spcPct val="100000"/>
              </a:lnSpc>
              <a:spcBef>
                <a:spcPts val="105"/>
              </a:spcBef>
            </a:pPr>
            <a:r>
              <a:rPr sz="1050" b="1" spc="-5" dirty="0">
                <a:solidFill>
                  <a:srgbClr val="FF0000"/>
                </a:solidFill>
                <a:latin typeface="Optima"/>
                <a:cs typeface="Calibri"/>
              </a:rPr>
              <a:t>F</a:t>
            </a:r>
            <a:r>
              <a:rPr sz="1050" b="1" spc="5" dirty="0">
                <a:solidFill>
                  <a:srgbClr val="FF0000"/>
                </a:solidFill>
                <a:latin typeface="Optima"/>
                <a:cs typeface="Calibri"/>
              </a:rPr>
              <a:t>MC</a:t>
            </a:r>
            <a:r>
              <a:rPr sz="1050" b="1" dirty="0">
                <a:solidFill>
                  <a:srgbClr val="FF0000"/>
                </a:solidFill>
                <a:latin typeface="Optima"/>
                <a:cs typeface="Calibri"/>
              </a:rPr>
              <a:t>G</a:t>
            </a:r>
            <a:endParaRPr sz="1050">
              <a:latin typeface="Optima"/>
              <a:cs typeface="Calibri"/>
            </a:endParaRPr>
          </a:p>
        </p:txBody>
      </p:sp>
      <p:sp>
        <p:nvSpPr>
          <p:cNvPr id="63" name="object 63"/>
          <p:cNvSpPr txBox="1"/>
          <p:nvPr/>
        </p:nvSpPr>
        <p:spPr>
          <a:xfrm>
            <a:off x="6223761" y="1229105"/>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64" name="object 64"/>
          <p:cNvSpPr txBox="1"/>
          <p:nvPr/>
        </p:nvSpPr>
        <p:spPr>
          <a:xfrm>
            <a:off x="6223761" y="1389126"/>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65" name="object 65"/>
          <p:cNvSpPr txBox="1"/>
          <p:nvPr/>
        </p:nvSpPr>
        <p:spPr>
          <a:xfrm>
            <a:off x="6223761" y="1548841"/>
            <a:ext cx="85725" cy="93615"/>
          </a:xfrm>
          <a:prstGeom prst="rect">
            <a:avLst/>
          </a:prstGeom>
        </p:spPr>
        <p:txBody>
          <a:bodyPr vert="horz" wrap="square" lIns="0" tIns="16510" rIns="0" bIns="0" rtlCol="0">
            <a:spAutoFit/>
          </a:bodyPr>
          <a:lstStyle/>
          <a:p>
            <a:pPr marL="12700">
              <a:lnSpc>
                <a:spcPct val="100000"/>
              </a:lnSpc>
              <a:spcBef>
                <a:spcPts val="130"/>
              </a:spcBef>
            </a:pPr>
            <a:r>
              <a:rPr sz="500" spc="25" dirty="0">
                <a:solidFill>
                  <a:srgbClr val="333399"/>
                </a:solidFill>
                <a:latin typeface="Optima"/>
                <a:cs typeface="Wingdings"/>
              </a:rPr>
              <a:t></a:t>
            </a:r>
            <a:endParaRPr sz="500">
              <a:latin typeface="Optima"/>
              <a:cs typeface="Wingdings"/>
            </a:endParaRPr>
          </a:p>
        </p:txBody>
      </p:sp>
      <p:sp>
        <p:nvSpPr>
          <p:cNvPr id="66" name="object 66"/>
          <p:cNvSpPr txBox="1"/>
          <p:nvPr/>
        </p:nvSpPr>
        <p:spPr>
          <a:xfrm>
            <a:off x="6223761" y="170942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67" name="object 67"/>
          <p:cNvSpPr txBox="1"/>
          <p:nvPr/>
        </p:nvSpPr>
        <p:spPr>
          <a:xfrm>
            <a:off x="6223761" y="186944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68" name="object 68"/>
          <p:cNvSpPr txBox="1"/>
          <p:nvPr/>
        </p:nvSpPr>
        <p:spPr>
          <a:xfrm>
            <a:off x="6223761" y="202945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69" name="object 69"/>
          <p:cNvSpPr txBox="1"/>
          <p:nvPr/>
        </p:nvSpPr>
        <p:spPr>
          <a:xfrm>
            <a:off x="6223761" y="218947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0" name="object 70"/>
          <p:cNvSpPr txBox="1"/>
          <p:nvPr/>
        </p:nvSpPr>
        <p:spPr>
          <a:xfrm>
            <a:off x="6223761" y="234950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1" name="object 71"/>
          <p:cNvSpPr txBox="1"/>
          <p:nvPr/>
        </p:nvSpPr>
        <p:spPr>
          <a:xfrm>
            <a:off x="6223761" y="250952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2" name="object 72"/>
          <p:cNvSpPr txBox="1"/>
          <p:nvPr/>
        </p:nvSpPr>
        <p:spPr>
          <a:xfrm>
            <a:off x="6223761" y="2669540"/>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3" name="object 73"/>
          <p:cNvSpPr txBox="1"/>
          <p:nvPr/>
        </p:nvSpPr>
        <p:spPr>
          <a:xfrm>
            <a:off x="6223761" y="282981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4" name="object 74"/>
          <p:cNvSpPr txBox="1"/>
          <p:nvPr/>
        </p:nvSpPr>
        <p:spPr>
          <a:xfrm>
            <a:off x="6223761" y="298983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5" name="object 75"/>
          <p:cNvSpPr txBox="1"/>
          <p:nvPr/>
        </p:nvSpPr>
        <p:spPr>
          <a:xfrm>
            <a:off x="6223761" y="3149853"/>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6" name="object 76"/>
          <p:cNvSpPr txBox="1"/>
          <p:nvPr/>
        </p:nvSpPr>
        <p:spPr>
          <a:xfrm>
            <a:off x="6236461" y="1002029"/>
            <a:ext cx="1750060" cy="2267585"/>
          </a:xfrm>
          <a:prstGeom prst="rect">
            <a:avLst/>
          </a:prstGeom>
        </p:spPr>
        <p:txBody>
          <a:bodyPr vert="horz" wrap="square" lIns="0" tIns="13335" rIns="0" bIns="0" rtlCol="0">
            <a:spAutoFit/>
          </a:bodyPr>
          <a:lstStyle/>
          <a:p>
            <a:pPr marL="304165" marR="185420" indent="-304800">
              <a:lnSpc>
                <a:spcPct val="100000"/>
              </a:lnSpc>
              <a:spcBef>
                <a:spcPts val="105"/>
              </a:spcBef>
              <a:tabLst>
                <a:tab pos="304165" algn="l"/>
              </a:tabLst>
            </a:pPr>
            <a:r>
              <a:rPr sz="500" spc="25" dirty="0">
                <a:solidFill>
                  <a:srgbClr val="333399"/>
                </a:solidFill>
                <a:latin typeface="Optima"/>
                <a:cs typeface="Wingdings"/>
              </a:rPr>
              <a:t></a:t>
            </a:r>
            <a:r>
              <a:rPr sz="500" spc="25" dirty="0">
                <a:solidFill>
                  <a:srgbClr val="333399"/>
                </a:solidFill>
                <a:latin typeface="Optima"/>
                <a:cs typeface="Times New Roman"/>
              </a:rPr>
              <a:t>	</a:t>
            </a:r>
            <a:r>
              <a:rPr sz="1050" b="1" dirty="0">
                <a:solidFill>
                  <a:srgbClr val="003399"/>
                </a:solidFill>
                <a:latin typeface="Optima"/>
                <a:cs typeface="Calibri"/>
              </a:rPr>
              <a:t>SA BREWERIES </a:t>
            </a:r>
            <a:r>
              <a:rPr sz="1050" b="1" spc="5" dirty="0">
                <a:solidFill>
                  <a:srgbClr val="003399"/>
                </a:solidFill>
                <a:latin typeface="Optima"/>
                <a:cs typeface="Calibri"/>
              </a:rPr>
              <a:t> </a:t>
            </a:r>
            <a:r>
              <a:rPr sz="1050" b="1" dirty="0">
                <a:solidFill>
                  <a:srgbClr val="003399"/>
                </a:solidFill>
                <a:latin typeface="Optima"/>
                <a:cs typeface="Calibri"/>
              </a:rPr>
              <a:t>ZAMBIA BREWERY </a:t>
            </a:r>
            <a:r>
              <a:rPr sz="1050" b="1" spc="5" dirty="0">
                <a:solidFill>
                  <a:srgbClr val="003399"/>
                </a:solidFill>
                <a:latin typeface="Optima"/>
                <a:cs typeface="Calibri"/>
              </a:rPr>
              <a:t> </a:t>
            </a:r>
            <a:r>
              <a:rPr sz="1050" b="1" dirty="0">
                <a:solidFill>
                  <a:srgbClr val="003399"/>
                </a:solidFill>
                <a:latin typeface="Optima"/>
                <a:cs typeface="Calibri"/>
              </a:rPr>
              <a:t>SW</a:t>
            </a:r>
            <a:r>
              <a:rPr sz="1050" b="1" spc="-5" dirty="0">
                <a:solidFill>
                  <a:srgbClr val="003399"/>
                </a:solidFill>
                <a:latin typeface="Optima"/>
                <a:cs typeface="Calibri"/>
              </a:rPr>
              <a:t>A</a:t>
            </a:r>
            <a:r>
              <a:rPr sz="1050" b="1" dirty="0">
                <a:solidFill>
                  <a:srgbClr val="003399"/>
                </a:solidFill>
                <a:latin typeface="Optima"/>
                <a:cs typeface="Calibri"/>
              </a:rPr>
              <a:t>Z</a:t>
            </a:r>
            <a:r>
              <a:rPr sz="1050" b="1" spc="-10" dirty="0">
                <a:solidFill>
                  <a:srgbClr val="003399"/>
                </a:solidFill>
                <a:latin typeface="Optima"/>
                <a:cs typeface="Calibri"/>
              </a:rPr>
              <a:t>I</a:t>
            </a:r>
            <a:r>
              <a:rPr sz="1050" b="1" dirty="0">
                <a:solidFill>
                  <a:srgbClr val="003399"/>
                </a:solidFill>
                <a:latin typeface="Optima"/>
                <a:cs typeface="Calibri"/>
              </a:rPr>
              <a:t>L</a:t>
            </a:r>
            <a:r>
              <a:rPr sz="1050" b="1" spc="-10" dirty="0">
                <a:solidFill>
                  <a:srgbClr val="003399"/>
                </a:solidFill>
                <a:latin typeface="Optima"/>
                <a:cs typeface="Calibri"/>
              </a:rPr>
              <a:t>A</a:t>
            </a:r>
            <a:r>
              <a:rPr sz="1050" b="1" dirty="0">
                <a:solidFill>
                  <a:srgbClr val="003399"/>
                </a:solidFill>
                <a:latin typeface="Optima"/>
                <a:cs typeface="Calibri"/>
              </a:rPr>
              <a:t>ND</a:t>
            </a:r>
            <a:r>
              <a:rPr sz="1050" b="1" spc="-30" dirty="0">
                <a:solidFill>
                  <a:srgbClr val="003399"/>
                </a:solidFill>
                <a:latin typeface="Optima"/>
                <a:cs typeface="Calibri"/>
              </a:rPr>
              <a:t> </a:t>
            </a:r>
            <a:r>
              <a:rPr sz="1050" b="1" spc="-5" dirty="0">
                <a:solidFill>
                  <a:srgbClr val="003399"/>
                </a:solidFill>
                <a:latin typeface="Optima"/>
                <a:cs typeface="Calibri"/>
              </a:rPr>
              <a:t>B</a:t>
            </a:r>
            <a:r>
              <a:rPr sz="1050" b="1" dirty="0">
                <a:solidFill>
                  <a:srgbClr val="003399"/>
                </a:solidFill>
                <a:latin typeface="Optima"/>
                <a:cs typeface="Calibri"/>
              </a:rPr>
              <a:t>REWE</a:t>
            </a:r>
            <a:r>
              <a:rPr sz="1050" b="1" spc="5" dirty="0">
                <a:solidFill>
                  <a:srgbClr val="003399"/>
                </a:solidFill>
                <a:latin typeface="Optima"/>
                <a:cs typeface="Calibri"/>
              </a:rPr>
              <a:t>R</a:t>
            </a:r>
            <a:r>
              <a:rPr sz="1050" b="1" dirty="0">
                <a:solidFill>
                  <a:srgbClr val="003399"/>
                </a:solidFill>
                <a:latin typeface="Optima"/>
                <a:cs typeface="Calibri"/>
              </a:rPr>
              <a:t>Y  LESOTHO</a:t>
            </a:r>
            <a:r>
              <a:rPr sz="1050" b="1" spc="-45" dirty="0">
                <a:solidFill>
                  <a:srgbClr val="003399"/>
                </a:solidFill>
                <a:latin typeface="Optima"/>
                <a:cs typeface="Calibri"/>
              </a:rPr>
              <a:t> </a:t>
            </a:r>
            <a:r>
              <a:rPr sz="1050" b="1" dirty="0">
                <a:solidFill>
                  <a:srgbClr val="003399"/>
                </a:solidFill>
                <a:latin typeface="Optima"/>
                <a:cs typeface="Calibri"/>
              </a:rPr>
              <a:t>BREWERY</a:t>
            </a:r>
            <a:endParaRPr sz="1050" dirty="0">
              <a:latin typeface="Optima"/>
              <a:cs typeface="Calibri"/>
            </a:endParaRPr>
          </a:p>
          <a:p>
            <a:pPr marL="304165" marR="5080">
              <a:lnSpc>
                <a:spcPct val="100000"/>
              </a:lnSpc>
            </a:pPr>
            <a:r>
              <a:rPr sz="1050" b="1" dirty="0">
                <a:solidFill>
                  <a:srgbClr val="003399"/>
                </a:solidFill>
                <a:latin typeface="Optima"/>
                <a:cs typeface="Calibri"/>
              </a:rPr>
              <a:t>T</a:t>
            </a:r>
            <a:r>
              <a:rPr sz="1050" b="1" spc="-5" dirty="0">
                <a:solidFill>
                  <a:srgbClr val="003399"/>
                </a:solidFill>
                <a:latin typeface="Optima"/>
                <a:cs typeface="Calibri"/>
              </a:rPr>
              <a:t>A</a:t>
            </a:r>
            <a:r>
              <a:rPr sz="1050" b="1" dirty="0">
                <a:solidFill>
                  <a:srgbClr val="003399"/>
                </a:solidFill>
                <a:latin typeface="Optima"/>
                <a:cs typeface="Calibri"/>
              </a:rPr>
              <a:t>NZ</a:t>
            </a:r>
            <a:r>
              <a:rPr sz="1050" b="1" spc="-5" dirty="0">
                <a:solidFill>
                  <a:srgbClr val="003399"/>
                </a:solidFill>
                <a:latin typeface="Optima"/>
                <a:cs typeface="Calibri"/>
              </a:rPr>
              <a:t>A</a:t>
            </a:r>
            <a:r>
              <a:rPr sz="1050" b="1" dirty="0">
                <a:solidFill>
                  <a:srgbClr val="003399"/>
                </a:solidFill>
                <a:latin typeface="Optima"/>
                <a:cs typeface="Calibri"/>
              </a:rPr>
              <a:t>N</a:t>
            </a:r>
            <a:r>
              <a:rPr sz="1050" b="1" spc="-10" dirty="0">
                <a:solidFill>
                  <a:srgbClr val="003399"/>
                </a:solidFill>
                <a:latin typeface="Optima"/>
                <a:cs typeface="Calibri"/>
              </a:rPr>
              <a:t>I</a:t>
            </a:r>
            <a:r>
              <a:rPr sz="1050" b="1" dirty="0">
                <a:solidFill>
                  <a:srgbClr val="003399"/>
                </a:solidFill>
                <a:latin typeface="Optima"/>
                <a:cs typeface="Calibri"/>
              </a:rPr>
              <a:t>A</a:t>
            </a:r>
            <a:r>
              <a:rPr sz="1050" b="1" spc="-30" dirty="0">
                <a:solidFill>
                  <a:srgbClr val="003399"/>
                </a:solidFill>
                <a:latin typeface="Optima"/>
                <a:cs typeface="Calibri"/>
              </a:rPr>
              <a:t> </a:t>
            </a:r>
            <a:r>
              <a:rPr sz="1050" b="1" spc="-5" dirty="0">
                <a:solidFill>
                  <a:srgbClr val="003399"/>
                </a:solidFill>
                <a:latin typeface="Optima"/>
                <a:cs typeface="Calibri"/>
              </a:rPr>
              <a:t>B</a:t>
            </a:r>
            <a:r>
              <a:rPr sz="1050" b="1" dirty="0">
                <a:solidFill>
                  <a:srgbClr val="003399"/>
                </a:solidFill>
                <a:latin typeface="Optima"/>
                <a:cs typeface="Calibri"/>
              </a:rPr>
              <a:t>REWE</a:t>
            </a:r>
            <a:r>
              <a:rPr sz="1050" b="1" spc="5" dirty="0">
                <a:solidFill>
                  <a:srgbClr val="003399"/>
                </a:solidFill>
                <a:latin typeface="Optima"/>
                <a:cs typeface="Calibri"/>
              </a:rPr>
              <a:t>R</a:t>
            </a:r>
            <a:r>
              <a:rPr sz="1050" b="1" spc="-20" dirty="0">
                <a:solidFill>
                  <a:srgbClr val="003399"/>
                </a:solidFill>
                <a:latin typeface="Optima"/>
                <a:cs typeface="Calibri"/>
              </a:rPr>
              <a:t>I</a:t>
            </a:r>
            <a:r>
              <a:rPr sz="1050" b="1" dirty="0">
                <a:solidFill>
                  <a:srgbClr val="003399"/>
                </a:solidFill>
                <a:latin typeface="Optima"/>
                <a:cs typeface="Calibri"/>
              </a:rPr>
              <a:t>ES</a:t>
            </a:r>
            <a:r>
              <a:rPr sz="1050" b="1" spc="-30" dirty="0">
                <a:solidFill>
                  <a:srgbClr val="003399"/>
                </a:solidFill>
                <a:latin typeface="Optima"/>
                <a:cs typeface="Calibri"/>
              </a:rPr>
              <a:t> </a:t>
            </a:r>
            <a:r>
              <a:rPr sz="1050" b="1" spc="-5" dirty="0">
                <a:solidFill>
                  <a:srgbClr val="003399"/>
                </a:solidFill>
                <a:latin typeface="Optima"/>
                <a:cs typeface="Calibri"/>
              </a:rPr>
              <a:t>(</a:t>
            </a:r>
            <a:r>
              <a:rPr sz="1050" b="1" dirty="0">
                <a:solidFill>
                  <a:srgbClr val="003399"/>
                </a:solidFill>
                <a:latin typeface="Optima"/>
                <a:cs typeface="Calibri"/>
              </a:rPr>
              <a:t>4)  </a:t>
            </a:r>
            <a:r>
              <a:rPr sz="1050" b="1" spc="-5" dirty="0">
                <a:solidFill>
                  <a:srgbClr val="003399"/>
                </a:solidFill>
                <a:latin typeface="Optima"/>
                <a:cs typeface="Calibri"/>
              </a:rPr>
              <a:t>KGALAGADI </a:t>
            </a:r>
            <a:r>
              <a:rPr sz="1050" b="1" dirty="0">
                <a:solidFill>
                  <a:srgbClr val="003399"/>
                </a:solidFill>
                <a:latin typeface="Optima"/>
                <a:cs typeface="Calibri"/>
              </a:rPr>
              <a:t>BREWERY</a:t>
            </a:r>
            <a:endParaRPr sz="1050" dirty="0">
              <a:latin typeface="Optima"/>
              <a:cs typeface="Calibri"/>
            </a:endParaRPr>
          </a:p>
          <a:p>
            <a:pPr marL="304165" marR="104775">
              <a:lnSpc>
                <a:spcPct val="100000"/>
              </a:lnSpc>
            </a:pPr>
            <a:r>
              <a:rPr sz="1050" b="1" dirty="0">
                <a:solidFill>
                  <a:srgbClr val="003399"/>
                </a:solidFill>
                <a:latin typeface="Optima"/>
                <a:cs typeface="Calibri"/>
              </a:rPr>
              <a:t>CCS</a:t>
            </a:r>
            <a:r>
              <a:rPr sz="1050" b="1" spc="-5" dirty="0">
                <a:solidFill>
                  <a:srgbClr val="003399"/>
                </a:solidFill>
                <a:latin typeface="Optima"/>
                <a:cs typeface="Calibri"/>
              </a:rPr>
              <a:t>AB</a:t>
            </a:r>
            <a:r>
              <a:rPr sz="1050" b="1" spc="-10" dirty="0">
                <a:solidFill>
                  <a:srgbClr val="003399"/>
                </a:solidFill>
                <a:latin typeface="Optima"/>
                <a:cs typeface="Calibri"/>
              </a:rPr>
              <a:t>C</a:t>
            </a:r>
            <a:r>
              <a:rPr sz="1050" b="1" dirty="0">
                <a:solidFill>
                  <a:srgbClr val="003399"/>
                </a:solidFill>
                <a:latin typeface="Optima"/>
                <a:cs typeface="Calibri"/>
              </a:rPr>
              <a:t>O</a:t>
            </a:r>
            <a:r>
              <a:rPr sz="1050" b="1" spc="-45" dirty="0">
                <a:solidFill>
                  <a:srgbClr val="003399"/>
                </a:solidFill>
                <a:latin typeface="Optima"/>
                <a:cs typeface="Calibri"/>
              </a:rPr>
              <a:t> </a:t>
            </a:r>
            <a:r>
              <a:rPr sz="1050" b="1" spc="-5" dirty="0">
                <a:solidFill>
                  <a:srgbClr val="003399"/>
                </a:solidFill>
                <a:latin typeface="Optima"/>
                <a:cs typeface="Calibri"/>
              </a:rPr>
              <a:t>(</a:t>
            </a:r>
            <a:r>
              <a:rPr sz="1050" b="1" dirty="0">
                <a:solidFill>
                  <a:srgbClr val="003399"/>
                </a:solidFill>
                <a:latin typeface="Optima"/>
                <a:cs typeface="Calibri"/>
              </a:rPr>
              <a:t>13 </a:t>
            </a:r>
            <a:r>
              <a:rPr sz="1050" b="1" spc="5" dirty="0">
                <a:solidFill>
                  <a:srgbClr val="003399"/>
                </a:solidFill>
                <a:latin typeface="Optima"/>
                <a:cs typeface="Calibri"/>
              </a:rPr>
              <a:t>C</a:t>
            </a:r>
            <a:r>
              <a:rPr sz="1050" b="1" spc="-5" dirty="0">
                <a:solidFill>
                  <a:srgbClr val="003399"/>
                </a:solidFill>
                <a:latin typeface="Optima"/>
                <a:cs typeface="Calibri"/>
              </a:rPr>
              <a:t>o</a:t>
            </a:r>
            <a:r>
              <a:rPr sz="1050" b="1" dirty="0">
                <a:solidFill>
                  <a:srgbClr val="003399"/>
                </a:solidFill>
                <a:latin typeface="Optima"/>
                <a:cs typeface="Calibri"/>
              </a:rPr>
              <a:t>u</a:t>
            </a:r>
            <a:r>
              <a:rPr sz="1050" b="1" spc="-10" dirty="0">
                <a:solidFill>
                  <a:srgbClr val="003399"/>
                </a:solidFill>
                <a:latin typeface="Optima"/>
                <a:cs typeface="Calibri"/>
              </a:rPr>
              <a:t>n</a:t>
            </a:r>
            <a:r>
              <a:rPr sz="1050" b="1" dirty="0">
                <a:solidFill>
                  <a:srgbClr val="003399"/>
                </a:solidFill>
                <a:latin typeface="Optima"/>
                <a:cs typeface="Calibri"/>
              </a:rPr>
              <a:t>t</a:t>
            </a:r>
            <a:r>
              <a:rPr sz="1050" b="1" spc="-5" dirty="0">
                <a:solidFill>
                  <a:srgbClr val="003399"/>
                </a:solidFill>
                <a:latin typeface="Optima"/>
                <a:cs typeface="Calibri"/>
              </a:rPr>
              <a:t>ries</a:t>
            </a:r>
            <a:r>
              <a:rPr sz="1050" b="1" dirty="0">
                <a:solidFill>
                  <a:srgbClr val="003399"/>
                </a:solidFill>
                <a:latin typeface="Optima"/>
                <a:cs typeface="Calibri"/>
              </a:rPr>
              <a:t>)  </a:t>
            </a:r>
            <a:r>
              <a:rPr sz="1050" b="1" spc="-5" dirty="0">
                <a:solidFill>
                  <a:srgbClr val="003399"/>
                </a:solidFill>
                <a:latin typeface="Optima"/>
                <a:cs typeface="Calibri"/>
              </a:rPr>
              <a:t>ABI</a:t>
            </a:r>
            <a:r>
              <a:rPr sz="1050" b="1" spc="-10" dirty="0">
                <a:solidFill>
                  <a:srgbClr val="003399"/>
                </a:solidFill>
                <a:latin typeface="Optima"/>
                <a:cs typeface="Calibri"/>
              </a:rPr>
              <a:t> </a:t>
            </a:r>
            <a:r>
              <a:rPr sz="1050" b="1" spc="5" dirty="0">
                <a:solidFill>
                  <a:srgbClr val="003399"/>
                </a:solidFill>
                <a:latin typeface="Optima"/>
                <a:cs typeface="Calibri"/>
              </a:rPr>
              <a:t>COCA</a:t>
            </a:r>
            <a:r>
              <a:rPr sz="1050" b="1" spc="-45" dirty="0">
                <a:solidFill>
                  <a:srgbClr val="003399"/>
                </a:solidFill>
                <a:latin typeface="Optima"/>
                <a:cs typeface="Calibri"/>
              </a:rPr>
              <a:t> </a:t>
            </a:r>
            <a:r>
              <a:rPr sz="1050" b="1" dirty="0">
                <a:solidFill>
                  <a:srgbClr val="003399"/>
                </a:solidFill>
                <a:latin typeface="Optima"/>
                <a:cs typeface="Calibri"/>
              </a:rPr>
              <a:t>COLA</a:t>
            </a:r>
            <a:endParaRPr sz="1050" dirty="0">
              <a:latin typeface="Optima"/>
              <a:cs typeface="Calibri"/>
            </a:endParaRPr>
          </a:p>
          <a:p>
            <a:pPr marL="304165" marR="156210">
              <a:lnSpc>
                <a:spcPct val="100000"/>
              </a:lnSpc>
            </a:pPr>
            <a:r>
              <a:rPr sz="1050" b="1" dirty="0">
                <a:solidFill>
                  <a:srgbClr val="003399"/>
                </a:solidFill>
                <a:latin typeface="Optima"/>
                <a:cs typeface="Calibri"/>
              </a:rPr>
              <a:t>COCA COLA (Malaysia) </a:t>
            </a:r>
            <a:r>
              <a:rPr sz="1050" b="1" spc="-225" dirty="0">
                <a:solidFill>
                  <a:srgbClr val="003399"/>
                </a:solidFill>
                <a:latin typeface="Optima"/>
                <a:cs typeface="Calibri"/>
              </a:rPr>
              <a:t> </a:t>
            </a:r>
            <a:r>
              <a:rPr sz="1050" b="1" spc="-5" dirty="0">
                <a:solidFill>
                  <a:srgbClr val="003399"/>
                </a:solidFill>
                <a:latin typeface="Optima"/>
                <a:cs typeface="Calibri"/>
              </a:rPr>
              <a:t>ADANI </a:t>
            </a:r>
            <a:r>
              <a:rPr sz="1050" b="1" dirty="0">
                <a:solidFill>
                  <a:srgbClr val="003399"/>
                </a:solidFill>
                <a:latin typeface="Optima"/>
                <a:cs typeface="Calibri"/>
              </a:rPr>
              <a:t>WILMAR </a:t>
            </a:r>
            <a:r>
              <a:rPr sz="1050" b="1" spc="-5" dirty="0">
                <a:solidFill>
                  <a:srgbClr val="003399"/>
                </a:solidFill>
                <a:latin typeface="Optima"/>
                <a:cs typeface="Calibri"/>
              </a:rPr>
              <a:t>(IND) </a:t>
            </a:r>
            <a:r>
              <a:rPr sz="1050" b="1" dirty="0">
                <a:solidFill>
                  <a:srgbClr val="003399"/>
                </a:solidFill>
                <a:latin typeface="Optima"/>
                <a:cs typeface="Calibri"/>
              </a:rPr>
              <a:t> NIRMA GROUP </a:t>
            </a:r>
            <a:r>
              <a:rPr sz="1050" b="1" spc="-5" dirty="0">
                <a:solidFill>
                  <a:srgbClr val="003399"/>
                </a:solidFill>
                <a:latin typeface="Optima"/>
                <a:cs typeface="Calibri"/>
              </a:rPr>
              <a:t>(IND) </a:t>
            </a:r>
            <a:r>
              <a:rPr sz="1050" b="1" dirty="0">
                <a:solidFill>
                  <a:srgbClr val="003399"/>
                </a:solidFill>
                <a:latin typeface="Optima"/>
                <a:cs typeface="Calibri"/>
              </a:rPr>
              <a:t> </a:t>
            </a:r>
            <a:r>
              <a:rPr sz="1050" b="1" spc="-5" dirty="0">
                <a:solidFill>
                  <a:srgbClr val="003399"/>
                </a:solidFill>
                <a:latin typeface="Optima"/>
                <a:cs typeface="Calibri"/>
              </a:rPr>
              <a:t>JINDAL</a:t>
            </a:r>
            <a:r>
              <a:rPr sz="1050" b="1" spc="-25" dirty="0">
                <a:solidFill>
                  <a:srgbClr val="003399"/>
                </a:solidFill>
                <a:latin typeface="Optima"/>
                <a:cs typeface="Calibri"/>
              </a:rPr>
              <a:t> </a:t>
            </a:r>
            <a:r>
              <a:rPr sz="1050" b="1" dirty="0">
                <a:solidFill>
                  <a:srgbClr val="003399"/>
                </a:solidFill>
                <a:latin typeface="Optima"/>
                <a:cs typeface="Calibri"/>
              </a:rPr>
              <a:t>LIFESTYLE</a:t>
            </a:r>
            <a:r>
              <a:rPr sz="1050" b="1" spc="-25" dirty="0">
                <a:solidFill>
                  <a:srgbClr val="003399"/>
                </a:solidFill>
                <a:latin typeface="Optima"/>
                <a:cs typeface="Calibri"/>
              </a:rPr>
              <a:t> </a:t>
            </a:r>
            <a:r>
              <a:rPr sz="1050" b="1" spc="-5" dirty="0">
                <a:solidFill>
                  <a:srgbClr val="003399"/>
                </a:solidFill>
                <a:latin typeface="Optima"/>
                <a:cs typeface="Calibri"/>
              </a:rPr>
              <a:t>(IND) </a:t>
            </a:r>
            <a:r>
              <a:rPr sz="1050" b="1" spc="-225" dirty="0">
                <a:solidFill>
                  <a:srgbClr val="003399"/>
                </a:solidFill>
                <a:latin typeface="Optima"/>
                <a:cs typeface="Calibri"/>
              </a:rPr>
              <a:t> </a:t>
            </a:r>
            <a:r>
              <a:rPr sz="1050" b="1" dirty="0">
                <a:solidFill>
                  <a:srgbClr val="003399"/>
                </a:solidFill>
                <a:latin typeface="Optima"/>
                <a:cs typeface="Calibri"/>
              </a:rPr>
              <a:t>CONAGRA</a:t>
            </a:r>
            <a:r>
              <a:rPr sz="1050" b="1" spc="-45" dirty="0">
                <a:solidFill>
                  <a:srgbClr val="003399"/>
                </a:solidFill>
                <a:latin typeface="Optima"/>
                <a:cs typeface="Calibri"/>
              </a:rPr>
              <a:t> </a:t>
            </a:r>
            <a:r>
              <a:rPr sz="1050" b="1" spc="-5" dirty="0">
                <a:solidFill>
                  <a:srgbClr val="003399"/>
                </a:solidFill>
                <a:latin typeface="Optima"/>
                <a:cs typeface="Calibri"/>
              </a:rPr>
              <a:t>(USA)</a:t>
            </a:r>
            <a:endParaRPr sz="1050">
              <a:latin typeface="Optima"/>
              <a:cs typeface="Calibri"/>
            </a:endParaRPr>
          </a:p>
          <a:p>
            <a:pPr marL="304165">
              <a:lnSpc>
                <a:spcPct val="100000"/>
              </a:lnSpc>
              <a:spcBef>
                <a:spcPts val="5"/>
              </a:spcBef>
            </a:pPr>
            <a:r>
              <a:rPr sz="1050" b="1" dirty="0">
                <a:solidFill>
                  <a:srgbClr val="003399"/>
                </a:solidFill>
                <a:latin typeface="Optima"/>
                <a:cs typeface="Calibri"/>
              </a:rPr>
              <a:t>NFL</a:t>
            </a:r>
            <a:r>
              <a:rPr sz="1050" b="1" spc="-35" dirty="0">
                <a:solidFill>
                  <a:srgbClr val="003399"/>
                </a:solidFill>
                <a:latin typeface="Optima"/>
                <a:cs typeface="Calibri"/>
              </a:rPr>
              <a:t> </a:t>
            </a:r>
            <a:r>
              <a:rPr sz="1050" b="1" spc="-5" dirty="0">
                <a:solidFill>
                  <a:srgbClr val="003399"/>
                </a:solidFill>
                <a:latin typeface="Optima"/>
                <a:cs typeface="Calibri"/>
              </a:rPr>
              <a:t>(PAK)</a:t>
            </a:r>
            <a:endParaRPr sz="1050" dirty="0">
              <a:latin typeface="Optima"/>
              <a:cs typeface="Calibri"/>
            </a:endParaRPr>
          </a:p>
        </p:txBody>
      </p:sp>
      <p:sp>
        <p:nvSpPr>
          <p:cNvPr id="77" name="object 77"/>
          <p:cNvSpPr txBox="1"/>
          <p:nvPr/>
        </p:nvSpPr>
        <p:spPr>
          <a:xfrm>
            <a:off x="6155182" y="3242817"/>
            <a:ext cx="786130" cy="175048"/>
          </a:xfrm>
          <a:prstGeom prst="rect">
            <a:avLst/>
          </a:prstGeom>
        </p:spPr>
        <p:txBody>
          <a:bodyPr vert="horz" wrap="square" lIns="0" tIns="13335" rIns="0" bIns="0" rtlCol="0">
            <a:spAutoFit/>
          </a:bodyPr>
          <a:lstStyle/>
          <a:p>
            <a:pPr marL="12700">
              <a:lnSpc>
                <a:spcPct val="100000"/>
              </a:lnSpc>
              <a:spcBef>
                <a:spcPts val="105"/>
              </a:spcBef>
            </a:pPr>
            <a:r>
              <a:rPr sz="1050" b="1" spc="-10" dirty="0">
                <a:solidFill>
                  <a:srgbClr val="FF0000"/>
                </a:solidFill>
                <a:latin typeface="Optima"/>
                <a:cs typeface="Calibri"/>
              </a:rPr>
              <a:t>I</a:t>
            </a:r>
            <a:r>
              <a:rPr sz="1050" b="1" dirty="0">
                <a:solidFill>
                  <a:srgbClr val="FF0000"/>
                </a:solidFill>
                <a:latin typeface="Optima"/>
                <a:cs typeface="Calibri"/>
              </a:rPr>
              <a:t>R</a:t>
            </a:r>
            <a:r>
              <a:rPr sz="1050" b="1" spc="5" dirty="0">
                <a:solidFill>
                  <a:srgbClr val="FF0000"/>
                </a:solidFill>
                <a:latin typeface="Optima"/>
                <a:cs typeface="Calibri"/>
              </a:rPr>
              <a:t>O</a:t>
            </a:r>
            <a:r>
              <a:rPr sz="1050" b="1" dirty="0">
                <a:solidFill>
                  <a:srgbClr val="FF0000"/>
                </a:solidFill>
                <a:latin typeface="Optima"/>
                <a:cs typeface="Calibri"/>
              </a:rPr>
              <a:t>N</a:t>
            </a:r>
            <a:r>
              <a:rPr sz="1050" b="1" spc="-35" dirty="0">
                <a:solidFill>
                  <a:srgbClr val="FF0000"/>
                </a:solidFill>
                <a:latin typeface="Optima"/>
                <a:cs typeface="Calibri"/>
              </a:rPr>
              <a:t> </a:t>
            </a:r>
            <a:r>
              <a:rPr sz="1050" b="1" dirty="0">
                <a:solidFill>
                  <a:srgbClr val="FF0000"/>
                </a:solidFill>
                <a:latin typeface="Optima"/>
                <a:cs typeface="Calibri"/>
              </a:rPr>
              <a:t>&amp; STEEL</a:t>
            </a:r>
            <a:endParaRPr sz="1050">
              <a:latin typeface="Optima"/>
              <a:cs typeface="Calibri"/>
            </a:endParaRPr>
          </a:p>
        </p:txBody>
      </p:sp>
      <p:sp>
        <p:nvSpPr>
          <p:cNvPr id="78" name="object 78"/>
          <p:cNvSpPr txBox="1"/>
          <p:nvPr/>
        </p:nvSpPr>
        <p:spPr>
          <a:xfrm>
            <a:off x="6223761" y="362991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79" name="object 79"/>
          <p:cNvSpPr txBox="1"/>
          <p:nvPr/>
        </p:nvSpPr>
        <p:spPr>
          <a:xfrm>
            <a:off x="6223761" y="3789933"/>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0" name="object 80"/>
          <p:cNvSpPr txBox="1"/>
          <p:nvPr/>
        </p:nvSpPr>
        <p:spPr>
          <a:xfrm>
            <a:off x="6223761" y="3949953"/>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1" name="object 81"/>
          <p:cNvSpPr txBox="1"/>
          <p:nvPr/>
        </p:nvSpPr>
        <p:spPr>
          <a:xfrm>
            <a:off x="6223761" y="411035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2" name="object 82"/>
          <p:cNvSpPr txBox="1"/>
          <p:nvPr/>
        </p:nvSpPr>
        <p:spPr>
          <a:xfrm>
            <a:off x="6223761" y="4270375"/>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3" name="object 83"/>
          <p:cNvSpPr txBox="1"/>
          <p:nvPr/>
        </p:nvSpPr>
        <p:spPr>
          <a:xfrm>
            <a:off x="6223761" y="4430395"/>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4" name="object 84"/>
          <p:cNvSpPr txBox="1"/>
          <p:nvPr/>
        </p:nvSpPr>
        <p:spPr>
          <a:xfrm>
            <a:off x="6223761" y="459041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5" name="object 85"/>
          <p:cNvSpPr txBox="1"/>
          <p:nvPr/>
        </p:nvSpPr>
        <p:spPr>
          <a:xfrm>
            <a:off x="6223761" y="475043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6" name="object 86"/>
          <p:cNvSpPr txBox="1"/>
          <p:nvPr/>
        </p:nvSpPr>
        <p:spPr>
          <a:xfrm>
            <a:off x="6223761" y="491045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7" name="object 87"/>
          <p:cNvSpPr txBox="1"/>
          <p:nvPr/>
        </p:nvSpPr>
        <p:spPr>
          <a:xfrm>
            <a:off x="6223761" y="5070475"/>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88" name="object 88"/>
          <p:cNvSpPr txBox="1"/>
          <p:nvPr/>
        </p:nvSpPr>
        <p:spPr>
          <a:xfrm>
            <a:off x="6223761" y="5230190"/>
            <a:ext cx="85725" cy="93615"/>
          </a:xfrm>
          <a:prstGeom prst="rect">
            <a:avLst/>
          </a:prstGeom>
        </p:spPr>
        <p:txBody>
          <a:bodyPr vert="horz" wrap="square" lIns="0" tIns="16510" rIns="0" bIns="0" rtlCol="0">
            <a:spAutoFit/>
          </a:bodyPr>
          <a:lstStyle/>
          <a:p>
            <a:pPr marL="12700">
              <a:lnSpc>
                <a:spcPct val="100000"/>
              </a:lnSpc>
              <a:spcBef>
                <a:spcPts val="130"/>
              </a:spcBef>
            </a:pPr>
            <a:r>
              <a:rPr sz="500" spc="25" dirty="0">
                <a:solidFill>
                  <a:srgbClr val="333399"/>
                </a:solidFill>
                <a:latin typeface="Optima"/>
                <a:cs typeface="Wingdings"/>
              </a:rPr>
              <a:t></a:t>
            </a:r>
            <a:endParaRPr sz="500">
              <a:latin typeface="Optima"/>
              <a:cs typeface="Wingdings"/>
            </a:endParaRPr>
          </a:p>
        </p:txBody>
      </p:sp>
      <p:sp>
        <p:nvSpPr>
          <p:cNvPr id="89" name="object 89"/>
          <p:cNvSpPr txBox="1"/>
          <p:nvPr/>
        </p:nvSpPr>
        <p:spPr>
          <a:xfrm>
            <a:off x="6223761" y="3402838"/>
            <a:ext cx="2483485" cy="1947545"/>
          </a:xfrm>
          <a:prstGeom prst="rect">
            <a:avLst/>
          </a:prstGeom>
        </p:spPr>
        <p:txBody>
          <a:bodyPr vert="horz" wrap="square" lIns="0" tIns="13335" rIns="0" bIns="0" rtlCol="0">
            <a:spAutoFit/>
          </a:bodyPr>
          <a:lstStyle/>
          <a:p>
            <a:pPr marL="316865" marR="565150" indent="-304800">
              <a:lnSpc>
                <a:spcPct val="100000"/>
              </a:lnSpc>
              <a:spcBef>
                <a:spcPts val="105"/>
              </a:spcBef>
              <a:tabLst>
                <a:tab pos="316865" algn="l"/>
              </a:tabLst>
            </a:pPr>
            <a:r>
              <a:rPr sz="500" spc="25" dirty="0">
                <a:solidFill>
                  <a:srgbClr val="333399"/>
                </a:solidFill>
                <a:latin typeface="Optima"/>
                <a:cs typeface="Wingdings"/>
              </a:rPr>
              <a:t></a:t>
            </a:r>
            <a:r>
              <a:rPr sz="500" spc="25" dirty="0">
                <a:solidFill>
                  <a:srgbClr val="333399"/>
                </a:solidFill>
                <a:latin typeface="Optima"/>
                <a:cs typeface="Times New Roman"/>
              </a:rPr>
              <a:t>	</a:t>
            </a:r>
            <a:r>
              <a:rPr sz="1050" b="1" dirty="0">
                <a:solidFill>
                  <a:srgbClr val="0F469B"/>
                </a:solidFill>
                <a:latin typeface="Optima"/>
                <a:cs typeface="Calibri"/>
              </a:rPr>
              <a:t>COLUMBUS</a:t>
            </a:r>
            <a:r>
              <a:rPr sz="1050" b="1" spc="-55" dirty="0">
                <a:solidFill>
                  <a:srgbClr val="0F469B"/>
                </a:solidFill>
                <a:latin typeface="Optima"/>
                <a:cs typeface="Calibri"/>
              </a:rPr>
              <a:t> </a:t>
            </a:r>
            <a:r>
              <a:rPr sz="1050" b="1" dirty="0">
                <a:solidFill>
                  <a:srgbClr val="0F469B"/>
                </a:solidFill>
                <a:latin typeface="Optima"/>
                <a:cs typeface="Calibri"/>
              </a:rPr>
              <a:t>STAINLESS</a:t>
            </a:r>
            <a:r>
              <a:rPr sz="1050" b="1" spc="-50" dirty="0">
                <a:solidFill>
                  <a:srgbClr val="0F469B"/>
                </a:solidFill>
                <a:latin typeface="Optima"/>
                <a:cs typeface="Calibri"/>
              </a:rPr>
              <a:t> </a:t>
            </a:r>
            <a:r>
              <a:rPr sz="1050" b="1" dirty="0">
                <a:solidFill>
                  <a:srgbClr val="0F469B"/>
                </a:solidFill>
                <a:latin typeface="Optima"/>
                <a:cs typeface="Calibri"/>
              </a:rPr>
              <a:t>(RSA) </a:t>
            </a:r>
            <a:r>
              <a:rPr sz="1050" b="1" spc="-220" dirty="0">
                <a:solidFill>
                  <a:srgbClr val="0F469B"/>
                </a:solidFill>
                <a:latin typeface="Optima"/>
                <a:cs typeface="Calibri"/>
              </a:rPr>
              <a:t> </a:t>
            </a:r>
            <a:r>
              <a:rPr sz="1050" b="1" dirty="0">
                <a:solidFill>
                  <a:srgbClr val="0F469B"/>
                </a:solidFill>
                <a:latin typeface="Optima"/>
                <a:cs typeface="Calibri"/>
              </a:rPr>
              <a:t>HADEED</a:t>
            </a:r>
            <a:r>
              <a:rPr sz="1050" b="1" spc="-20" dirty="0">
                <a:solidFill>
                  <a:srgbClr val="0F469B"/>
                </a:solidFill>
                <a:latin typeface="Optima"/>
                <a:cs typeface="Calibri"/>
              </a:rPr>
              <a:t> </a:t>
            </a:r>
            <a:r>
              <a:rPr sz="1050" b="1" dirty="0">
                <a:solidFill>
                  <a:srgbClr val="0F469B"/>
                </a:solidFill>
                <a:latin typeface="Optima"/>
                <a:cs typeface="Calibri"/>
              </a:rPr>
              <a:t>(KSA)</a:t>
            </a:r>
            <a:endParaRPr sz="1050" dirty="0">
              <a:latin typeface="Optima"/>
              <a:cs typeface="Calibri"/>
            </a:endParaRPr>
          </a:p>
          <a:p>
            <a:pPr marL="316865">
              <a:lnSpc>
                <a:spcPct val="100000"/>
              </a:lnSpc>
            </a:pPr>
            <a:r>
              <a:rPr sz="1050" b="1" dirty="0">
                <a:solidFill>
                  <a:srgbClr val="0F469B"/>
                </a:solidFill>
                <a:latin typeface="Optima"/>
                <a:cs typeface="Calibri"/>
              </a:rPr>
              <a:t>MITTAL</a:t>
            </a:r>
            <a:r>
              <a:rPr sz="1050" b="1" spc="-35" dirty="0">
                <a:solidFill>
                  <a:srgbClr val="0F469B"/>
                </a:solidFill>
                <a:latin typeface="Optima"/>
                <a:cs typeface="Calibri"/>
              </a:rPr>
              <a:t> </a:t>
            </a:r>
            <a:r>
              <a:rPr sz="1050" b="1" dirty="0">
                <a:solidFill>
                  <a:srgbClr val="0F469B"/>
                </a:solidFill>
                <a:latin typeface="Optima"/>
                <a:cs typeface="Calibri"/>
              </a:rPr>
              <a:t>STEEL</a:t>
            </a:r>
            <a:r>
              <a:rPr sz="1050" b="1" spc="-25" dirty="0">
                <a:solidFill>
                  <a:srgbClr val="0F469B"/>
                </a:solidFill>
                <a:latin typeface="Optima"/>
                <a:cs typeface="Calibri"/>
              </a:rPr>
              <a:t> </a:t>
            </a:r>
            <a:r>
              <a:rPr sz="1050" b="1" dirty="0">
                <a:solidFill>
                  <a:srgbClr val="0F469B"/>
                </a:solidFill>
                <a:latin typeface="Optima"/>
                <a:cs typeface="Calibri"/>
              </a:rPr>
              <a:t>(5</a:t>
            </a:r>
            <a:r>
              <a:rPr sz="1050" b="1" spc="-20" dirty="0">
                <a:solidFill>
                  <a:srgbClr val="0F469B"/>
                </a:solidFill>
                <a:latin typeface="Optima"/>
                <a:cs typeface="Calibri"/>
              </a:rPr>
              <a:t> </a:t>
            </a:r>
            <a:r>
              <a:rPr sz="1050" b="1" dirty="0">
                <a:solidFill>
                  <a:srgbClr val="0F469B"/>
                </a:solidFill>
                <a:latin typeface="Optima"/>
                <a:cs typeface="Calibri"/>
              </a:rPr>
              <a:t>BU’s)</a:t>
            </a:r>
            <a:endParaRPr sz="1050" dirty="0">
              <a:latin typeface="Optima"/>
              <a:cs typeface="Calibri"/>
            </a:endParaRPr>
          </a:p>
          <a:p>
            <a:pPr marL="316865">
              <a:lnSpc>
                <a:spcPct val="100000"/>
              </a:lnSpc>
            </a:pPr>
            <a:r>
              <a:rPr sz="1050" b="1" dirty="0">
                <a:solidFill>
                  <a:srgbClr val="0F469B"/>
                </a:solidFill>
                <a:latin typeface="Optima"/>
                <a:cs typeface="Calibri"/>
              </a:rPr>
              <a:t>NAKONTHAI</a:t>
            </a:r>
            <a:r>
              <a:rPr sz="1050" b="1" spc="-50" dirty="0">
                <a:solidFill>
                  <a:srgbClr val="0F469B"/>
                </a:solidFill>
                <a:latin typeface="Optima"/>
                <a:cs typeface="Calibri"/>
              </a:rPr>
              <a:t> </a:t>
            </a:r>
            <a:r>
              <a:rPr sz="1050" b="1" dirty="0">
                <a:solidFill>
                  <a:srgbClr val="0F469B"/>
                </a:solidFill>
                <a:latin typeface="Optima"/>
                <a:cs typeface="Calibri"/>
              </a:rPr>
              <a:t>STRIP</a:t>
            </a:r>
            <a:r>
              <a:rPr sz="1050" b="1" spc="-30" dirty="0">
                <a:solidFill>
                  <a:srgbClr val="0F469B"/>
                </a:solidFill>
                <a:latin typeface="Optima"/>
                <a:cs typeface="Calibri"/>
              </a:rPr>
              <a:t> </a:t>
            </a:r>
            <a:r>
              <a:rPr sz="1050" b="1" dirty="0">
                <a:solidFill>
                  <a:srgbClr val="0F469B"/>
                </a:solidFill>
                <a:latin typeface="Optima"/>
                <a:cs typeface="Calibri"/>
              </a:rPr>
              <a:t>MILL</a:t>
            </a:r>
            <a:r>
              <a:rPr sz="1050" b="1" spc="-20" dirty="0">
                <a:solidFill>
                  <a:srgbClr val="0F469B"/>
                </a:solidFill>
                <a:latin typeface="Optima"/>
                <a:cs typeface="Calibri"/>
              </a:rPr>
              <a:t> </a:t>
            </a:r>
            <a:r>
              <a:rPr sz="1050" b="1" spc="-5" dirty="0">
                <a:solidFill>
                  <a:srgbClr val="0F469B"/>
                </a:solidFill>
                <a:latin typeface="Optima"/>
                <a:cs typeface="Calibri"/>
              </a:rPr>
              <a:t>(Thailand)</a:t>
            </a:r>
            <a:endParaRPr sz="1050" dirty="0">
              <a:latin typeface="Optima"/>
              <a:cs typeface="Calibri"/>
            </a:endParaRPr>
          </a:p>
          <a:p>
            <a:pPr marL="316865" marR="5080">
              <a:lnSpc>
                <a:spcPct val="100000"/>
              </a:lnSpc>
            </a:pPr>
            <a:r>
              <a:rPr sz="1050" b="1" dirty="0">
                <a:solidFill>
                  <a:srgbClr val="0F469B"/>
                </a:solidFill>
                <a:latin typeface="Optima"/>
                <a:cs typeface="Calibri"/>
              </a:rPr>
              <a:t>SEVERSTAL, (Russia, </a:t>
            </a:r>
            <a:r>
              <a:rPr sz="1050" b="1" spc="-5" dirty="0">
                <a:solidFill>
                  <a:srgbClr val="0F469B"/>
                </a:solidFill>
                <a:latin typeface="Optima"/>
                <a:cs typeface="Calibri"/>
              </a:rPr>
              <a:t>Italy, France, USA) </a:t>
            </a:r>
            <a:r>
              <a:rPr sz="1050" b="1" spc="-225" dirty="0">
                <a:solidFill>
                  <a:srgbClr val="0F469B"/>
                </a:solidFill>
                <a:latin typeface="Optima"/>
                <a:cs typeface="Calibri"/>
              </a:rPr>
              <a:t> </a:t>
            </a:r>
            <a:r>
              <a:rPr sz="1050" b="1" spc="-5" dirty="0">
                <a:solidFill>
                  <a:srgbClr val="0F469B"/>
                </a:solidFill>
                <a:latin typeface="Optima"/>
                <a:cs typeface="Calibri"/>
              </a:rPr>
              <a:t>JINDAL </a:t>
            </a:r>
            <a:r>
              <a:rPr sz="1050" b="1" dirty="0">
                <a:solidFill>
                  <a:srgbClr val="0F469B"/>
                </a:solidFill>
                <a:latin typeface="Optima"/>
                <a:cs typeface="Calibri"/>
              </a:rPr>
              <a:t>STEEL</a:t>
            </a:r>
            <a:r>
              <a:rPr sz="1050" b="1" spc="-10" dirty="0">
                <a:solidFill>
                  <a:srgbClr val="0F469B"/>
                </a:solidFill>
                <a:latin typeface="Optima"/>
                <a:cs typeface="Calibri"/>
              </a:rPr>
              <a:t> </a:t>
            </a:r>
            <a:r>
              <a:rPr sz="1050" b="1" spc="-5" dirty="0">
                <a:solidFill>
                  <a:srgbClr val="0F469B"/>
                </a:solidFill>
                <a:latin typeface="Optima"/>
                <a:cs typeface="Calibri"/>
              </a:rPr>
              <a:t>(IND)</a:t>
            </a:r>
            <a:endParaRPr sz="1050" dirty="0">
              <a:latin typeface="Optima"/>
              <a:cs typeface="Calibri"/>
            </a:endParaRPr>
          </a:p>
          <a:p>
            <a:pPr marL="316865" marR="555625">
              <a:lnSpc>
                <a:spcPct val="100000"/>
              </a:lnSpc>
              <a:spcBef>
                <a:spcPts val="5"/>
              </a:spcBef>
            </a:pPr>
            <a:r>
              <a:rPr sz="1050" b="1" dirty="0">
                <a:solidFill>
                  <a:srgbClr val="0F469B"/>
                </a:solidFill>
                <a:latin typeface="Optima"/>
                <a:cs typeface="Calibri"/>
              </a:rPr>
              <a:t>WELSPUN GROUP </a:t>
            </a:r>
            <a:r>
              <a:rPr sz="1050" b="1" spc="-5" dirty="0">
                <a:solidFill>
                  <a:srgbClr val="0F469B"/>
                </a:solidFill>
                <a:latin typeface="Optima"/>
                <a:cs typeface="Calibri"/>
              </a:rPr>
              <a:t>(IND) </a:t>
            </a:r>
            <a:r>
              <a:rPr sz="1050" b="1" dirty="0">
                <a:solidFill>
                  <a:srgbClr val="0F469B"/>
                </a:solidFill>
                <a:latin typeface="Optima"/>
                <a:cs typeface="Calibri"/>
              </a:rPr>
              <a:t> EMIRATES STEEL </a:t>
            </a:r>
            <a:r>
              <a:rPr sz="1050" b="1" spc="-5" dirty="0">
                <a:solidFill>
                  <a:srgbClr val="0F469B"/>
                </a:solidFill>
                <a:latin typeface="Optima"/>
                <a:cs typeface="Calibri"/>
              </a:rPr>
              <a:t>(UAE) </a:t>
            </a:r>
            <a:r>
              <a:rPr sz="1050" b="1" dirty="0">
                <a:solidFill>
                  <a:srgbClr val="0F469B"/>
                </a:solidFill>
                <a:latin typeface="Optima"/>
                <a:cs typeface="Calibri"/>
              </a:rPr>
              <a:t> FOULATH GROUP </a:t>
            </a:r>
            <a:r>
              <a:rPr sz="1050" b="1" spc="-5" dirty="0">
                <a:solidFill>
                  <a:srgbClr val="0F469B"/>
                </a:solidFill>
                <a:latin typeface="Optima"/>
                <a:cs typeface="Calibri"/>
              </a:rPr>
              <a:t>(BAHRAIN) </a:t>
            </a:r>
            <a:r>
              <a:rPr sz="1050" b="1" spc="-229" dirty="0">
                <a:solidFill>
                  <a:srgbClr val="0F469B"/>
                </a:solidFill>
                <a:latin typeface="Optima"/>
                <a:cs typeface="Calibri"/>
              </a:rPr>
              <a:t> </a:t>
            </a:r>
            <a:r>
              <a:rPr sz="1050" b="1" dirty="0">
                <a:solidFill>
                  <a:srgbClr val="0F469B"/>
                </a:solidFill>
                <a:latin typeface="Optima"/>
                <a:cs typeface="Calibri"/>
              </a:rPr>
              <a:t>ESL</a:t>
            </a:r>
            <a:r>
              <a:rPr sz="1050" b="1" spc="-5" dirty="0">
                <a:solidFill>
                  <a:srgbClr val="0F469B"/>
                </a:solidFill>
                <a:latin typeface="Optima"/>
                <a:cs typeface="Calibri"/>
              </a:rPr>
              <a:t> VEDANTA</a:t>
            </a:r>
            <a:r>
              <a:rPr sz="1050" b="1" spc="-15" dirty="0">
                <a:solidFill>
                  <a:srgbClr val="0F469B"/>
                </a:solidFill>
                <a:latin typeface="Optima"/>
                <a:cs typeface="Calibri"/>
              </a:rPr>
              <a:t> </a:t>
            </a:r>
            <a:r>
              <a:rPr sz="1050" b="1" spc="-5" dirty="0">
                <a:solidFill>
                  <a:srgbClr val="0F469B"/>
                </a:solidFill>
                <a:latin typeface="Optima"/>
                <a:cs typeface="Calibri"/>
              </a:rPr>
              <a:t>(IND)</a:t>
            </a:r>
            <a:endParaRPr sz="1050" dirty="0">
              <a:latin typeface="Optima"/>
              <a:cs typeface="Calibri"/>
            </a:endParaRPr>
          </a:p>
          <a:p>
            <a:pPr marL="316865">
              <a:lnSpc>
                <a:spcPct val="100000"/>
              </a:lnSpc>
            </a:pPr>
            <a:r>
              <a:rPr sz="1050" b="1" dirty="0">
                <a:solidFill>
                  <a:srgbClr val="0F469B"/>
                </a:solidFill>
                <a:latin typeface="Optima"/>
                <a:cs typeface="Calibri"/>
              </a:rPr>
              <a:t>RMG</a:t>
            </a:r>
            <a:r>
              <a:rPr sz="1050" b="1" spc="-40" dirty="0">
                <a:solidFill>
                  <a:srgbClr val="0F469B"/>
                </a:solidFill>
                <a:latin typeface="Optima"/>
                <a:cs typeface="Calibri"/>
              </a:rPr>
              <a:t> </a:t>
            </a:r>
            <a:r>
              <a:rPr sz="1050" b="1" dirty="0">
                <a:solidFill>
                  <a:srgbClr val="0F469B"/>
                </a:solidFill>
                <a:latin typeface="Optima"/>
                <a:cs typeface="Calibri"/>
              </a:rPr>
              <a:t>WELSPUN</a:t>
            </a:r>
            <a:r>
              <a:rPr sz="1050" b="1" spc="-40" dirty="0">
                <a:solidFill>
                  <a:srgbClr val="0F469B"/>
                </a:solidFill>
                <a:latin typeface="Optima"/>
                <a:cs typeface="Calibri"/>
              </a:rPr>
              <a:t> </a:t>
            </a:r>
            <a:r>
              <a:rPr sz="1050" b="1" spc="-5" dirty="0">
                <a:solidFill>
                  <a:srgbClr val="0F469B"/>
                </a:solidFill>
                <a:latin typeface="Optima"/>
                <a:cs typeface="Calibri"/>
              </a:rPr>
              <a:t>(IND)</a:t>
            </a:r>
            <a:endParaRPr sz="1050" dirty="0">
              <a:latin typeface="Optima"/>
              <a:cs typeface="Calibri"/>
            </a:endParaRPr>
          </a:p>
          <a:p>
            <a:pPr marL="316865">
              <a:lnSpc>
                <a:spcPct val="100000"/>
              </a:lnSpc>
            </a:pPr>
            <a:r>
              <a:rPr sz="1050" b="1" dirty="0">
                <a:solidFill>
                  <a:srgbClr val="0F469B"/>
                </a:solidFill>
                <a:latin typeface="Optima"/>
                <a:cs typeface="Calibri"/>
              </a:rPr>
              <a:t>JSW</a:t>
            </a:r>
            <a:r>
              <a:rPr sz="1050" b="1" spc="-35" dirty="0">
                <a:solidFill>
                  <a:srgbClr val="0F469B"/>
                </a:solidFill>
                <a:latin typeface="Optima"/>
                <a:cs typeface="Calibri"/>
              </a:rPr>
              <a:t> </a:t>
            </a:r>
            <a:r>
              <a:rPr sz="1050" b="1" dirty="0">
                <a:solidFill>
                  <a:srgbClr val="0F469B"/>
                </a:solidFill>
                <a:latin typeface="Optima"/>
                <a:cs typeface="Calibri"/>
              </a:rPr>
              <a:t>GROUP</a:t>
            </a:r>
            <a:r>
              <a:rPr sz="1050" b="1" spc="-40" dirty="0">
                <a:solidFill>
                  <a:srgbClr val="0F469B"/>
                </a:solidFill>
                <a:latin typeface="Optima"/>
                <a:cs typeface="Calibri"/>
              </a:rPr>
              <a:t> </a:t>
            </a:r>
            <a:r>
              <a:rPr sz="1050" b="1" spc="-5" dirty="0">
                <a:solidFill>
                  <a:srgbClr val="0F469B"/>
                </a:solidFill>
                <a:latin typeface="Optima"/>
                <a:cs typeface="Calibri"/>
              </a:rPr>
              <a:t>(IND)</a:t>
            </a:r>
            <a:endParaRPr sz="1050" dirty="0">
              <a:latin typeface="Optima"/>
              <a:cs typeface="Calibri"/>
            </a:endParaRPr>
          </a:p>
        </p:txBody>
      </p:sp>
      <p:sp>
        <p:nvSpPr>
          <p:cNvPr id="90" name="object 90"/>
          <p:cNvSpPr txBox="1"/>
          <p:nvPr/>
        </p:nvSpPr>
        <p:spPr>
          <a:xfrm>
            <a:off x="6155182" y="5323713"/>
            <a:ext cx="500380" cy="175048"/>
          </a:xfrm>
          <a:prstGeom prst="rect">
            <a:avLst/>
          </a:prstGeom>
        </p:spPr>
        <p:txBody>
          <a:bodyPr vert="horz" wrap="square" lIns="0" tIns="13335" rIns="0" bIns="0" rtlCol="0">
            <a:spAutoFit/>
          </a:bodyPr>
          <a:lstStyle/>
          <a:p>
            <a:pPr marL="12700">
              <a:lnSpc>
                <a:spcPct val="100000"/>
              </a:lnSpc>
              <a:spcBef>
                <a:spcPts val="105"/>
              </a:spcBef>
            </a:pPr>
            <a:r>
              <a:rPr sz="1050" b="1" dirty="0">
                <a:solidFill>
                  <a:srgbClr val="FF0000"/>
                </a:solidFill>
                <a:latin typeface="Optima"/>
                <a:cs typeface="Calibri"/>
              </a:rPr>
              <a:t>CEMENT</a:t>
            </a:r>
            <a:endParaRPr sz="1050">
              <a:latin typeface="Optima"/>
              <a:cs typeface="Calibri"/>
            </a:endParaRPr>
          </a:p>
        </p:txBody>
      </p:sp>
      <p:sp>
        <p:nvSpPr>
          <p:cNvPr id="91" name="object 91"/>
          <p:cNvSpPr txBox="1"/>
          <p:nvPr/>
        </p:nvSpPr>
        <p:spPr>
          <a:xfrm>
            <a:off x="6223761" y="571083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2" name="object 92"/>
          <p:cNvSpPr txBox="1"/>
          <p:nvPr/>
        </p:nvSpPr>
        <p:spPr>
          <a:xfrm>
            <a:off x="6223761" y="587085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3" name="object 93"/>
          <p:cNvSpPr txBox="1"/>
          <p:nvPr/>
        </p:nvSpPr>
        <p:spPr>
          <a:xfrm>
            <a:off x="6223761" y="603087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4" name="object 94"/>
          <p:cNvSpPr txBox="1"/>
          <p:nvPr/>
        </p:nvSpPr>
        <p:spPr>
          <a:xfrm>
            <a:off x="6223761" y="619089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5" name="object 95"/>
          <p:cNvSpPr txBox="1"/>
          <p:nvPr/>
        </p:nvSpPr>
        <p:spPr>
          <a:xfrm>
            <a:off x="6223761" y="6350914"/>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6" name="object 96"/>
          <p:cNvSpPr txBox="1"/>
          <p:nvPr/>
        </p:nvSpPr>
        <p:spPr>
          <a:xfrm>
            <a:off x="6223761" y="6510629"/>
            <a:ext cx="85725" cy="93615"/>
          </a:xfrm>
          <a:prstGeom prst="rect">
            <a:avLst/>
          </a:prstGeom>
        </p:spPr>
        <p:txBody>
          <a:bodyPr vert="horz" wrap="square" lIns="0" tIns="16510" rIns="0" bIns="0" rtlCol="0">
            <a:spAutoFit/>
          </a:bodyPr>
          <a:lstStyle/>
          <a:p>
            <a:pPr marL="12700">
              <a:lnSpc>
                <a:spcPct val="100000"/>
              </a:lnSpc>
              <a:spcBef>
                <a:spcPts val="130"/>
              </a:spcBef>
            </a:pPr>
            <a:r>
              <a:rPr sz="500" spc="25" dirty="0">
                <a:solidFill>
                  <a:srgbClr val="333399"/>
                </a:solidFill>
                <a:latin typeface="Optima"/>
                <a:cs typeface="Wingdings"/>
              </a:rPr>
              <a:t></a:t>
            </a:r>
            <a:endParaRPr sz="500">
              <a:latin typeface="Optima"/>
              <a:cs typeface="Wingdings"/>
            </a:endParaRPr>
          </a:p>
        </p:txBody>
      </p:sp>
      <p:sp>
        <p:nvSpPr>
          <p:cNvPr id="97" name="object 97"/>
          <p:cNvSpPr txBox="1"/>
          <p:nvPr/>
        </p:nvSpPr>
        <p:spPr>
          <a:xfrm>
            <a:off x="6223761" y="6671259"/>
            <a:ext cx="85725" cy="92974"/>
          </a:xfrm>
          <a:prstGeom prst="rect">
            <a:avLst/>
          </a:prstGeom>
        </p:spPr>
        <p:txBody>
          <a:bodyPr vert="horz" wrap="square" lIns="0" tIns="15875" rIns="0" bIns="0" rtlCol="0">
            <a:spAutoFit/>
          </a:bodyPr>
          <a:lstStyle/>
          <a:p>
            <a:pPr marL="12700">
              <a:lnSpc>
                <a:spcPct val="100000"/>
              </a:lnSpc>
              <a:spcBef>
                <a:spcPts val="125"/>
              </a:spcBef>
            </a:pPr>
            <a:r>
              <a:rPr sz="500" spc="25" dirty="0">
                <a:solidFill>
                  <a:srgbClr val="333399"/>
                </a:solidFill>
                <a:latin typeface="Optima"/>
                <a:cs typeface="Wingdings"/>
              </a:rPr>
              <a:t></a:t>
            </a:r>
            <a:endParaRPr sz="500">
              <a:latin typeface="Optima"/>
              <a:cs typeface="Wingdings"/>
            </a:endParaRPr>
          </a:p>
        </p:txBody>
      </p:sp>
      <p:sp>
        <p:nvSpPr>
          <p:cNvPr id="98" name="object 98"/>
          <p:cNvSpPr txBox="1"/>
          <p:nvPr/>
        </p:nvSpPr>
        <p:spPr>
          <a:xfrm>
            <a:off x="6223761" y="5483758"/>
            <a:ext cx="1906270" cy="1642116"/>
          </a:xfrm>
          <a:prstGeom prst="rect">
            <a:avLst/>
          </a:prstGeom>
        </p:spPr>
        <p:txBody>
          <a:bodyPr vert="horz" wrap="square" lIns="0" tIns="13335" rIns="0" bIns="0" rtlCol="0">
            <a:spAutoFit/>
          </a:bodyPr>
          <a:lstStyle/>
          <a:p>
            <a:pPr marL="12700">
              <a:lnSpc>
                <a:spcPct val="100000"/>
              </a:lnSpc>
              <a:spcBef>
                <a:spcPts val="105"/>
              </a:spcBef>
              <a:tabLst>
                <a:tab pos="316865" algn="l"/>
              </a:tabLst>
            </a:pPr>
            <a:r>
              <a:rPr sz="500" spc="25" dirty="0">
                <a:solidFill>
                  <a:srgbClr val="333399"/>
                </a:solidFill>
                <a:latin typeface="Optima"/>
                <a:cs typeface="Wingdings"/>
              </a:rPr>
              <a:t></a:t>
            </a:r>
            <a:r>
              <a:rPr sz="500" spc="25" dirty="0">
                <a:solidFill>
                  <a:srgbClr val="333399"/>
                </a:solidFill>
                <a:latin typeface="Optima"/>
                <a:cs typeface="Times New Roman"/>
              </a:rPr>
              <a:t>	</a:t>
            </a:r>
            <a:r>
              <a:rPr sz="1050" b="1" spc="-5" dirty="0">
                <a:solidFill>
                  <a:srgbClr val="0F469B"/>
                </a:solidFill>
                <a:latin typeface="Optima"/>
                <a:cs typeface="Calibri"/>
              </a:rPr>
              <a:t>P</a:t>
            </a:r>
            <a:r>
              <a:rPr sz="1050" b="1" dirty="0">
                <a:solidFill>
                  <a:srgbClr val="0F469B"/>
                </a:solidFill>
                <a:latin typeface="Optima"/>
                <a:cs typeface="Calibri"/>
              </a:rPr>
              <a:t>PC</a:t>
            </a:r>
            <a:r>
              <a:rPr sz="1050" b="1" spc="-20" dirty="0">
                <a:solidFill>
                  <a:srgbClr val="0F469B"/>
                </a:solidFill>
                <a:latin typeface="Optima"/>
                <a:cs typeface="Calibri"/>
              </a:rPr>
              <a:t> </a:t>
            </a:r>
            <a:r>
              <a:rPr sz="1050" b="1" spc="-5" dirty="0">
                <a:solidFill>
                  <a:srgbClr val="0F469B"/>
                </a:solidFill>
                <a:latin typeface="Optima"/>
                <a:cs typeface="Calibri"/>
              </a:rPr>
              <a:t>(</a:t>
            </a:r>
            <a:r>
              <a:rPr sz="1050" b="1" dirty="0">
                <a:solidFill>
                  <a:srgbClr val="0F469B"/>
                </a:solidFill>
                <a:latin typeface="Optima"/>
                <a:cs typeface="Calibri"/>
              </a:rPr>
              <a:t>RS</a:t>
            </a:r>
            <a:r>
              <a:rPr sz="1050" b="1" spc="-5" dirty="0">
                <a:solidFill>
                  <a:srgbClr val="0F469B"/>
                </a:solidFill>
                <a:latin typeface="Optima"/>
                <a:cs typeface="Calibri"/>
              </a:rPr>
              <a:t>A</a:t>
            </a:r>
            <a:r>
              <a:rPr sz="1050" b="1" dirty="0">
                <a:solidFill>
                  <a:srgbClr val="0F469B"/>
                </a:solidFill>
                <a:latin typeface="Optima"/>
                <a:cs typeface="Calibri"/>
              </a:rPr>
              <a:t>)</a:t>
            </a:r>
            <a:endParaRPr lang="en-IN" sz="1050" b="1" dirty="0">
              <a:solidFill>
                <a:srgbClr val="0F469B"/>
              </a:solidFill>
              <a:latin typeface="Optima"/>
              <a:cs typeface="Calibri"/>
            </a:endParaRPr>
          </a:p>
          <a:p>
            <a:pPr marL="12700">
              <a:lnSpc>
                <a:spcPct val="100000"/>
              </a:lnSpc>
              <a:spcBef>
                <a:spcPts val="105"/>
              </a:spcBef>
              <a:tabLst>
                <a:tab pos="316865" algn="l"/>
              </a:tabLst>
            </a:pPr>
            <a:r>
              <a:rPr lang="en-IN" sz="1050" dirty="0">
                <a:latin typeface="Optima"/>
                <a:cs typeface="Calibri"/>
              </a:rPr>
              <a:t>          </a:t>
            </a:r>
            <a:r>
              <a:rPr lang="en-IN" sz="1050" b="1" dirty="0">
                <a:solidFill>
                  <a:schemeClr val="tx2"/>
                </a:solidFill>
                <a:latin typeface="Optima"/>
                <a:cs typeface="Calibri"/>
              </a:rPr>
              <a:t>JSW GROUP(IND)</a:t>
            </a:r>
          </a:p>
          <a:p>
            <a:pPr marL="316865" marR="5080">
              <a:lnSpc>
                <a:spcPct val="100000"/>
              </a:lnSpc>
            </a:pPr>
            <a:r>
              <a:rPr sz="1050" b="1" dirty="0">
                <a:solidFill>
                  <a:srgbClr val="0F469B"/>
                </a:solidFill>
                <a:latin typeface="Optima"/>
                <a:cs typeface="Calibri"/>
              </a:rPr>
              <a:t>ULTRATECH CEMENT </a:t>
            </a:r>
            <a:r>
              <a:rPr sz="1050" b="1" spc="-5" dirty="0">
                <a:solidFill>
                  <a:srgbClr val="0F469B"/>
                </a:solidFill>
                <a:latin typeface="Optima"/>
                <a:cs typeface="Calibri"/>
              </a:rPr>
              <a:t>(IND) </a:t>
            </a:r>
            <a:r>
              <a:rPr sz="1050" b="1" dirty="0">
                <a:solidFill>
                  <a:srgbClr val="0F469B"/>
                </a:solidFill>
                <a:latin typeface="Optima"/>
                <a:cs typeface="Calibri"/>
              </a:rPr>
              <a:t> </a:t>
            </a:r>
            <a:r>
              <a:rPr sz="1050" b="1" spc="-5" dirty="0">
                <a:solidFill>
                  <a:srgbClr val="0F469B"/>
                </a:solidFill>
                <a:latin typeface="Optima"/>
                <a:cs typeface="Calibri"/>
              </a:rPr>
              <a:t>BIRLA </a:t>
            </a:r>
            <a:r>
              <a:rPr sz="1050" b="1" dirty="0">
                <a:solidFill>
                  <a:srgbClr val="0F469B"/>
                </a:solidFill>
                <a:latin typeface="Optima"/>
                <a:cs typeface="Calibri"/>
              </a:rPr>
              <a:t>WHITE CEMENT </a:t>
            </a:r>
            <a:r>
              <a:rPr sz="1050" b="1" spc="-5" dirty="0">
                <a:solidFill>
                  <a:srgbClr val="0F469B"/>
                </a:solidFill>
                <a:latin typeface="Optima"/>
                <a:cs typeface="Calibri"/>
              </a:rPr>
              <a:t>(IND) </a:t>
            </a:r>
            <a:r>
              <a:rPr sz="1050" b="1" spc="-225" dirty="0">
                <a:solidFill>
                  <a:srgbClr val="0F469B"/>
                </a:solidFill>
                <a:latin typeface="Optima"/>
                <a:cs typeface="Calibri"/>
              </a:rPr>
              <a:t> </a:t>
            </a:r>
            <a:r>
              <a:rPr sz="1050" b="1" spc="-5" dirty="0">
                <a:solidFill>
                  <a:srgbClr val="0F469B"/>
                </a:solidFill>
                <a:latin typeface="Optima"/>
                <a:cs typeface="Calibri"/>
              </a:rPr>
              <a:t>B</a:t>
            </a:r>
            <a:r>
              <a:rPr sz="1050" b="1" spc="-10" dirty="0">
                <a:solidFill>
                  <a:srgbClr val="0F469B"/>
                </a:solidFill>
                <a:latin typeface="Optima"/>
                <a:cs typeface="Calibri"/>
              </a:rPr>
              <a:t>I</a:t>
            </a:r>
            <a:r>
              <a:rPr sz="1050" b="1" dirty="0">
                <a:solidFill>
                  <a:srgbClr val="0F469B"/>
                </a:solidFill>
                <a:latin typeface="Optima"/>
                <a:cs typeface="Calibri"/>
              </a:rPr>
              <a:t>RLA</a:t>
            </a:r>
            <a:r>
              <a:rPr sz="1050" b="1" spc="-20" dirty="0">
                <a:solidFill>
                  <a:srgbClr val="0F469B"/>
                </a:solidFill>
                <a:latin typeface="Optima"/>
                <a:cs typeface="Calibri"/>
              </a:rPr>
              <a:t> </a:t>
            </a:r>
            <a:r>
              <a:rPr sz="1050" b="1" dirty="0">
                <a:solidFill>
                  <a:srgbClr val="0F469B"/>
                </a:solidFill>
                <a:latin typeface="Optima"/>
                <a:cs typeface="Calibri"/>
              </a:rPr>
              <a:t>C</a:t>
            </a:r>
            <a:r>
              <a:rPr sz="1050" b="1" spc="5" dirty="0">
                <a:solidFill>
                  <a:srgbClr val="0F469B"/>
                </a:solidFill>
                <a:latin typeface="Optima"/>
                <a:cs typeface="Calibri"/>
              </a:rPr>
              <a:t>O</a:t>
            </a:r>
            <a:r>
              <a:rPr sz="1050" b="1" spc="-5" dirty="0">
                <a:solidFill>
                  <a:srgbClr val="0F469B"/>
                </a:solidFill>
                <a:latin typeface="Optima"/>
                <a:cs typeface="Calibri"/>
              </a:rPr>
              <a:t>P</a:t>
            </a:r>
            <a:r>
              <a:rPr sz="1050" b="1" spc="5" dirty="0">
                <a:solidFill>
                  <a:srgbClr val="0F469B"/>
                </a:solidFill>
                <a:latin typeface="Optima"/>
                <a:cs typeface="Calibri"/>
              </a:rPr>
              <a:t>R</a:t>
            </a:r>
            <a:r>
              <a:rPr sz="1050" b="1" spc="-5" dirty="0">
                <a:solidFill>
                  <a:srgbClr val="0F469B"/>
                </a:solidFill>
                <a:latin typeface="Optima"/>
                <a:cs typeface="Calibri"/>
              </a:rPr>
              <a:t>PO</a:t>
            </a:r>
            <a:r>
              <a:rPr sz="1050" b="1" spc="-10" dirty="0">
                <a:solidFill>
                  <a:srgbClr val="0F469B"/>
                </a:solidFill>
                <a:latin typeface="Optima"/>
                <a:cs typeface="Calibri"/>
              </a:rPr>
              <a:t>R</a:t>
            </a:r>
            <a:r>
              <a:rPr sz="1050" b="1" spc="-5" dirty="0">
                <a:solidFill>
                  <a:srgbClr val="0F469B"/>
                </a:solidFill>
                <a:latin typeface="Optima"/>
                <a:cs typeface="Calibri"/>
              </a:rPr>
              <a:t>A</a:t>
            </a:r>
            <a:r>
              <a:rPr sz="1050" b="1" dirty="0">
                <a:solidFill>
                  <a:srgbClr val="0F469B"/>
                </a:solidFill>
                <a:latin typeface="Optima"/>
                <a:cs typeface="Calibri"/>
              </a:rPr>
              <a:t>T</a:t>
            </a:r>
            <a:r>
              <a:rPr sz="1050" b="1" spc="-10" dirty="0">
                <a:solidFill>
                  <a:srgbClr val="0F469B"/>
                </a:solidFill>
                <a:latin typeface="Optima"/>
                <a:cs typeface="Calibri"/>
              </a:rPr>
              <a:t>I</a:t>
            </a:r>
            <a:r>
              <a:rPr sz="1050" b="1" spc="5" dirty="0">
                <a:solidFill>
                  <a:srgbClr val="0F469B"/>
                </a:solidFill>
                <a:latin typeface="Optima"/>
                <a:cs typeface="Calibri"/>
              </a:rPr>
              <a:t>O</a:t>
            </a:r>
            <a:r>
              <a:rPr sz="1050" b="1" dirty="0">
                <a:solidFill>
                  <a:srgbClr val="0F469B"/>
                </a:solidFill>
                <a:latin typeface="Optima"/>
                <a:cs typeface="Calibri"/>
              </a:rPr>
              <a:t>N</a:t>
            </a:r>
            <a:r>
              <a:rPr sz="1050" b="1" spc="-45" dirty="0">
                <a:solidFill>
                  <a:srgbClr val="0F469B"/>
                </a:solidFill>
                <a:latin typeface="Optima"/>
                <a:cs typeface="Calibri"/>
              </a:rPr>
              <a:t> </a:t>
            </a:r>
            <a:r>
              <a:rPr sz="1050" b="1" spc="-5" dirty="0">
                <a:solidFill>
                  <a:srgbClr val="0F469B"/>
                </a:solidFill>
                <a:latin typeface="Optima"/>
                <a:cs typeface="Calibri"/>
              </a:rPr>
              <a:t>(</a:t>
            </a:r>
            <a:r>
              <a:rPr sz="1050" b="1" spc="-10" dirty="0">
                <a:solidFill>
                  <a:srgbClr val="0F469B"/>
                </a:solidFill>
                <a:latin typeface="Optima"/>
                <a:cs typeface="Calibri"/>
              </a:rPr>
              <a:t>I</a:t>
            </a:r>
            <a:r>
              <a:rPr sz="1050" b="1" dirty="0">
                <a:solidFill>
                  <a:srgbClr val="0F469B"/>
                </a:solidFill>
                <a:latin typeface="Optima"/>
                <a:cs typeface="Calibri"/>
              </a:rPr>
              <a:t>N</a:t>
            </a:r>
            <a:r>
              <a:rPr sz="1050" b="1" spc="-5" dirty="0">
                <a:solidFill>
                  <a:srgbClr val="0F469B"/>
                </a:solidFill>
                <a:latin typeface="Optima"/>
                <a:cs typeface="Calibri"/>
              </a:rPr>
              <a:t>D</a:t>
            </a:r>
            <a:r>
              <a:rPr sz="1050" b="1" dirty="0">
                <a:solidFill>
                  <a:srgbClr val="0F469B"/>
                </a:solidFill>
                <a:latin typeface="Optima"/>
                <a:cs typeface="Calibri"/>
              </a:rPr>
              <a:t>)  NUVOCO</a:t>
            </a:r>
            <a:r>
              <a:rPr sz="1050" b="1" spc="-35" dirty="0">
                <a:solidFill>
                  <a:srgbClr val="0F469B"/>
                </a:solidFill>
                <a:latin typeface="Optima"/>
                <a:cs typeface="Calibri"/>
              </a:rPr>
              <a:t> </a:t>
            </a:r>
            <a:r>
              <a:rPr sz="1050" b="1" spc="-5" dirty="0">
                <a:solidFill>
                  <a:srgbClr val="0F469B"/>
                </a:solidFill>
                <a:latin typeface="Optima"/>
                <a:cs typeface="Calibri"/>
              </a:rPr>
              <a:t>(IND)</a:t>
            </a:r>
            <a:endParaRPr lang="en-IN" sz="1050" b="1" spc="-5" dirty="0">
              <a:solidFill>
                <a:srgbClr val="0F469B"/>
              </a:solidFill>
              <a:latin typeface="Optima"/>
              <a:cs typeface="Calibri"/>
            </a:endParaRPr>
          </a:p>
          <a:p>
            <a:pPr marL="316865" marR="5080">
              <a:lnSpc>
                <a:spcPct val="100000"/>
              </a:lnSpc>
            </a:pPr>
            <a:r>
              <a:rPr lang="en-IN" sz="1050" b="1" spc="-5" dirty="0">
                <a:solidFill>
                  <a:srgbClr val="0F469B"/>
                </a:solidFill>
                <a:latin typeface="Optima"/>
                <a:cs typeface="Calibri"/>
              </a:rPr>
              <a:t>JSW GROUP (IND)</a:t>
            </a:r>
            <a:endParaRPr sz="1050" dirty="0">
              <a:latin typeface="Optima"/>
              <a:cs typeface="Calibri"/>
            </a:endParaRPr>
          </a:p>
          <a:p>
            <a:pPr marL="316865" marR="224790" algn="just">
              <a:lnSpc>
                <a:spcPct val="100000"/>
              </a:lnSpc>
            </a:pPr>
            <a:r>
              <a:rPr sz="1050" b="1" dirty="0">
                <a:solidFill>
                  <a:srgbClr val="0F469B"/>
                </a:solidFill>
                <a:latin typeface="Optima"/>
                <a:cs typeface="Calibri"/>
              </a:rPr>
              <a:t>WONDER CEMENT </a:t>
            </a:r>
            <a:r>
              <a:rPr sz="1050" b="1" spc="-5" dirty="0">
                <a:solidFill>
                  <a:srgbClr val="0F469B"/>
                </a:solidFill>
                <a:latin typeface="Optima"/>
                <a:cs typeface="Calibri"/>
              </a:rPr>
              <a:t>(IND) </a:t>
            </a:r>
            <a:r>
              <a:rPr sz="1050" b="1" spc="-225" dirty="0">
                <a:solidFill>
                  <a:srgbClr val="0F469B"/>
                </a:solidFill>
                <a:latin typeface="Optima"/>
                <a:cs typeface="Calibri"/>
              </a:rPr>
              <a:t> </a:t>
            </a:r>
            <a:r>
              <a:rPr sz="1050" b="1" dirty="0">
                <a:solidFill>
                  <a:srgbClr val="0F469B"/>
                </a:solidFill>
                <a:latin typeface="Optima"/>
                <a:cs typeface="Calibri"/>
              </a:rPr>
              <a:t>RE</a:t>
            </a:r>
            <a:r>
              <a:rPr sz="1050" b="1" spc="-5" dirty="0">
                <a:solidFill>
                  <a:srgbClr val="0F469B"/>
                </a:solidFill>
                <a:latin typeface="Optima"/>
                <a:cs typeface="Calibri"/>
              </a:rPr>
              <a:t>L</a:t>
            </a:r>
            <a:r>
              <a:rPr sz="1050" b="1" spc="-10" dirty="0">
                <a:solidFill>
                  <a:srgbClr val="0F469B"/>
                </a:solidFill>
                <a:latin typeface="Optima"/>
                <a:cs typeface="Calibri"/>
              </a:rPr>
              <a:t>IA</a:t>
            </a:r>
            <a:r>
              <a:rPr sz="1050" b="1" dirty="0">
                <a:solidFill>
                  <a:srgbClr val="0F469B"/>
                </a:solidFill>
                <a:latin typeface="Optima"/>
                <a:cs typeface="Calibri"/>
              </a:rPr>
              <a:t>NCE</a:t>
            </a:r>
            <a:r>
              <a:rPr sz="1050" b="1" spc="-35" dirty="0">
                <a:solidFill>
                  <a:srgbClr val="0F469B"/>
                </a:solidFill>
                <a:latin typeface="Optima"/>
                <a:cs typeface="Calibri"/>
              </a:rPr>
              <a:t> </a:t>
            </a:r>
            <a:r>
              <a:rPr sz="1050" b="1" spc="5" dirty="0">
                <a:solidFill>
                  <a:srgbClr val="0F469B"/>
                </a:solidFill>
                <a:latin typeface="Optima"/>
                <a:cs typeface="Calibri"/>
              </a:rPr>
              <a:t>CEME</a:t>
            </a:r>
            <a:r>
              <a:rPr sz="1050" b="1" spc="-15" dirty="0">
                <a:solidFill>
                  <a:srgbClr val="0F469B"/>
                </a:solidFill>
                <a:latin typeface="Optima"/>
                <a:cs typeface="Calibri"/>
              </a:rPr>
              <a:t>N</a:t>
            </a:r>
            <a:r>
              <a:rPr sz="1050" b="1" dirty="0">
                <a:solidFill>
                  <a:srgbClr val="0F469B"/>
                </a:solidFill>
                <a:latin typeface="Optima"/>
                <a:cs typeface="Calibri"/>
              </a:rPr>
              <a:t>T</a:t>
            </a:r>
            <a:r>
              <a:rPr sz="1050" b="1" spc="-35" dirty="0">
                <a:solidFill>
                  <a:srgbClr val="0F469B"/>
                </a:solidFill>
                <a:latin typeface="Optima"/>
                <a:cs typeface="Calibri"/>
              </a:rPr>
              <a:t> </a:t>
            </a:r>
            <a:r>
              <a:rPr sz="1050" b="1" spc="-10" dirty="0">
                <a:solidFill>
                  <a:srgbClr val="0F469B"/>
                </a:solidFill>
                <a:latin typeface="Optima"/>
                <a:cs typeface="Calibri"/>
              </a:rPr>
              <a:t>(I</a:t>
            </a:r>
            <a:r>
              <a:rPr sz="1050" b="1" spc="5" dirty="0">
                <a:solidFill>
                  <a:srgbClr val="0F469B"/>
                </a:solidFill>
                <a:latin typeface="Optima"/>
                <a:cs typeface="Calibri"/>
              </a:rPr>
              <a:t>N</a:t>
            </a:r>
            <a:r>
              <a:rPr sz="1050" b="1" spc="-5" dirty="0">
                <a:solidFill>
                  <a:srgbClr val="0F469B"/>
                </a:solidFill>
                <a:latin typeface="Optima"/>
                <a:cs typeface="Calibri"/>
              </a:rPr>
              <a:t>D</a:t>
            </a:r>
            <a:r>
              <a:rPr sz="1050" b="1" dirty="0">
                <a:solidFill>
                  <a:srgbClr val="0F469B"/>
                </a:solidFill>
                <a:latin typeface="Optima"/>
                <a:cs typeface="Calibri"/>
              </a:rPr>
              <a:t>)  </a:t>
            </a:r>
            <a:r>
              <a:rPr sz="1050" b="1" spc="-5" dirty="0">
                <a:solidFill>
                  <a:srgbClr val="0F469B"/>
                </a:solidFill>
                <a:latin typeface="Optima"/>
                <a:cs typeface="Calibri"/>
              </a:rPr>
              <a:t>DALMIA</a:t>
            </a:r>
            <a:r>
              <a:rPr sz="1050" b="1" spc="-15" dirty="0">
                <a:solidFill>
                  <a:srgbClr val="0F469B"/>
                </a:solidFill>
                <a:latin typeface="Optima"/>
                <a:cs typeface="Calibri"/>
              </a:rPr>
              <a:t> </a:t>
            </a:r>
            <a:r>
              <a:rPr sz="1050" b="1" dirty="0">
                <a:solidFill>
                  <a:srgbClr val="0F469B"/>
                </a:solidFill>
                <a:latin typeface="Optima"/>
                <a:cs typeface="Calibri"/>
              </a:rPr>
              <a:t>CEMENT</a:t>
            </a:r>
            <a:r>
              <a:rPr sz="1050" b="1" spc="-40" dirty="0">
                <a:solidFill>
                  <a:srgbClr val="0F469B"/>
                </a:solidFill>
                <a:latin typeface="Optima"/>
                <a:cs typeface="Calibri"/>
              </a:rPr>
              <a:t> </a:t>
            </a:r>
            <a:r>
              <a:rPr sz="1050" b="1" spc="-5" dirty="0">
                <a:solidFill>
                  <a:srgbClr val="0F469B"/>
                </a:solidFill>
                <a:latin typeface="Optima"/>
                <a:cs typeface="Calibri"/>
              </a:rPr>
              <a:t>(IND)</a:t>
            </a:r>
            <a:endParaRPr sz="1050" dirty="0">
              <a:latin typeface="Optima"/>
              <a:cs typeface="Calibri"/>
            </a:endParaRPr>
          </a:p>
        </p:txBody>
      </p:sp>
      <p:sp>
        <p:nvSpPr>
          <p:cNvPr id="99" name="object 99"/>
          <p:cNvSpPr txBox="1"/>
          <p:nvPr/>
        </p:nvSpPr>
        <p:spPr>
          <a:xfrm>
            <a:off x="9331197" y="939164"/>
            <a:ext cx="1445895" cy="182742"/>
          </a:xfrm>
          <a:prstGeom prst="rect">
            <a:avLst/>
          </a:prstGeom>
        </p:spPr>
        <p:txBody>
          <a:bodyPr vert="horz" wrap="square" lIns="0" tIns="13335" rIns="0" bIns="0" rtlCol="0">
            <a:spAutoFit/>
          </a:bodyPr>
          <a:lstStyle/>
          <a:p>
            <a:pPr marL="12700">
              <a:lnSpc>
                <a:spcPct val="100000"/>
              </a:lnSpc>
              <a:spcBef>
                <a:spcPts val="105"/>
              </a:spcBef>
            </a:pPr>
            <a:r>
              <a:rPr sz="1100" b="1" spc="-5" dirty="0">
                <a:solidFill>
                  <a:srgbClr val="FF0000"/>
                </a:solidFill>
                <a:latin typeface="Optima"/>
                <a:cs typeface="Calibri"/>
              </a:rPr>
              <a:t>TELECOMMUNICATIONS</a:t>
            </a:r>
            <a:endParaRPr sz="1100">
              <a:latin typeface="Optima"/>
              <a:cs typeface="Calibri"/>
            </a:endParaRPr>
          </a:p>
        </p:txBody>
      </p:sp>
      <p:sp>
        <p:nvSpPr>
          <p:cNvPr id="100" name="object 100"/>
          <p:cNvSpPr txBox="1"/>
          <p:nvPr/>
        </p:nvSpPr>
        <p:spPr>
          <a:xfrm>
            <a:off x="9399778" y="1344549"/>
            <a:ext cx="88265" cy="97463"/>
          </a:xfrm>
          <a:prstGeom prst="rect">
            <a:avLst/>
          </a:prstGeom>
        </p:spPr>
        <p:txBody>
          <a:bodyPr vert="horz" wrap="square" lIns="0" tIns="12700" rIns="0" bIns="0" rtlCol="0">
            <a:spAutoFit/>
          </a:bodyPr>
          <a:lstStyle/>
          <a:p>
            <a:pPr marL="12700">
              <a:lnSpc>
                <a:spcPct val="100000"/>
              </a:lnSpc>
              <a:spcBef>
                <a:spcPts val="100"/>
              </a:spcBef>
            </a:pPr>
            <a:r>
              <a:rPr sz="550" dirty="0">
                <a:solidFill>
                  <a:srgbClr val="333399"/>
                </a:solidFill>
                <a:latin typeface="Optima"/>
                <a:cs typeface="Wingdings"/>
              </a:rPr>
              <a:t></a:t>
            </a:r>
            <a:endParaRPr sz="550">
              <a:latin typeface="Optima"/>
              <a:cs typeface="Wingdings"/>
            </a:endParaRPr>
          </a:p>
        </p:txBody>
      </p:sp>
      <p:sp>
        <p:nvSpPr>
          <p:cNvPr id="101" name="object 101"/>
          <p:cNvSpPr txBox="1"/>
          <p:nvPr/>
        </p:nvSpPr>
        <p:spPr>
          <a:xfrm>
            <a:off x="9399778" y="1106805"/>
            <a:ext cx="1170305" cy="361315"/>
          </a:xfrm>
          <a:prstGeom prst="rect">
            <a:avLst/>
          </a:prstGeom>
        </p:spPr>
        <p:txBody>
          <a:bodyPr vert="horz" wrap="square" lIns="0" tIns="13335" rIns="0" bIns="0" rtlCol="0">
            <a:spAutoFit/>
          </a:bodyPr>
          <a:lstStyle/>
          <a:p>
            <a:pPr marL="317500" marR="5080" indent="-304800">
              <a:lnSpc>
                <a:spcPct val="100000"/>
              </a:lnSpc>
              <a:spcBef>
                <a:spcPts val="105"/>
              </a:spcBef>
              <a:tabLst>
                <a:tab pos="316865" algn="l"/>
              </a:tabLst>
            </a:pPr>
            <a:r>
              <a:rPr sz="550" dirty="0">
                <a:solidFill>
                  <a:srgbClr val="333399"/>
                </a:solidFill>
                <a:latin typeface="Optima"/>
                <a:cs typeface="Wingdings"/>
              </a:rPr>
              <a:t></a:t>
            </a:r>
            <a:r>
              <a:rPr sz="550" dirty="0">
                <a:solidFill>
                  <a:srgbClr val="333399"/>
                </a:solidFill>
                <a:latin typeface="Optima"/>
                <a:cs typeface="Times New Roman"/>
              </a:rPr>
              <a:t>	</a:t>
            </a:r>
            <a:r>
              <a:rPr sz="1100" b="1" dirty="0">
                <a:solidFill>
                  <a:srgbClr val="003399"/>
                </a:solidFill>
                <a:latin typeface="Optima"/>
                <a:cs typeface="Calibri"/>
              </a:rPr>
              <a:t>TELK</a:t>
            </a:r>
            <a:r>
              <a:rPr sz="1100" b="1" spc="-5" dirty="0">
                <a:solidFill>
                  <a:srgbClr val="003399"/>
                </a:solidFill>
                <a:latin typeface="Optima"/>
                <a:cs typeface="Calibri"/>
              </a:rPr>
              <a:t>O</a:t>
            </a:r>
            <a:r>
              <a:rPr sz="1100" b="1" dirty="0">
                <a:solidFill>
                  <a:srgbClr val="003399"/>
                </a:solidFill>
                <a:latin typeface="Optima"/>
                <a:cs typeface="Calibri"/>
              </a:rPr>
              <a:t>M</a:t>
            </a:r>
            <a:r>
              <a:rPr sz="1100" b="1" spc="-5" dirty="0">
                <a:solidFill>
                  <a:srgbClr val="003399"/>
                </a:solidFill>
                <a:latin typeface="Optima"/>
                <a:cs typeface="Calibri"/>
              </a:rPr>
              <a:t> </a:t>
            </a:r>
            <a:r>
              <a:rPr sz="1100" b="1" dirty="0">
                <a:solidFill>
                  <a:srgbClr val="003399"/>
                </a:solidFill>
                <a:latin typeface="Optima"/>
                <a:cs typeface="Calibri"/>
              </a:rPr>
              <a:t>(R</a:t>
            </a:r>
            <a:r>
              <a:rPr sz="1100" b="1" spc="-5" dirty="0">
                <a:solidFill>
                  <a:srgbClr val="003399"/>
                </a:solidFill>
                <a:latin typeface="Optima"/>
                <a:cs typeface="Calibri"/>
              </a:rPr>
              <a:t>S</a:t>
            </a:r>
            <a:r>
              <a:rPr sz="1100" b="1" dirty="0">
                <a:solidFill>
                  <a:srgbClr val="003399"/>
                </a:solidFill>
                <a:latin typeface="Optima"/>
                <a:cs typeface="Calibri"/>
              </a:rPr>
              <a:t>A)  MTN</a:t>
            </a:r>
            <a:r>
              <a:rPr sz="1100" b="1" spc="-25" dirty="0">
                <a:solidFill>
                  <a:srgbClr val="003399"/>
                </a:solidFill>
                <a:latin typeface="Optima"/>
                <a:cs typeface="Calibri"/>
              </a:rPr>
              <a:t> </a:t>
            </a:r>
            <a:r>
              <a:rPr sz="1100" b="1" dirty="0">
                <a:solidFill>
                  <a:srgbClr val="003399"/>
                </a:solidFill>
                <a:latin typeface="Optima"/>
                <a:cs typeface="Calibri"/>
              </a:rPr>
              <a:t>(RSA)</a:t>
            </a:r>
            <a:endParaRPr sz="1100">
              <a:latin typeface="Optima"/>
              <a:cs typeface="Calibri"/>
            </a:endParaRPr>
          </a:p>
        </p:txBody>
      </p:sp>
      <p:sp>
        <p:nvSpPr>
          <p:cNvPr id="102" name="object 102"/>
          <p:cNvSpPr txBox="1"/>
          <p:nvPr/>
        </p:nvSpPr>
        <p:spPr>
          <a:xfrm>
            <a:off x="9331197" y="1617725"/>
            <a:ext cx="765175" cy="189796"/>
          </a:xfrm>
          <a:prstGeom prst="rect">
            <a:avLst/>
          </a:prstGeom>
        </p:spPr>
        <p:txBody>
          <a:bodyPr vert="horz" wrap="square" lIns="0" tIns="12700" rIns="0" bIns="0" rtlCol="0">
            <a:spAutoFit/>
          </a:bodyPr>
          <a:lstStyle/>
          <a:p>
            <a:pPr marL="12700">
              <a:lnSpc>
                <a:spcPct val="100000"/>
              </a:lnSpc>
              <a:spcBef>
                <a:spcPts val="100"/>
              </a:spcBef>
            </a:pPr>
            <a:r>
              <a:rPr sz="1150" b="1" spc="-5" dirty="0">
                <a:solidFill>
                  <a:srgbClr val="FF0000"/>
                </a:solidFill>
                <a:latin typeface="Optima"/>
                <a:cs typeface="Calibri"/>
              </a:rPr>
              <a:t>TRANSPORT</a:t>
            </a:r>
            <a:endParaRPr sz="1150">
              <a:latin typeface="Optima"/>
              <a:cs typeface="Calibri"/>
            </a:endParaRPr>
          </a:p>
        </p:txBody>
      </p:sp>
      <p:sp>
        <p:nvSpPr>
          <p:cNvPr id="103" name="object 103"/>
          <p:cNvSpPr txBox="1"/>
          <p:nvPr/>
        </p:nvSpPr>
        <p:spPr>
          <a:xfrm>
            <a:off x="9399778" y="2041398"/>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04" name="object 104"/>
          <p:cNvSpPr txBox="1"/>
          <p:nvPr/>
        </p:nvSpPr>
        <p:spPr>
          <a:xfrm>
            <a:off x="9399778" y="1792986"/>
            <a:ext cx="1814830" cy="376555"/>
          </a:xfrm>
          <a:prstGeom prst="rect">
            <a:avLst/>
          </a:prstGeom>
        </p:spPr>
        <p:txBody>
          <a:bodyPr vert="horz" wrap="square" lIns="0" tIns="12700" rIns="0" bIns="0" rtlCol="0">
            <a:spAutoFit/>
          </a:bodyPr>
          <a:lstStyle/>
          <a:p>
            <a:pPr marL="317500" marR="5080" indent="-304800">
              <a:lnSpc>
                <a:spcPct val="100000"/>
              </a:lnSpc>
              <a:spcBef>
                <a:spcPts val="100"/>
              </a:spcBef>
              <a:tabLst>
                <a:tab pos="31686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spc="-5" dirty="0">
                <a:solidFill>
                  <a:srgbClr val="003399"/>
                </a:solidFill>
                <a:latin typeface="Optima"/>
                <a:cs typeface="Calibri"/>
              </a:rPr>
              <a:t>TRANSNET </a:t>
            </a:r>
            <a:r>
              <a:rPr sz="1150" b="1" dirty="0">
                <a:solidFill>
                  <a:srgbClr val="003399"/>
                </a:solidFill>
                <a:latin typeface="Optima"/>
                <a:cs typeface="Calibri"/>
              </a:rPr>
              <a:t>(5 BUs) </a:t>
            </a:r>
            <a:r>
              <a:rPr sz="1150" b="1" spc="-5" dirty="0">
                <a:solidFill>
                  <a:srgbClr val="003399"/>
                </a:solidFill>
                <a:latin typeface="Optima"/>
                <a:cs typeface="Calibri"/>
              </a:rPr>
              <a:t>(RSA) </a:t>
            </a:r>
            <a:r>
              <a:rPr sz="1150" b="1" spc="-245" dirty="0">
                <a:solidFill>
                  <a:srgbClr val="003399"/>
                </a:solidFill>
                <a:latin typeface="Optima"/>
                <a:cs typeface="Calibri"/>
              </a:rPr>
              <a:t> </a:t>
            </a:r>
            <a:r>
              <a:rPr sz="1150" b="1" dirty="0">
                <a:solidFill>
                  <a:srgbClr val="003399"/>
                </a:solidFill>
                <a:latin typeface="Optima"/>
                <a:cs typeface="Calibri"/>
              </a:rPr>
              <a:t>SAUDI</a:t>
            </a:r>
            <a:r>
              <a:rPr sz="1150" b="1" spc="-20" dirty="0">
                <a:solidFill>
                  <a:srgbClr val="003399"/>
                </a:solidFill>
                <a:latin typeface="Optima"/>
                <a:cs typeface="Calibri"/>
              </a:rPr>
              <a:t> </a:t>
            </a:r>
            <a:r>
              <a:rPr sz="1150" b="1" spc="-5" dirty="0">
                <a:solidFill>
                  <a:srgbClr val="003399"/>
                </a:solidFill>
                <a:latin typeface="Optima"/>
                <a:cs typeface="Calibri"/>
              </a:rPr>
              <a:t>RAILWAYS</a:t>
            </a:r>
            <a:r>
              <a:rPr sz="1150" b="1" spc="-15" dirty="0">
                <a:solidFill>
                  <a:srgbClr val="003399"/>
                </a:solidFill>
                <a:latin typeface="Optima"/>
                <a:cs typeface="Calibri"/>
              </a:rPr>
              <a:t> </a:t>
            </a:r>
            <a:r>
              <a:rPr sz="1150" b="1" dirty="0">
                <a:solidFill>
                  <a:srgbClr val="003399"/>
                </a:solidFill>
                <a:latin typeface="Optima"/>
                <a:cs typeface="Calibri"/>
              </a:rPr>
              <a:t>(KSA)</a:t>
            </a:r>
            <a:endParaRPr sz="1150">
              <a:latin typeface="Optima"/>
              <a:cs typeface="Calibri"/>
            </a:endParaRPr>
          </a:p>
        </p:txBody>
      </p:sp>
      <p:sp>
        <p:nvSpPr>
          <p:cNvPr id="105" name="object 105"/>
          <p:cNvSpPr txBox="1"/>
          <p:nvPr/>
        </p:nvSpPr>
        <p:spPr>
          <a:xfrm>
            <a:off x="9331197" y="2143505"/>
            <a:ext cx="566420" cy="189796"/>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FF0000"/>
                </a:solidFill>
                <a:latin typeface="Optima"/>
                <a:cs typeface="Calibri"/>
              </a:rPr>
              <a:t>TEX</a:t>
            </a:r>
            <a:r>
              <a:rPr sz="1150" b="1" spc="5" dirty="0">
                <a:solidFill>
                  <a:srgbClr val="FF0000"/>
                </a:solidFill>
                <a:latin typeface="Optima"/>
                <a:cs typeface="Calibri"/>
              </a:rPr>
              <a:t>T</a:t>
            </a:r>
            <a:r>
              <a:rPr sz="1150" b="1" dirty="0">
                <a:solidFill>
                  <a:srgbClr val="FF0000"/>
                </a:solidFill>
                <a:latin typeface="Optima"/>
                <a:cs typeface="Calibri"/>
              </a:rPr>
              <a:t>ILES</a:t>
            </a:r>
            <a:endParaRPr sz="1150">
              <a:latin typeface="Optima"/>
              <a:cs typeface="Calibri"/>
            </a:endParaRPr>
          </a:p>
        </p:txBody>
      </p:sp>
      <p:sp>
        <p:nvSpPr>
          <p:cNvPr id="106" name="object 106"/>
          <p:cNvSpPr txBox="1"/>
          <p:nvPr/>
        </p:nvSpPr>
        <p:spPr>
          <a:xfrm>
            <a:off x="9399778" y="2567177"/>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07" name="object 107"/>
          <p:cNvSpPr txBox="1"/>
          <p:nvPr/>
        </p:nvSpPr>
        <p:spPr>
          <a:xfrm>
            <a:off x="9399778" y="2318766"/>
            <a:ext cx="1766570" cy="376555"/>
          </a:xfrm>
          <a:prstGeom prst="rect">
            <a:avLst/>
          </a:prstGeom>
        </p:spPr>
        <p:txBody>
          <a:bodyPr vert="horz" wrap="square" lIns="0" tIns="12700" rIns="0" bIns="0" rtlCol="0">
            <a:spAutoFit/>
          </a:bodyPr>
          <a:lstStyle/>
          <a:p>
            <a:pPr marL="317500" marR="5080" indent="-304800">
              <a:lnSpc>
                <a:spcPct val="100000"/>
              </a:lnSpc>
              <a:spcBef>
                <a:spcPts val="100"/>
              </a:spcBef>
              <a:tabLst>
                <a:tab pos="31686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spc="-5" dirty="0">
                <a:solidFill>
                  <a:srgbClr val="0F469B"/>
                </a:solidFill>
                <a:latin typeface="Optima"/>
                <a:cs typeface="Calibri"/>
              </a:rPr>
              <a:t>WELSPUN</a:t>
            </a:r>
            <a:r>
              <a:rPr sz="1150" b="1" spc="-40" dirty="0">
                <a:solidFill>
                  <a:srgbClr val="0F469B"/>
                </a:solidFill>
                <a:latin typeface="Optima"/>
                <a:cs typeface="Calibri"/>
              </a:rPr>
              <a:t> </a:t>
            </a:r>
            <a:r>
              <a:rPr sz="1150" b="1" spc="-5" dirty="0">
                <a:solidFill>
                  <a:srgbClr val="0F469B"/>
                </a:solidFill>
                <a:latin typeface="Optima"/>
                <a:cs typeface="Calibri"/>
              </a:rPr>
              <a:t>GROUP</a:t>
            </a:r>
            <a:r>
              <a:rPr sz="1150" b="1" spc="-35" dirty="0">
                <a:solidFill>
                  <a:srgbClr val="0F469B"/>
                </a:solidFill>
                <a:latin typeface="Optima"/>
                <a:cs typeface="Calibri"/>
              </a:rPr>
              <a:t> </a:t>
            </a:r>
            <a:r>
              <a:rPr sz="1150" b="1" dirty="0">
                <a:solidFill>
                  <a:srgbClr val="0F469B"/>
                </a:solidFill>
                <a:latin typeface="Optima"/>
                <a:cs typeface="Calibri"/>
              </a:rPr>
              <a:t>(IND) </a:t>
            </a:r>
            <a:r>
              <a:rPr sz="1150" b="1" spc="-245" dirty="0">
                <a:solidFill>
                  <a:srgbClr val="0F469B"/>
                </a:solidFill>
                <a:latin typeface="Optima"/>
                <a:cs typeface="Calibri"/>
              </a:rPr>
              <a:t> </a:t>
            </a:r>
            <a:r>
              <a:rPr sz="1150" b="1" dirty="0">
                <a:solidFill>
                  <a:srgbClr val="0F469B"/>
                </a:solidFill>
                <a:latin typeface="Optima"/>
                <a:cs typeface="Calibri"/>
              </a:rPr>
              <a:t>INVISTA</a:t>
            </a:r>
            <a:r>
              <a:rPr sz="1150" b="1" spc="-10" dirty="0">
                <a:solidFill>
                  <a:srgbClr val="0F469B"/>
                </a:solidFill>
                <a:latin typeface="Optima"/>
                <a:cs typeface="Calibri"/>
              </a:rPr>
              <a:t> </a:t>
            </a:r>
            <a:r>
              <a:rPr sz="1150" b="1" dirty="0">
                <a:solidFill>
                  <a:srgbClr val="0F469B"/>
                </a:solidFill>
                <a:latin typeface="Optima"/>
                <a:cs typeface="Calibri"/>
              </a:rPr>
              <a:t>(USA)</a:t>
            </a:r>
            <a:endParaRPr sz="1150">
              <a:latin typeface="Optima"/>
              <a:cs typeface="Calibri"/>
            </a:endParaRPr>
          </a:p>
        </p:txBody>
      </p:sp>
      <p:sp>
        <p:nvSpPr>
          <p:cNvPr id="108" name="object 108"/>
          <p:cNvSpPr txBox="1"/>
          <p:nvPr/>
        </p:nvSpPr>
        <p:spPr>
          <a:xfrm>
            <a:off x="9331197" y="2844799"/>
            <a:ext cx="1416685" cy="189796"/>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FF0000"/>
                </a:solidFill>
                <a:latin typeface="Optima"/>
                <a:cs typeface="Calibri"/>
              </a:rPr>
              <a:t>AIRPORTS</a:t>
            </a:r>
            <a:r>
              <a:rPr sz="1150" b="1" spc="-25" dirty="0">
                <a:solidFill>
                  <a:srgbClr val="FF0000"/>
                </a:solidFill>
                <a:latin typeface="Optima"/>
                <a:cs typeface="Calibri"/>
              </a:rPr>
              <a:t> </a:t>
            </a:r>
            <a:r>
              <a:rPr sz="1150" b="1" dirty="0">
                <a:solidFill>
                  <a:srgbClr val="FF0000"/>
                </a:solidFill>
                <a:latin typeface="Optima"/>
                <a:cs typeface="Calibri"/>
              </a:rPr>
              <a:t>&amp;</a:t>
            </a:r>
            <a:r>
              <a:rPr sz="1150" b="1" spc="-25" dirty="0">
                <a:solidFill>
                  <a:srgbClr val="FF0000"/>
                </a:solidFill>
                <a:latin typeface="Optima"/>
                <a:cs typeface="Calibri"/>
              </a:rPr>
              <a:t> </a:t>
            </a:r>
            <a:r>
              <a:rPr sz="1150" b="1" spc="-5" dirty="0">
                <a:solidFill>
                  <a:srgbClr val="FF0000"/>
                </a:solidFill>
                <a:latin typeface="Optima"/>
                <a:cs typeface="Calibri"/>
              </a:rPr>
              <a:t>AVIATION</a:t>
            </a:r>
            <a:endParaRPr sz="1150">
              <a:latin typeface="Optima"/>
              <a:cs typeface="Calibri"/>
            </a:endParaRPr>
          </a:p>
        </p:txBody>
      </p:sp>
      <p:sp>
        <p:nvSpPr>
          <p:cNvPr id="109" name="object 109"/>
          <p:cNvSpPr txBox="1"/>
          <p:nvPr/>
        </p:nvSpPr>
        <p:spPr>
          <a:xfrm>
            <a:off x="9399778" y="3268471"/>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10" name="object 110"/>
          <p:cNvSpPr txBox="1"/>
          <p:nvPr/>
        </p:nvSpPr>
        <p:spPr>
          <a:xfrm>
            <a:off x="9399778" y="3443732"/>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11" name="object 111"/>
          <p:cNvSpPr txBox="1"/>
          <p:nvPr/>
        </p:nvSpPr>
        <p:spPr>
          <a:xfrm>
            <a:off x="9399778" y="3020060"/>
            <a:ext cx="2202180" cy="551815"/>
          </a:xfrm>
          <a:prstGeom prst="rect">
            <a:avLst/>
          </a:prstGeom>
        </p:spPr>
        <p:txBody>
          <a:bodyPr vert="horz" wrap="square" lIns="0" tIns="12700" rIns="0" bIns="0" rtlCol="0">
            <a:spAutoFit/>
          </a:bodyPr>
          <a:lstStyle/>
          <a:p>
            <a:pPr marL="317500" marR="5080" indent="-304800">
              <a:lnSpc>
                <a:spcPct val="100000"/>
              </a:lnSpc>
              <a:spcBef>
                <a:spcPts val="100"/>
              </a:spcBef>
              <a:tabLst>
                <a:tab pos="31686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dirty="0">
                <a:solidFill>
                  <a:srgbClr val="003399"/>
                </a:solidFill>
                <a:latin typeface="Optima"/>
                <a:cs typeface="Calibri"/>
              </a:rPr>
              <a:t>DUBAI INTL</a:t>
            </a:r>
            <a:r>
              <a:rPr sz="1150" b="1" spc="260" dirty="0">
                <a:solidFill>
                  <a:srgbClr val="003399"/>
                </a:solidFill>
                <a:latin typeface="Optima"/>
                <a:cs typeface="Calibri"/>
              </a:rPr>
              <a:t> </a:t>
            </a:r>
            <a:r>
              <a:rPr sz="1150" b="1" dirty="0">
                <a:solidFill>
                  <a:srgbClr val="003399"/>
                </a:solidFill>
                <a:latin typeface="Optima"/>
                <a:cs typeface="Calibri"/>
              </a:rPr>
              <a:t>AIRPORTS (UAE) </a:t>
            </a:r>
            <a:r>
              <a:rPr sz="1150" b="1" spc="5" dirty="0">
                <a:solidFill>
                  <a:srgbClr val="003399"/>
                </a:solidFill>
                <a:latin typeface="Optima"/>
                <a:cs typeface="Calibri"/>
              </a:rPr>
              <a:t> </a:t>
            </a:r>
            <a:r>
              <a:rPr sz="1150" b="1" dirty="0">
                <a:solidFill>
                  <a:srgbClr val="003399"/>
                </a:solidFill>
                <a:latin typeface="Optima"/>
                <a:cs typeface="Calibri"/>
              </a:rPr>
              <a:t>Al</a:t>
            </a:r>
            <a:r>
              <a:rPr sz="1150" b="1" spc="-25" dirty="0">
                <a:solidFill>
                  <a:srgbClr val="003399"/>
                </a:solidFill>
                <a:latin typeface="Optima"/>
                <a:cs typeface="Calibri"/>
              </a:rPr>
              <a:t> </a:t>
            </a:r>
            <a:r>
              <a:rPr sz="1150" b="1" dirty="0">
                <a:solidFill>
                  <a:srgbClr val="003399"/>
                </a:solidFill>
                <a:latin typeface="Optima"/>
                <a:cs typeface="Calibri"/>
              </a:rPr>
              <a:t>MAKTOUM</a:t>
            </a:r>
            <a:r>
              <a:rPr sz="1150" b="1" spc="-55" dirty="0">
                <a:solidFill>
                  <a:srgbClr val="003399"/>
                </a:solidFill>
                <a:latin typeface="Optima"/>
                <a:cs typeface="Calibri"/>
              </a:rPr>
              <a:t> </a:t>
            </a:r>
            <a:r>
              <a:rPr sz="1150" b="1" dirty="0">
                <a:solidFill>
                  <a:srgbClr val="003399"/>
                </a:solidFill>
                <a:latin typeface="Optima"/>
                <a:cs typeface="Calibri"/>
              </a:rPr>
              <a:t>AIRPORTS</a:t>
            </a:r>
            <a:r>
              <a:rPr sz="1150" b="1" spc="-30" dirty="0">
                <a:solidFill>
                  <a:srgbClr val="003399"/>
                </a:solidFill>
                <a:latin typeface="Optima"/>
                <a:cs typeface="Calibri"/>
              </a:rPr>
              <a:t> </a:t>
            </a:r>
            <a:r>
              <a:rPr sz="1150" b="1" dirty="0">
                <a:solidFill>
                  <a:srgbClr val="003399"/>
                </a:solidFill>
                <a:latin typeface="Optima"/>
                <a:cs typeface="Calibri"/>
              </a:rPr>
              <a:t>(UAE) </a:t>
            </a:r>
            <a:r>
              <a:rPr sz="1150" b="1" spc="-245" dirty="0">
                <a:solidFill>
                  <a:srgbClr val="003399"/>
                </a:solidFill>
                <a:latin typeface="Optima"/>
                <a:cs typeface="Calibri"/>
              </a:rPr>
              <a:t> </a:t>
            </a:r>
            <a:r>
              <a:rPr sz="1150" b="1" dirty="0">
                <a:solidFill>
                  <a:srgbClr val="003399"/>
                </a:solidFill>
                <a:latin typeface="Optima"/>
                <a:cs typeface="Calibri"/>
              </a:rPr>
              <a:t>ABU-DHABI</a:t>
            </a:r>
            <a:r>
              <a:rPr sz="1150" b="1" spc="-20" dirty="0">
                <a:solidFill>
                  <a:srgbClr val="003399"/>
                </a:solidFill>
                <a:latin typeface="Optima"/>
                <a:cs typeface="Calibri"/>
              </a:rPr>
              <a:t> </a:t>
            </a:r>
            <a:r>
              <a:rPr sz="1150" b="1" dirty="0">
                <a:solidFill>
                  <a:srgbClr val="003399"/>
                </a:solidFill>
                <a:latin typeface="Optima"/>
                <a:cs typeface="Calibri"/>
              </a:rPr>
              <a:t>AIRPORTS</a:t>
            </a:r>
            <a:r>
              <a:rPr sz="1150" b="1" spc="-15" dirty="0">
                <a:solidFill>
                  <a:srgbClr val="003399"/>
                </a:solidFill>
                <a:latin typeface="Optima"/>
                <a:cs typeface="Calibri"/>
              </a:rPr>
              <a:t> </a:t>
            </a:r>
            <a:r>
              <a:rPr sz="1150" b="1" dirty="0">
                <a:solidFill>
                  <a:srgbClr val="003399"/>
                </a:solidFill>
                <a:latin typeface="Optima"/>
                <a:cs typeface="Calibri"/>
              </a:rPr>
              <a:t>(UAE)</a:t>
            </a:r>
            <a:endParaRPr sz="1150">
              <a:latin typeface="Optima"/>
              <a:cs typeface="Calibri"/>
            </a:endParaRPr>
          </a:p>
        </p:txBody>
      </p:sp>
      <p:sp>
        <p:nvSpPr>
          <p:cNvPr id="112" name="object 112"/>
          <p:cNvSpPr txBox="1"/>
          <p:nvPr/>
        </p:nvSpPr>
        <p:spPr>
          <a:xfrm>
            <a:off x="9331197" y="3721100"/>
            <a:ext cx="1097280" cy="376555"/>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FF0000"/>
                </a:solidFill>
                <a:latin typeface="Optima"/>
                <a:cs typeface="Calibri"/>
              </a:rPr>
              <a:t>NUCLEAR</a:t>
            </a:r>
            <a:endParaRPr sz="1150">
              <a:latin typeface="Optima"/>
              <a:cs typeface="Calibri"/>
            </a:endParaRPr>
          </a:p>
          <a:p>
            <a:pPr marL="80645">
              <a:lnSpc>
                <a:spcPct val="100000"/>
              </a:lnSpc>
              <a:tabLst>
                <a:tab pos="38544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dirty="0">
                <a:solidFill>
                  <a:srgbClr val="003399"/>
                </a:solidFill>
                <a:latin typeface="Optima"/>
                <a:cs typeface="Calibri"/>
              </a:rPr>
              <a:t>ENEC</a:t>
            </a:r>
            <a:r>
              <a:rPr sz="1150" b="1" spc="-60" dirty="0">
                <a:solidFill>
                  <a:srgbClr val="003399"/>
                </a:solidFill>
                <a:latin typeface="Optima"/>
                <a:cs typeface="Calibri"/>
              </a:rPr>
              <a:t> </a:t>
            </a:r>
            <a:r>
              <a:rPr sz="1150" b="1" dirty="0">
                <a:solidFill>
                  <a:srgbClr val="003399"/>
                </a:solidFill>
                <a:latin typeface="Optima"/>
                <a:cs typeface="Calibri"/>
              </a:rPr>
              <a:t>(UAE)</a:t>
            </a:r>
            <a:endParaRPr sz="1150">
              <a:latin typeface="Optima"/>
              <a:cs typeface="Calibri"/>
            </a:endParaRPr>
          </a:p>
        </p:txBody>
      </p:sp>
      <p:sp>
        <p:nvSpPr>
          <p:cNvPr id="113" name="object 113"/>
          <p:cNvSpPr txBox="1"/>
          <p:nvPr/>
        </p:nvSpPr>
        <p:spPr>
          <a:xfrm>
            <a:off x="9331197" y="4247134"/>
            <a:ext cx="2023110" cy="376555"/>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FF0000"/>
                </a:solidFill>
                <a:latin typeface="Optima"/>
                <a:cs typeface="Calibri"/>
              </a:rPr>
              <a:t>FERTILISERS</a:t>
            </a:r>
            <a:endParaRPr sz="1150">
              <a:latin typeface="Optima"/>
              <a:cs typeface="Calibri"/>
            </a:endParaRPr>
          </a:p>
          <a:p>
            <a:pPr marL="80645">
              <a:lnSpc>
                <a:spcPct val="100000"/>
              </a:lnSpc>
              <a:tabLst>
                <a:tab pos="38544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spc="-5" dirty="0">
                <a:solidFill>
                  <a:srgbClr val="0F469B"/>
                </a:solidFill>
                <a:latin typeface="Optima"/>
                <a:cs typeface="Calibri"/>
              </a:rPr>
              <a:t>MPC</a:t>
            </a:r>
            <a:r>
              <a:rPr sz="1150" b="1" spc="-15" dirty="0">
                <a:solidFill>
                  <a:srgbClr val="0F469B"/>
                </a:solidFill>
                <a:latin typeface="Optima"/>
                <a:cs typeface="Calibri"/>
              </a:rPr>
              <a:t> </a:t>
            </a:r>
            <a:r>
              <a:rPr sz="1150" b="1" spc="-5" dirty="0">
                <a:solidFill>
                  <a:srgbClr val="0F469B"/>
                </a:solidFill>
                <a:latin typeface="Optima"/>
                <a:cs typeface="Calibri"/>
              </a:rPr>
              <a:t>(Ma’aden</a:t>
            </a:r>
            <a:r>
              <a:rPr sz="1150" b="1" spc="-35" dirty="0">
                <a:solidFill>
                  <a:srgbClr val="0F469B"/>
                </a:solidFill>
                <a:latin typeface="Optima"/>
                <a:cs typeface="Calibri"/>
              </a:rPr>
              <a:t> </a:t>
            </a:r>
            <a:r>
              <a:rPr sz="1150" b="1" spc="-5" dirty="0">
                <a:solidFill>
                  <a:srgbClr val="0F469B"/>
                </a:solidFill>
                <a:latin typeface="Optima"/>
                <a:cs typeface="Calibri"/>
              </a:rPr>
              <a:t>Phosphate)</a:t>
            </a:r>
            <a:endParaRPr sz="1150">
              <a:latin typeface="Optima"/>
              <a:cs typeface="Calibri"/>
            </a:endParaRPr>
          </a:p>
        </p:txBody>
      </p:sp>
      <p:sp>
        <p:nvSpPr>
          <p:cNvPr id="114" name="object 114"/>
          <p:cNvSpPr txBox="1"/>
          <p:nvPr/>
        </p:nvSpPr>
        <p:spPr>
          <a:xfrm>
            <a:off x="9331197" y="4772914"/>
            <a:ext cx="1110615" cy="376555"/>
          </a:xfrm>
          <a:prstGeom prst="rect">
            <a:avLst/>
          </a:prstGeom>
        </p:spPr>
        <p:txBody>
          <a:bodyPr vert="horz" wrap="square" lIns="0" tIns="12700" rIns="0" bIns="0" rtlCol="0">
            <a:spAutoFit/>
          </a:bodyPr>
          <a:lstStyle/>
          <a:p>
            <a:pPr marL="12700">
              <a:lnSpc>
                <a:spcPct val="100000"/>
              </a:lnSpc>
              <a:spcBef>
                <a:spcPts val="100"/>
              </a:spcBef>
            </a:pPr>
            <a:r>
              <a:rPr sz="1150" b="1" spc="-5" dirty="0">
                <a:solidFill>
                  <a:srgbClr val="FF0000"/>
                </a:solidFill>
                <a:latin typeface="Optima"/>
                <a:cs typeface="Calibri"/>
              </a:rPr>
              <a:t>CONSTRUCTION</a:t>
            </a:r>
            <a:endParaRPr sz="1150">
              <a:latin typeface="Optima"/>
              <a:cs typeface="Calibri"/>
            </a:endParaRPr>
          </a:p>
          <a:p>
            <a:pPr marL="80645">
              <a:lnSpc>
                <a:spcPct val="100000"/>
              </a:lnSpc>
              <a:tabLst>
                <a:tab pos="38544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spc="-5" dirty="0">
                <a:solidFill>
                  <a:srgbClr val="0F469B"/>
                </a:solidFill>
                <a:latin typeface="Optima"/>
                <a:cs typeface="Calibri"/>
              </a:rPr>
              <a:t>NPCC</a:t>
            </a:r>
            <a:r>
              <a:rPr sz="1150" b="1" spc="-45" dirty="0">
                <a:solidFill>
                  <a:srgbClr val="0F469B"/>
                </a:solidFill>
                <a:latin typeface="Optima"/>
                <a:cs typeface="Calibri"/>
              </a:rPr>
              <a:t> </a:t>
            </a:r>
            <a:r>
              <a:rPr sz="1150" b="1" dirty="0">
                <a:solidFill>
                  <a:srgbClr val="0F469B"/>
                </a:solidFill>
                <a:latin typeface="Optima"/>
                <a:cs typeface="Calibri"/>
              </a:rPr>
              <a:t>(UAE)</a:t>
            </a:r>
            <a:endParaRPr sz="1150">
              <a:latin typeface="Optima"/>
              <a:cs typeface="Calibri"/>
            </a:endParaRPr>
          </a:p>
        </p:txBody>
      </p:sp>
      <p:sp>
        <p:nvSpPr>
          <p:cNvPr id="115" name="object 115"/>
          <p:cNvSpPr txBox="1"/>
          <p:nvPr/>
        </p:nvSpPr>
        <p:spPr>
          <a:xfrm>
            <a:off x="9331197" y="5299075"/>
            <a:ext cx="531495" cy="189796"/>
          </a:xfrm>
          <a:prstGeom prst="rect">
            <a:avLst/>
          </a:prstGeom>
        </p:spPr>
        <p:txBody>
          <a:bodyPr vert="horz" wrap="square" lIns="0" tIns="12700" rIns="0" bIns="0" rtlCol="0">
            <a:spAutoFit/>
          </a:bodyPr>
          <a:lstStyle/>
          <a:p>
            <a:pPr marL="12700">
              <a:lnSpc>
                <a:spcPct val="100000"/>
              </a:lnSpc>
              <a:spcBef>
                <a:spcPts val="100"/>
              </a:spcBef>
            </a:pPr>
            <a:r>
              <a:rPr sz="1150" b="1" dirty="0">
                <a:solidFill>
                  <a:srgbClr val="FF0000"/>
                </a:solidFill>
                <a:latin typeface="Optima"/>
                <a:cs typeface="Calibri"/>
              </a:rPr>
              <a:t>MARINE</a:t>
            </a:r>
            <a:endParaRPr sz="1150">
              <a:latin typeface="Optima"/>
              <a:cs typeface="Calibri"/>
            </a:endParaRPr>
          </a:p>
        </p:txBody>
      </p:sp>
      <p:sp>
        <p:nvSpPr>
          <p:cNvPr id="116" name="object 116"/>
          <p:cNvSpPr txBox="1"/>
          <p:nvPr/>
        </p:nvSpPr>
        <p:spPr>
          <a:xfrm>
            <a:off x="9399778" y="5722721"/>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17" name="object 117"/>
          <p:cNvSpPr txBox="1"/>
          <p:nvPr/>
        </p:nvSpPr>
        <p:spPr>
          <a:xfrm>
            <a:off x="9399778" y="6073241"/>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18" name="object 118"/>
          <p:cNvSpPr txBox="1"/>
          <p:nvPr/>
        </p:nvSpPr>
        <p:spPr>
          <a:xfrm>
            <a:off x="9399778" y="6248501"/>
            <a:ext cx="90805" cy="100669"/>
          </a:xfrm>
          <a:prstGeom prst="rect">
            <a:avLst/>
          </a:prstGeom>
        </p:spPr>
        <p:txBody>
          <a:bodyPr vert="horz" wrap="square" lIns="0" tIns="15875" rIns="0" bIns="0" rtlCol="0">
            <a:spAutoFit/>
          </a:bodyPr>
          <a:lstStyle/>
          <a:p>
            <a:pPr marL="12700">
              <a:lnSpc>
                <a:spcPct val="100000"/>
              </a:lnSpc>
              <a:spcBef>
                <a:spcPts val="125"/>
              </a:spcBef>
            </a:pPr>
            <a:r>
              <a:rPr sz="550" spc="20" dirty="0">
                <a:solidFill>
                  <a:srgbClr val="333399"/>
                </a:solidFill>
                <a:latin typeface="Optima"/>
                <a:cs typeface="Wingdings"/>
              </a:rPr>
              <a:t></a:t>
            </a:r>
            <a:endParaRPr sz="550">
              <a:latin typeface="Optima"/>
              <a:cs typeface="Wingdings"/>
            </a:endParaRPr>
          </a:p>
        </p:txBody>
      </p:sp>
      <p:sp>
        <p:nvSpPr>
          <p:cNvPr id="119" name="object 119"/>
          <p:cNvSpPr txBox="1"/>
          <p:nvPr/>
        </p:nvSpPr>
        <p:spPr>
          <a:xfrm>
            <a:off x="9399778" y="5474309"/>
            <a:ext cx="2765425" cy="1384935"/>
          </a:xfrm>
          <a:prstGeom prst="rect">
            <a:avLst/>
          </a:prstGeom>
        </p:spPr>
        <p:txBody>
          <a:bodyPr vert="horz" wrap="square" lIns="0" tIns="12700" rIns="0" bIns="0" rtlCol="0">
            <a:spAutoFit/>
          </a:bodyPr>
          <a:lstStyle/>
          <a:p>
            <a:pPr marL="317500" marR="1123950" indent="-304800">
              <a:lnSpc>
                <a:spcPct val="100000"/>
              </a:lnSpc>
              <a:spcBef>
                <a:spcPts val="100"/>
              </a:spcBef>
              <a:tabLst>
                <a:tab pos="316865" algn="l"/>
              </a:tabLst>
            </a:pPr>
            <a:r>
              <a:rPr sz="550" spc="20" dirty="0">
                <a:solidFill>
                  <a:srgbClr val="333399"/>
                </a:solidFill>
                <a:latin typeface="Optima"/>
                <a:cs typeface="Wingdings"/>
              </a:rPr>
              <a:t></a:t>
            </a:r>
            <a:r>
              <a:rPr sz="550" spc="20" dirty="0">
                <a:solidFill>
                  <a:srgbClr val="333399"/>
                </a:solidFill>
                <a:latin typeface="Optima"/>
                <a:cs typeface="Times New Roman"/>
              </a:rPr>
              <a:t>	</a:t>
            </a:r>
            <a:r>
              <a:rPr sz="1150" b="1" spc="-5" dirty="0">
                <a:solidFill>
                  <a:srgbClr val="003399"/>
                </a:solidFill>
                <a:latin typeface="Optima"/>
                <a:cs typeface="Calibri"/>
              </a:rPr>
              <a:t>ADANI PORTS </a:t>
            </a:r>
            <a:r>
              <a:rPr sz="1150" b="1" dirty="0">
                <a:solidFill>
                  <a:srgbClr val="003399"/>
                </a:solidFill>
                <a:latin typeface="Optima"/>
                <a:cs typeface="Calibri"/>
              </a:rPr>
              <a:t>(IND) </a:t>
            </a:r>
            <a:r>
              <a:rPr sz="1150" b="1" spc="5" dirty="0">
                <a:solidFill>
                  <a:srgbClr val="003399"/>
                </a:solidFill>
                <a:latin typeface="Optima"/>
                <a:cs typeface="Calibri"/>
              </a:rPr>
              <a:t> </a:t>
            </a:r>
            <a:r>
              <a:rPr sz="1150" b="1" dirty="0">
                <a:solidFill>
                  <a:srgbClr val="003399"/>
                </a:solidFill>
                <a:latin typeface="Optima"/>
                <a:cs typeface="Calibri"/>
              </a:rPr>
              <a:t>NILOT</a:t>
            </a:r>
            <a:r>
              <a:rPr sz="1150" b="1" spc="-25" dirty="0">
                <a:solidFill>
                  <a:srgbClr val="003399"/>
                </a:solidFill>
                <a:latin typeface="Optima"/>
                <a:cs typeface="Calibri"/>
              </a:rPr>
              <a:t> </a:t>
            </a:r>
            <a:r>
              <a:rPr sz="1150" b="1" spc="-5" dirty="0">
                <a:solidFill>
                  <a:srgbClr val="003399"/>
                </a:solidFill>
                <a:latin typeface="Optima"/>
                <a:cs typeface="Calibri"/>
              </a:rPr>
              <a:t>SHIP</a:t>
            </a:r>
            <a:r>
              <a:rPr sz="1150" b="1" spc="-40" dirty="0">
                <a:solidFill>
                  <a:srgbClr val="003399"/>
                </a:solidFill>
                <a:latin typeface="Optima"/>
                <a:cs typeface="Calibri"/>
              </a:rPr>
              <a:t> </a:t>
            </a:r>
            <a:r>
              <a:rPr sz="1150" b="1" dirty="0">
                <a:solidFill>
                  <a:srgbClr val="003399"/>
                </a:solidFill>
                <a:latin typeface="Optima"/>
                <a:cs typeface="Calibri"/>
              </a:rPr>
              <a:t>BUILDING</a:t>
            </a:r>
            <a:endParaRPr sz="1150">
              <a:latin typeface="Optima"/>
              <a:cs typeface="Calibri"/>
            </a:endParaRPr>
          </a:p>
          <a:p>
            <a:pPr marL="317500" marR="1455420" indent="-105410">
              <a:lnSpc>
                <a:spcPct val="100000"/>
              </a:lnSpc>
            </a:pPr>
            <a:r>
              <a:rPr sz="1150" b="1" spc="-5" dirty="0">
                <a:solidFill>
                  <a:srgbClr val="003399"/>
                </a:solidFill>
                <a:latin typeface="Optima"/>
                <a:cs typeface="Calibri"/>
              </a:rPr>
              <a:t>(St Petersburg) </a:t>
            </a:r>
            <a:r>
              <a:rPr sz="1150" b="1" dirty="0">
                <a:solidFill>
                  <a:srgbClr val="003399"/>
                </a:solidFill>
                <a:latin typeface="Optima"/>
                <a:cs typeface="Calibri"/>
              </a:rPr>
              <a:t> </a:t>
            </a:r>
            <a:r>
              <a:rPr sz="1150" b="1" spc="-5" dirty="0">
                <a:solidFill>
                  <a:srgbClr val="003399"/>
                </a:solidFill>
                <a:latin typeface="Optima"/>
                <a:cs typeface="Calibri"/>
              </a:rPr>
              <a:t>RSA</a:t>
            </a:r>
            <a:r>
              <a:rPr sz="1150" b="1" spc="-25" dirty="0">
                <a:solidFill>
                  <a:srgbClr val="003399"/>
                </a:solidFill>
                <a:latin typeface="Optima"/>
                <a:cs typeface="Calibri"/>
              </a:rPr>
              <a:t> </a:t>
            </a:r>
            <a:r>
              <a:rPr sz="1150" b="1" spc="-5" dirty="0">
                <a:solidFill>
                  <a:srgbClr val="003399"/>
                </a:solidFill>
                <a:latin typeface="Optima"/>
                <a:cs typeface="Calibri"/>
              </a:rPr>
              <a:t>NAVY</a:t>
            </a:r>
            <a:r>
              <a:rPr sz="1150" b="1" spc="-20" dirty="0">
                <a:solidFill>
                  <a:srgbClr val="003399"/>
                </a:solidFill>
                <a:latin typeface="Optima"/>
                <a:cs typeface="Calibri"/>
              </a:rPr>
              <a:t> </a:t>
            </a:r>
            <a:r>
              <a:rPr sz="1150" b="1" spc="-5" dirty="0">
                <a:solidFill>
                  <a:srgbClr val="003399"/>
                </a:solidFill>
                <a:latin typeface="Optima"/>
                <a:cs typeface="Calibri"/>
              </a:rPr>
              <a:t>(RSA)</a:t>
            </a:r>
            <a:endParaRPr sz="1150">
              <a:latin typeface="Optima"/>
              <a:cs typeface="Calibri"/>
            </a:endParaRPr>
          </a:p>
          <a:p>
            <a:pPr marL="317500" marR="134620">
              <a:lnSpc>
                <a:spcPct val="100000"/>
              </a:lnSpc>
            </a:pPr>
            <a:r>
              <a:rPr sz="1150" b="1" dirty="0">
                <a:solidFill>
                  <a:srgbClr val="003399"/>
                </a:solidFill>
                <a:latin typeface="Optima"/>
                <a:cs typeface="Calibri"/>
              </a:rPr>
              <a:t>BRITISH </a:t>
            </a:r>
            <a:r>
              <a:rPr sz="1150" b="1" spc="-5" dirty="0">
                <a:solidFill>
                  <a:srgbClr val="003399"/>
                </a:solidFill>
                <a:latin typeface="Optima"/>
                <a:cs typeface="Calibri"/>
              </a:rPr>
              <a:t>AEROSPACE </a:t>
            </a:r>
            <a:r>
              <a:rPr sz="1150" b="1" dirty="0">
                <a:solidFill>
                  <a:srgbClr val="003399"/>
                </a:solidFill>
                <a:latin typeface="Optima"/>
                <a:cs typeface="Calibri"/>
              </a:rPr>
              <a:t>(Queen </a:t>
            </a:r>
            <a:r>
              <a:rPr sz="1150" b="1" spc="-5" dirty="0">
                <a:solidFill>
                  <a:srgbClr val="003399"/>
                </a:solidFill>
                <a:latin typeface="Optima"/>
                <a:cs typeface="Calibri"/>
              </a:rPr>
              <a:t>Elizabeth </a:t>
            </a:r>
            <a:r>
              <a:rPr sz="1150" b="1" spc="-245" dirty="0">
                <a:solidFill>
                  <a:srgbClr val="003399"/>
                </a:solidFill>
                <a:latin typeface="Optima"/>
                <a:cs typeface="Calibri"/>
              </a:rPr>
              <a:t> </a:t>
            </a:r>
            <a:r>
              <a:rPr sz="1150" b="1" spc="-5" dirty="0">
                <a:solidFill>
                  <a:srgbClr val="003399"/>
                </a:solidFill>
                <a:latin typeface="Optima"/>
                <a:cs typeface="Calibri"/>
              </a:rPr>
              <a:t>Aircraft</a:t>
            </a:r>
            <a:r>
              <a:rPr sz="1150" b="1" spc="5" dirty="0">
                <a:solidFill>
                  <a:srgbClr val="003399"/>
                </a:solidFill>
                <a:latin typeface="Optima"/>
                <a:cs typeface="Calibri"/>
              </a:rPr>
              <a:t> </a:t>
            </a:r>
            <a:r>
              <a:rPr sz="1150" b="1" spc="-5" dirty="0">
                <a:solidFill>
                  <a:srgbClr val="003399"/>
                </a:solidFill>
                <a:latin typeface="Optima"/>
                <a:cs typeface="Calibri"/>
              </a:rPr>
              <a:t>Carrier)</a:t>
            </a:r>
            <a:endParaRPr sz="1150">
              <a:latin typeface="Optima"/>
              <a:cs typeface="Calibri"/>
            </a:endParaRPr>
          </a:p>
          <a:p>
            <a:pPr marR="5080" algn="r">
              <a:lnSpc>
                <a:spcPct val="100000"/>
              </a:lnSpc>
              <a:spcBef>
                <a:spcPts val="500"/>
              </a:spcBef>
            </a:pPr>
            <a:r>
              <a:rPr sz="1600" spc="-15" dirty="0">
                <a:solidFill>
                  <a:srgbClr val="FFFFFF"/>
                </a:solidFill>
                <a:latin typeface="Optima"/>
                <a:cs typeface="Calibri"/>
              </a:rPr>
              <a:t>10</a:t>
            </a:r>
            <a:endParaRPr sz="1600">
              <a:latin typeface="Optima"/>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4472940"/>
          </a:xfrm>
          <a:prstGeom prst="rect">
            <a:avLst/>
          </a:prstGeom>
        </p:spPr>
      </p:pic>
      <p:sp>
        <p:nvSpPr>
          <p:cNvPr id="3" name="object 3"/>
          <p:cNvSpPr txBox="1">
            <a:spLocks noGrp="1"/>
          </p:cNvSpPr>
          <p:nvPr>
            <p:ph type="title"/>
          </p:nvPr>
        </p:nvSpPr>
        <p:spPr>
          <a:xfrm>
            <a:off x="2456179" y="2442413"/>
            <a:ext cx="7155815" cy="514350"/>
          </a:xfrm>
          <a:prstGeom prst="rect">
            <a:avLst/>
          </a:prstGeom>
        </p:spPr>
        <p:txBody>
          <a:bodyPr vert="horz" wrap="square" lIns="0" tIns="13335" rIns="0" bIns="0" rtlCol="0">
            <a:spAutoFit/>
          </a:bodyPr>
          <a:lstStyle/>
          <a:p>
            <a:pPr marL="12700">
              <a:lnSpc>
                <a:spcPct val="100000"/>
              </a:lnSpc>
              <a:spcBef>
                <a:spcPts val="105"/>
              </a:spcBef>
            </a:pPr>
            <a:r>
              <a:rPr sz="3200" spc="-5" dirty="0">
                <a:latin typeface="Optima"/>
              </a:rPr>
              <a:t>PiLog</a:t>
            </a:r>
            <a:r>
              <a:rPr sz="3200" spc="-20" dirty="0">
                <a:latin typeface="Optima"/>
              </a:rPr>
              <a:t> </a:t>
            </a:r>
            <a:r>
              <a:rPr sz="3200" spc="-10" dirty="0">
                <a:latin typeface="Optima"/>
              </a:rPr>
              <a:t>Recommended</a:t>
            </a:r>
            <a:r>
              <a:rPr sz="3200" spc="-20" dirty="0">
                <a:latin typeface="Optima"/>
              </a:rPr>
              <a:t> </a:t>
            </a:r>
            <a:r>
              <a:rPr sz="3200" dirty="0">
                <a:latin typeface="Optima"/>
              </a:rPr>
              <a:t>Solution</a:t>
            </a:r>
            <a:r>
              <a:rPr sz="3200" spc="-30" dirty="0">
                <a:latin typeface="Optima"/>
              </a:rPr>
              <a:t> </a:t>
            </a:r>
            <a:r>
              <a:rPr sz="3200" dirty="0">
                <a:latin typeface="Optima"/>
              </a:rPr>
              <a:t>&amp; </a:t>
            </a:r>
            <a:r>
              <a:rPr sz="3200" spc="-5" dirty="0">
                <a:latin typeface="Optima"/>
              </a:rPr>
              <a:t>Approach</a:t>
            </a:r>
            <a:endParaRPr sz="3200" dirty="0">
              <a:latin typeface="Optima"/>
            </a:endParaRPr>
          </a:p>
        </p:txBody>
      </p:sp>
      <p:sp>
        <p:nvSpPr>
          <p:cNvPr id="4" name="object 4"/>
          <p:cNvSpPr txBox="1"/>
          <p:nvPr/>
        </p:nvSpPr>
        <p:spPr>
          <a:xfrm>
            <a:off x="1363217" y="4589475"/>
            <a:ext cx="9340215" cy="757555"/>
          </a:xfrm>
          <a:prstGeom prst="rect">
            <a:avLst/>
          </a:prstGeom>
        </p:spPr>
        <p:txBody>
          <a:bodyPr vert="horz" wrap="square" lIns="0" tIns="12700" rIns="0" bIns="0" rtlCol="0">
            <a:spAutoFit/>
          </a:bodyPr>
          <a:lstStyle/>
          <a:p>
            <a:pPr algn="ctr">
              <a:lnSpc>
                <a:spcPct val="100000"/>
              </a:lnSpc>
              <a:spcBef>
                <a:spcPts val="100"/>
              </a:spcBef>
            </a:pPr>
            <a:r>
              <a:rPr sz="2400" b="1" i="1" spc="-20" dirty="0">
                <a:solidFill>
                  <a:srgbClr val="0F469B"/>
                </a:solidFill>
                <a:latin typeface="Optima"/>
                <a:cs typeface="Calibri"/>
              </a:rPr>
              <a:t>PiLog’s</a:t>
            </a:r>
            <a:r>
              <a:rPr sz="2400" b="1" i="1" spc="-10" dirty="0">
                <a:solidFill>
                  <a:srgbClr val="0F469B"/>
                </a:solidFill>
                <a:latin typeface="Optima"/>
                <a:cs typeface="Calibri"/>
              </a:rPr>
              <a:t> </a:t>
            </a:r>
            <a:r>
              <a:rPr sz="2400" b="1" i="1" spc="-10" dirty="0">
                <a:solidFill>
                  <a:srgbClr val="FF0000"/>
                </a:solidFill>
                <a:latin typeface="Optima"/>
                <a:cs typeface="Calibri"/>
              </a:rPr>
              <a:t>optimized</a:t>
            </a:r>
            <a:r>
              <a:rPr sz="2400" b="1" i="1" spc="-20" dirty="0">
                <a:solidFill>
                  <a:srgbClr val="FF0000"/>
                </a:solidFill>
                <a:latin typeface="Optima"/>
                <a:cs typeface="Calibri"/>
              </a:rPr>
              <a:t> </a:t>
            </a:r>
            <a:r>
              <a:rPr sz="2400" b="1" i="1" spc="-10" dirty="0">
                <a:solidFill>
                  <a:srgbClr val="FF0000"/>
                </a:solidFill>
                <a:latin typeface="Optima"/>
                <a:cs typeface="Calibri"/>
              </a:rPr>
              <a:t>solution</a:t>
            </a:r>
            <a:r>
              <a:rPr sz="2400" b="1" i="1" spc="5" dirty="0">
                <a:solidFill>
                  <a:srgbClr val="FF0000"/>
                </a:solidFill>
                <a:latin typeface="Optima"/>
                <a:cs typeface="Calibri"/>
              </a:rPr>
              <a:t> </a:t>
            </a:r>
            <a:r>
              <a:rPr sz="2400" b="1" i="1" spc="-5" dirty="0">
                <a:solidFill>
                  <a:srgbClr val="FF0000"/>
                </a:solidFill>
                <a:latin typeface="Optima"/>
                <a:cs typeface="Calibri"/>
              </a:rPr>
              <a:t>management</a:t>
            </a:r>
            <a:r>
              <a:rPr sz="2400" b="1" i="1" spc="-20" dirty="0">
                <a:solidFill>
                  <a:srgbClr val="FF0000"/>
                </a:solidFill>
                <a:latin typeface="Optima"/>
                <a:cs typeface="Calibri"/>
              </a:rPr>
              <a:t> </a:t>
            </a:r>
            <a:r>
              <a:rPr sz="2400" b="1" i="1" dirty="0">
                <a:solidFill>
                  <a:srgbClr val="0F469B"/>
                </a:solidFill>
                <a:latin typeface="Optima"/>
                <a:cs typeface="Calibri"/>
              </a:rPr>
              <a:t>is</a:t>
            </a:r>
            <a:r>
              <a:rPr sz="2400" b="1" i="1" spc="10" dirty="0">
                <a:solidFill>
                  <a:srgbClr val="0F469B"/>
                </a:solidFill>
                <a:latin typeface="Optima"/>
                <a:cs typeface="Calibri"/>
              </a:rPr>
              <a:t> </a:t>
            </a:r>
            <a:r>
              <a:rPr sz="2400" b="1" i="1" dirty="0">
                <a:solidFill>
                  <a:srgbClr val="0F469B"/>
                </a:solidFill>
                <a:latin typeface="Optima"/>
                <a:cs typeface="Calibri"/>
              </a:rPr>
              <a:t>aimed</a:t>
            </a:r>
            <a:r>
              <a:rPr sz="2400" b="1" i="1" spc="-35" dirty="0">
                <a:solidFill>
                  <a:srgbClr val="0F469B"/>
                </a:solidFill>
                <a:latin typeface="Optima"/>
                <a:cs typeface="Calibri"/>
              </a:rPr>
              <a:t> </a:t>
            </a:r>
            <a:r>
              <a:rPr sz="2400" b="1" i="1" dirty="0">
                <a:solidFill>
                  <a:srgbClr val="0F469B"/>
                </a:solidFill>
                <a:latin typeface="Optima"/>
                <a:cs typeface="Calibri"/>
              </a:rPr>
              <a:t>at </a:t>
            </a:r>
            <a:r>
              <a:rPr sz="2400" b="1" i="1" spc="-10" dirty="0">
                <a:solidFill>
                  <a:srgbClr val="FF0000"/>
                </a:solidFill>
                <a:latin typeface="Optima"/>
                <a:cs typeface="Calibri"/>
              </a:rPr>
              <a:t>Material</a:t>
            </a:r>
            <a:r>
              <a:rPr sz="2400" b="1" i="1" spc="5" dirty="0">
                <a:solidFill>
                  <a:srgbClr val="FF0000"/>
                </a:solidFill>
                <a:latin typeface="Optima"/>
                <a:cs typeface="Calibri"/>
              </a:rPr>
              <a:t> </a:t>
            </a:r>
            <a:r>
              <a:rPr sz="2400" b="1" i="1" spc="-15" dirty="0">
                <a:solidFill>
                  <a:srgbClr val="FF0000"/>
                </a:solidFill>
                <a:latin typeface="Optima"/>
                <a:cs typeface="Calibri"/>
              </a:rPr>
              <a:t>Master</a:t>
            </a:r>
            <a:r>
              <a:rPr sz="2400" b="1" i="1" spc="5" dirty="0">
                <a:solidFill>
                  <a:srgbClr val="FF0000"/>
                </a:solidFill>
                <a:latin typeface="Optima"/>
                <a:cs typeface="Calibri"/>
              </a:rPr>
              <a:t> </a:t>
            </a:r>
            <a:r>
              <a:rPr sz="2400" b="1" i="1" spc="-10" dirty="0">
                <a:solidFill>
                  <a:srgbClr val="FF0000"/>
                </a:solidFill>
                <a:latin typeface="Optima"/>
                <a:cs typeface="Calibri"/>
              </a:rPr>
              <a:t>Data</a:t>
            </a:r>
            <a:endParaRPr sz="2400" dirty="0">
              <a:latin typeface="Optima"/>
              <a:cs typeface="Calibri"/>
            </a:endParaRPr>
          </a:p>
          <a:p>
            <a:pPr marL="635" algn="ctr">
              <a:lnSpc>
                <a:spcPct val="100000"/>
              </a:lnSpc>
              <a:spcBef>
                <a:spcPts val="5"/>
              </a:spcBef>
            </a:pPr>
            <a:r>
              <a:rPr sz="2400" b="1" i="1" spc="-10" dirty="0">
                <a:solidFill>
                  <a:srgbClr val="FF0000"/>
                </a:solidFill>
                <a:latin typeface="Optima"/>
                <a:cs typeface="Calibri"/>
              </a:rPr>
              <a:t>Governance</a:t>
            </a:r>
            <a:r>
              <a:rPr sz="2400" b="1" i="1" spc="5" dirty="0">
                <a:solidFill>
                  <a:srgbClr val="FF0000"/>
                </a:solidFill>
                <a:latin typeface="Optima"/>
                <a:cs typeface="Calibri"/>
              </a:rPr>
              <a:t> </a:t>
            </a:r>
            <a:r>
              <a:rPr sz="2400" b="1" i="1" spc="-10" dirty="0">
                <a:solidFill>
                  <a:srgbClr val="0F469B"/>
                </a:solidFill>
                <a:latin typeface="Optima"/>
                <a:cs typeface="Calibri"/>
              </a:rPr>
              <a:t>for</a:t>
            </a:r>
            <a:r>
              <a:rPr sz="2400" b="1" i="1" spc="10" dirty="0">
                <a:solidFill>
                  <a:srgbClr val="0F469B"/>
                </a:solidFill>
                <a:latin typeface="Optima"/>
                <a:cs typeface="Calibri"/>
              </a:rPr>
              <a:t> </a:t>
            </a:r>
            <a:r>
              <a:rPr sz="2400" b="1" i="1" spc="-5" dirty="0">
                <a:solidFill>
                  <a:srgbClr val="FF0000"/>
                </a:solidFill>
                <a:latin typeface="Optima"/>
                <a:cs typeface="Calibri"/>
              </a:rPr>
              <a:t>improving</a:t>
            </a:r>
            <a:r>
              <a:rPr sz="2400" b="1" i="1" spc="-10" dirty="0">
                <a:solidFill>
                  <a:srgbClr val="FF0000"/>
                </a:solidFill>
                <a:latin typeface="Optima"/>
                <a:cs typeface="Calibri"/>
              </a:rPr>
              <a:t> overall</a:t>
            </a:r>
            <a:r>
              <a:rPr sz="2400" b="1" i="1" spc="5" dirty="0">
                <a:solidFill>
                  <a:srgbClr val="FF0000"/>
                </a:solidFill>
                <a:latin typeface="Optima"/>
                <a:cs typeface="Calibri"/>
              </a:rPr>
              <a:t> </a:t>
            </a:r>
            <a:r>
              <a:rPr sz="2400" b="1" i="1" spc="-10" dirty="0">
                <a:solidFill>
                  <a:srgbClr val="FF0000"/>
                </a:solidFill>
                <a:latin typeface="Optima"/>
                <a:cs typeface="Calibri"/>
              </a:rPr>
              <a:t>organizational</a:t>
            </a:r>
            <a:r>
              <a:rPr sz="2400" b="1" i="1" spc="5" dirty="0">
                <a:solidFill>
                  <a:srgbClr val="FF0000"/>
                </a:solidFill>
                <a:latin typeface="Optima"/>
                <a:cs typeface="Calibri"/>
              </a:rPr>
              <a:t> </a:t>
            </a:r>
            <a:r>
              <a:rPr sz="2400" b="1" i="1" spc="-10" dirty="0">
                <a:solidFill>
                  <a:srgbClr val="FF0000"/>
                </a:solidFill>
                <a:latin typeface="Optima"/>
                <a:cs typeface="Calibri"/>
              </a:rPr>
              <a:t>effectiveness</a:t>
            </a:r>
            <a:r>
              <a:rPr sz="2400" b="1" i="1" spc="-10" dirty="0">
                <a:solidFill>
                  <a:srgbClr val="0F469B"/>
                </a:solidFill>
                <a:latin typeface="Optima"/>
                <a:cs typeface="Calibri"/>
              </a:rPr>
              <a:t>!!!</a:t>
            </a:r>
            <a:endParaRPr sz="2400" dirty="0">
              <a:latin typeface="Optima"/>
              <a:cs typeface="Calibri"/>
            </a:endParaRPr>
          </a:p>
        </p:txBody>
      </p:sp>
      <p:pic>
        <p:nvPicPr>
          <p:cNvPr id="5" name="object 5"/>
          <p:cNvPicPr/>
          <p:nvPr/>
        </p:nvPicPr>
        <p:blipFill>
          <a:blip r:embed="rId3" cstate="print"/>
          <a:stretch>
            <a:fillRect/>
          </a:stretch>
        </p:blipFill>
        <p:spPr>
          <a:xfrm>
            <a:off x="92964" y="6297167"/>
            <a:ext cx="1071372" cy="4770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8124" y="310641"/>
            <a:ext cx="6325870" cy="376555"/>
          </a:xfrm>
          <a:prstGeom prst="rect">
            <a:avLst/>
          </a:prstGeom>
        </p:spPr>
        <p:txBody>
          <a:bodyPr vert="horz" wrap="square" lIns="0" tIns="12700" rIns="0" bIns="0" rtlCol="0">
            <a:spAutoFit/>
          </a:bodyPr>
          <a:lstStyle/>
          <a:p>
            <a:pPr marL="12700">
              <a:lnSpc>
                <a:spcPct val="100000"/>
              </a:lnSpc>
              <a:spcBef>
                <a:spcPts val="100"/>
              </a:spcBef>
            </a:pPr>
            <a:r>
              <a:rPr sz="2300" spc="-10" dirty="0">
                <a:solidFill>
                  <a:srgbClr val="0F469B"/>
                </a:solidFill>
                <a:latin typeface="Optima"/>
              </a:rPr>
              <a:t>Master</a:t>
            </a:r>
            <a:r>
              <a:rPr sz="2300" spc="-25" dirty="0">
                <a:solidFill>
                  <a:srgbClr val="0F469B"/>
                </a:solidFill>
                <a:latin typeface="Optima"/>
              </a:rPr>
              <a:t> </a:t>
            </a:r>
            <a:r>
              <a:rPr sz="2300" spc="-15" dirty="0">
                <a:solidFill>
                  <a:srgbClr val="0F469B"/>
                </a:solidFill>
                <a:latin typeface="Optima"/>
              </a:rPr>
              <a:t>Data</a:t>
            </a:r>
            <a:r>
              <a:rPr sz="2300" spc="10" dirty="0">
                <a:solidFill>
                  <a:srgbClr val="0F469B"/>
                </a:solidFill>
                <a:latin typeface="Optima"/>
              </a:rPr>
              <a:t> </a:t>
            </a:r>
            <a:r>
              <a:rPr sz="2300" spc="-10" dirty="0">
                <a:solidFill>
                  <a:srgbClr val="0F469B"/>
                </a:solidFill>
                <a:latin typeface="Optima"/>
              </a:rPr>
              <a:t>Management</a:t>
            </a:r>
            <a:r>
              <a:rPr sz="2300" spc="15" dirty="0">
                <a:solidFill>
                  <a:srgbClr val="0F469B"/>
                </a:solidFill>
                <a:latin typeface="Optima"/>
              </a:rPr>
              <a:t> </a:t>
            </a:r>
            <a:r>
              <a:rPr sz="2300" dirty="0">
                <a:solidFill>
                  <a:srgbClr val="0F469B"/>
                </a:solidFill>
                <a:latin typeface="Optima"/>
              </a:rPr>
              <a:t>–</a:t>
            </a:r>
            <a:r>
              <a:rPr sz="2300" spc="20" dirty="0">
                <a:solidFill>
                  <a:srgbClr val="0F469B"/>
                </a:solidFill>
                <a:latin typeface="Optima"/>
              </a:rPr>
              <a:t> </a:t>
            </a:r>
            <a:r>
              <a:rPr sz="2300" spc="-10" dirty="0">
                <a:solidFill>
                  <a:srgbClr val="0F469B"/>
                </a:solidFill>
                <a:latin typeface="Optima"/>
              </a:rPr>
              <a:t>Organizational</a:t>
            </a:r>
            <a:r>
              <a:rPr sz="2300" spc="-30" dirty="0">
                <a:solidFill>
                  <a:srgbClr val="0F469B"/>
                </a:solidFill>
                <a:latin typeface="Optima"/>
              </a:rPr>
              <a:t> </a:t>
            </a:r>
            <a:r>
              <a:rPr sz="2300" spc="-15" dirty="0">
                <a:solidFill>
                  <a:srgbClr val="0F469B"/>
                </a:solidFill>
                <a:latin typeface="Optima"/>
              </a:rPr>
              <a:t>Strategy</a:t>
            </a:r>
            <a:endParaRPr sz="2300" dirty="0">
              <a:latin typeface="Optima"/>
            </a:endParaRPr>
          </a:p>
        </p:txBody>
      </p:sp>
      <p:grpSp>
        <p:nvGrpSpPr>
          <p:cNvPr id="3" name="object 3"/>
          <p:cNvGrpSpPr/>
          <p:nvPr/>
        </p:nvGrpSpPr>
        <p:grpSpPr>
          <a:xfrm>
            <a:off x="1107757" y="1244521"/>
            <a:ext cx="6858634" cy="4391660"/>
            <a:chOff x="1107757" y="1244521"/>
            <a:chExt cx="6858634" cy="4391660"/>
          </a:xfrm>
        </p:grpSpPr>
        <p:pic>
          <p:nvPicPr>
            <p:cNvPr id="4" name="object 4"/>
            <p:cNvPicPr/>
            <p:nvPr/>
          </p:nvPicPr>
          <p:blipFill>
            <a:blip r:embed="rId2" cstate="print"/>
            <a:stretch>
              <a:fillRect/>
            </a:stretch>
          </p:blipFill>
          <p:spPr>
            <a:xfrm>
              <a:off x="5721077" y="1244521"/>
              <a:ext cx="2244888" cy="3165954"/>
            </a:xfrm>
            <a:prstGeom prst="rect">
              <a:avLst/>
            </a:prstGeom>
          </p:spPr>
        </p:pic>
        <p:sp>
          <p:nvSpPr>
            <p:cNvPr id="5" name="object 5"/>
            <p:cNvSpPr/>
            <p:nvPr/>
          </p:nvSpPr>
          <p:spPr>
            <a:xfrm>
              <a:off x="5745480" y="1245158"/>
              <a:ext cx="2162810" cy="3093085"/>
            </a:xfrm>
            <a:custGeom>
              <a:avLst/>
              <a:gdLst/>
              <a:ahLst/>
              <a:cxnLst/>
              <a:rect l="l" t="t" r="r" b="b"/>
              <a:pathLst>
                <a:path w="2162809" h="3093085">
                  <a:moveTo>
                    <a:pt x="2162556" y="946099"/>
                  </a:moveTo>
                  <a:lnTo>
                    <a:pt x="2154656" y="898804"/>
                  </a:lnTo>
                  <a:lnTo>
                    <a:pt x="2133181" y="852271"/>
                  </a:lnTo>
                  <a:lnTo>
                    <a:pt x="2101469" y="811860"/>
                  </a:lnTo>
                  <a:lnTo>
                    <a:pt x="2062861" y="782904"/>
                  </a:lnTo>
                  <a:lnTo>
                    <a:pt x="1653286" y="571296"/>
                  </a:lnTo>
                  <a:lnTo>
                    <a:pt x="1653286" y="1259027"/>
                  </a:lnTo>
                  <a:lnTo>
                    <a:pt x="1653286" y="2591587"/>
                  </a:lnTo>
                  <a:lnTo>
                    <a:pt x="574421" y="2032838"/>
                  </a:lnTo>
                  <a:lnTo>
                    <a:pt x="536092" y="2004707"/>
                  </a:lnTo>
                  <a:lnTo>
                    <a:pt x="504901" y="1964702"/>
                  </a:lnTo>
                  <a:lnTo>
                    <a:pt x="483920" y="1918335"/>
                  </a:lnTo>
                  <a:lnTo>
                    <a:pt x="476250" y="1871040"/>
                  </a:lnTo>
                  <a:lnTo>
                    <a:pt x="476250" y="540880"/>
                  </a:lnTo>
                  <a:lnTo>
                    <a:pt x="1556258" y="1099896"/>
                  </a:lnTo>
                  <a:lnTo>
                    <a:pt x="1593913" y="1127798"/>
                  </a:lnTo>
                  <a:lnTo>
                    <a:pt x="1624774" y="1167180"/>
                  </a:lnTo>
                  <a:lnTo>
                    <a:pt x="1645615" y="1212697"/>
                  </a:lnTo>
                  <a:lnTo>
                    <a:pt x="1653286" y="1259027"/>
                  </a:lnTo>
                  <a:lnTo>
                    <a:pt x="1653286" y="571296"/>
                  </a:lnTo>
                  <a:lnTo>
                    <a:pt x="570357" y="11760"/>
                  </a:lnTo>
                  <a:lnTo>
                    <a:pt x="548474" y="2743"/>
                  </a:lnTo>
                  <a:lnTo>
                    <a:pt x="528256" y="0"/>
                  </a:lnTo>
                  <a:lnTo>
                    <a:pt x="510311" y="3136"/>
                  </a:lnTo>
                  <a:lnTo>
                    <a:pt x="495300" y="11760"/>
                  </a:lnTo>
                  <a:lnTo>
                    <a:pt x="35471" y="332041"/>
                  </a:lnTo>
                  <a:lnTo>
                    <a:pt x="28486" y="333806"/>
                  </a:lnTo>
                  <a:lnTo>
                    <a:pt x="7645" y="357974"/>
                  </a:lnTo>
                  <a:lnTo>
                    <a:pt x="0" y="396443"/>
                  </a:lnTo>
                  <a:lnTo>
                    <a:pt x="0" y="2166188"/>
                  </a:lnTo>
                  <a:lnTo>
                    <a:pt x="7645" y="2212251"/>
                  </a:lnTo>
                  <a:lnTo>
                    <a:pt x="28486" y="2257310"/>
                  </a:lnTo>
                  <a:lnTo>
                    <a:pt x="59309" y="2296287"/>
                  </a:lnTo>
                  <a:lnTo>
                    <a:pt x="96901" y="2324062"/>
                  </a:lnTo>
                  <a:lnTo>
                    <a:pt x="1559687" y="3081731"/>
                  </a:lnTo>
                  <a:lnTo>
                    <a:pt x="1597266" y="3092462"/>
                  </a:lnTo>
                  <a:lnTo>
                    <a:pt x="1628089" y="3085084"/>
                  </a:lnTo>
                  <a:lnTo>
                    <a:pt x="1646466" y="3064205"/>
                  </a:lnTo>
                  <a:lnTo>
                    <a:pt x="1642300" y="3072803"/>
                  </a:lnTo>
                  <a:lnTo>
                    <a:pt x="2122932" y="2819095"/>
                  </a:lnTo>
                  <a:lnTo>
                    <a:pt x="2159622" y="2776118"/>
                  </a:lnTo>
                  <a:lnTo>
                    <a:pt x="2162556" y="2751150"/>
                  </a:lnTo>
                  <a:lnTo>
                    <a:pt x="2162556" y="946099"/>
                  </a:lnTo>
                  <a:close/>
                </a:path>
              </a:pathLst>
            </a:custGeom>
            <a:solidFill>
              <a:srgbClr val="4AACC5"/>
            </a:solidFill>
          </p:spPr>
          <p:txBody>
            <a:bodyPr wrap="square" lIns="0" tIns="0" rIns="0" bIns="0" rtlCol="0"/>
            <a:lstStyle/>
            <a:p>
              <a:endParaRPr>
                <a:latin typeface="Optima"/>
              </a:endParaRPr>
            </a:p>
          </p:txBody>
        </p:sp>
        <p:sp>
          <p:nvSpPr>
            <p:cNvPr id="6" name="object 6"/>
            <p:cNvSpPr/>
            <p:nvPr/>
          </p:nvSpPr>
          <p:spPr>
            <a:xfrm>
              <a:off x="5769863" y="1581911"/>
              <a:ext cx="3175" cy="1905"/>
            </a:xfrm>
            <a:custGeom>
              <a:avLst/>
              <a:gdLst/>
              <a:ahLst/>
              <a:cxnLst/>
              <a:rect l="l" t="t" r="r" b="b"/>
              <a:pathLst>
                <a:path w="3175" h="1905">
                  <a:moveTo>
                    <a:pt x="3048" y="0"/>
                  </a:moveTo>
                  <a:lnTo>
                    <a:pt x="1524" y="0"/>
                  </a:lnTo>
                  <a:lnTo>
                    <a:pt x="0" y="1524"/>
                  </a:lnTo>
                  <a:lnTo>
                    <a:pt x="3048" y="0"/>
                  </a:lnTo>
                  <a:close/>
                </a:path>
              </a:pathLst>
            </a:custGeom>
            <a:solidFill>
              <a:srgbClr val="2A719F"/>
            </a:solidFill>
          </p:spPr>
          <p:txBody>
            <a:bodyPr wrap="square" lIns="0" tIns="0" rIns="0" bIns="0" rtlCol="0"/>
            <a:lstStyle/>
            <a:p>
              <a:endParaRPr>
                <a:latin typeface="Optima"/>
              </a:endParaRPr>
            </a:p>
          </p:txBody>
        </p:sp>
        <p:pic>
          <p:nvPicPr>
            <p:cNvPr id="7" name="object 7"/>
            <p:cNvPicPr/>
            <p:nvPr/>
          </p:nvPicPr>
          <p:blipFill>
            <a:blip r:embed="rId3" cstate="print"/>
            <a:stretch>
              <a:fillRect/>
            </a:stretch>
          </p:blipFill>
          <p:spPr>
            <a:xfrm>
              <a:off x="4689348" y="1569719"/>
              <a:ext cx="2261616" cy="3438144"/>
            </a:xfrm>
            <a:prstGeom prst="rect">
              <a:avLst/>
            </a:prstGeom>
          </p:spPr>
        </p:pic>
        <p:sp>
          <p:nvSpPr>
            <p:cNvPr id="8" name="object 8"/>
            <p:cNvSpPr/>
            <p:nvPr/>
          </p:nvSpPr>
          <p:spPr>
            <a:xfrm>
              <a:off x="5774435" y="1589531"/>
              <a:ext cx="3175" cy="1905"/>
            </a:xfrm>
            <a:custGeom>
              <a:avLst/>
              <a:gdLst/>
              <a:ahLst/>
              <a:cxnLst/>
              <a:rect l="l" t="t" r="r" b="b"/>
              <a:pathLst>
                <a:path w="3175" h="1905">
                  <a:moveTo>
                    <a:pt x="3048" y="0"/>
                  </a:moveTo>
                  <a:lnTo>
                    <a:pt x="1524" y="0"/>
                  </a:lnTo>
                  <a:lnTo>
                    <a:pt x="0" y="1523"/>
                  </a:lnTo>
                  <a:lnTo>
                    <a:pt x="3048" y="0"/>
                  </a:lnTo>
                  <a:close/>
                </a:path>
              </a:pathLst>
            </a:custGeom>
            <a:solidFill>
              <a:srgbClr val="2A719F"/>
            </a:solidFill>
          </p:spPr>
          <p:txBody>
            <a:bodyPr wrap="square" lIns="0" tIns="0" rIns="0" bIns="0" rtlCol="0"/>
            <a:lstStyle/>
            <a:p>
              <a:endParaRPr>
                <a:latin typeface="Optima"/>
              </a:endParaRPr>
            </a:p>
          </p:txBody>
        </p:sp>
        <p:sp>
          <p:nvSpPr>
            <p:cNvPr id="9" name="object 9"/>
            <p:cNvSpPr/>
            <p:nvPr/>
          </p:nvSpPr>
          <p:spPr>
            <a:xfrm>
              <a:off x="4722876" y="1833422"/>
              <a:ext cx="2161540" cy="3093085"/>
            </a:xfrm>
            <a:custGeom>
              <a:avLst/>
              <a:gdLst/>
              <a:ahLst/>
              <a:cxnLst/>
              <a:rect l="l" t="t" r="r" b="b"/>
              <a:pathLst>
                <a:path w="2161540" h="3093085">
                  <a:moveTo>
                    <a:pt x="2161032" y="946099"/>
                  </a:moveTo>
                  <a:lnTo>
                    <a:pt x="2153132" y="898804"/>
                  </a:lnTo>
                  <a:lnTo>
                    <a:pt x="2131669" y="852271"/>
                  </a:lnTo>
                  <a:lnTo>
                    <a:pt x="2099995" y="811860"/>
                  </a:lnTo>
                  <a:lnTo>
                    <a:pt x="2061464" y="782904"/>
                  </a:lnTo>
                  <a:lnTo>
                    <a:pt x="1652016" y="571207"/>
                  </a:lnTo>
                  <a:lnTo>
                    <a:pt x="1652016" y="1259027"/>
                  </a:lnTo>
                  <a:lnTo>
                    <a:pt x="1652016" y="2590927"/>
                  </a:lnTo>
                  <a:lnTo>
                    <a:pt x="574421" y="2032838"/>
                  </a:lnTo>
                  <a:lnTo>
                    <a:pt x="536092" y="2004707"/>
                  </a:lnTo>
                  <a:lnTo>
                    <a:pt x="504901" y="1964702"/>
                  </a:lnTo>
                  <a:lnTo>
                    <a:pt x="483920" y="1918335"/>
                  </a:lnTo>
                  <a:lnTo>
                    <a:pt x="476250" y="1871040"/>
                  </a:lnTo>
                  <a:lnTo>
                    <a:pt x="476250" y="541020"/>
                  </a:lnTo>
                  <a:lnTo>
                    <a:pt x="1555242" y="1099896"/>
                  </a:lnTo>
                  <a:lnTo>
                    <a:pt x="1592808" y="1127798"/>
                  </a:lnTo>
                  <a:lnTo>
                    <a:pt x="1623580" y="1167180"/>
                  </a:lnTo>
                  <a:lnTo>
                    <a:pt x="1644370" y="1212697"/>
                  </a:lnTo>
                  <a:lnTo>
                    <a:pt x="1652016" y="1259027"/>
                  </a:lnTo>
                  <a:lnTo>
                    <a:pt x="1652016" y="571207"/>
                  </a:lnTo>
                  <a:lnTo>
                    <a:pt x="569976" y="11760"/>
                  </a:lnTo>
                  <a:lnTo>
                    <a:pt x="548093" y="2743"/>
                  </a:lnTo>
                  <a:lnTo>
                    <a:pt x="527875" y="0"/>
                  </a:lnTo>
                  <a:lnTo>
                    <a:pt x="509930" y="3136"/>
                  </a:lnTo>
                  <a:lnTo>
                    <a:pt x="494919" y="11760"/>
                  </a:lnTo>
                  <a:lnTo>
                    <a:pt x="35458" y="332041"/>
                  </a:lnTo>
                  <a:lnTo>
                    <a:pt x="28486" y="333806"/>
                  </a:lnTo>
                  <a:lnTo>
                    <a:pt x="7645" y="357974"/>
                  </a:lnTo>
                  <a:lnTo>
                    <a:pt x="0" y="396443"/>
                  </a:lnTo>
                  <a:lnTo>
                    <a:pt x="0" y="2166188"/>
                  </a:lnTo>
                  <a:lnTo>
                    <a:pt x="7645" y="2212251"/>
                  </a:lnTo>
                  <a:lnTo>
                    <a:pt x="28486" y="2257310"/>
                  </a:lnTo>
                  <a:lnTo>
                    <a:pt x="59309" y="2296287"/>
                  </a:lnTo>
                  <a:lnTo>
                    <a:pt x="96901" y="2324049"/>
                  </a:lnTo>
                  <a:lnTo>
                    <a:pt x="1559687" y="3081731"/>
                  </a:lnTo>
                  <a:lnTo>
                    <a:pt x="1597266" y="3092462"/>
                  </a:lnTo>
                  <a:lnTo>
                    <a:pt x="1628089" y="3085084"/>
                  </a:lnTo>
                  <a:lnTo>
                    <a:pt x="1643824" y="3067202"/>
                  </a:lnTo>
                  <a:lnTo>
                    <a:pt x="1641132" y="3072803"/>
                  </a:lnTo>
                  <a:lnTo>
                    <a:pt x="2121408" y="2819095"/>
                  </a:lnTo>
                  <a:lnTo>
                    <a:pt x="2158098" y="2776118"/>
                  </a:lnTo>
                  <a:lnTo>
                    <a:pt x="2161032" y="2751150"/>
                  </a:lnTo>
                  <a:lnTo>
                    <a:pt x="2161032" y="946099"/>
                  </a:lnTo>
                  <a:close/>
                </a:path>
              </a:pathLst>
            </a:custGeom>
            <a:solidFill>
              <a:srgbClr val="7E7E7E"/>
            </a:solidFill>
          </p:spPr>
          <p:txBody>
            <a:bodyPr wrap="square" lIns="0" tIns="0" rIns="0" bIns="0" rtlCol="0"/>
            <a:lstStyle/>
            <a:p>
              <a:endParaRPr>
                <a:latin typeface="Optima"/>
              </a:endParaRPr>
            </a:p>
          </p:txBody>
        </p:sp>
        <p:sp>
          <p:nvSpPr>
            <p:cNvPr id="10" name="object 10"/>
            <p:cNvSpPr/>
            <p:nvPr/>
          </p:nvSpPr>
          <p:spPr>
            <a:xfrm>
              <a:off x="4747260" y="2171700"/>
              <a:ext cx="3175" cy="1905"/>
            </a:xfrm>
            <a:custGeom>
              <a:avLst/>
              <a:gdLst/>
              <a:ahLst/>
              <a:cxnLst/>
              <a:rect l="l" t="t" r="r" b="b"/>
              <a:pathLst>
                <a:path w="3175" h="1905">
                  <a:moveTo>
                    <a:pt x="3048" y="0"/>
                  </a:moveTo>
                  <a:lnTo>
                    <a:pt x="1524" y="0"/>
                  </a:lnTo>
                  <a:lnTo>
                    <a:pt x="0" y="1524"/>
                  </a:lnTo>
                  <a:lnTo>
                    <a:pt x="3048" y="0"/>
                  </a:lnTo>
                  <a:close/>
                </a:path>
              </a:pathLst>
            </a:custGeom>
            <a:solidFill>
              <a:srgbClr val="2A719F"/>
            </a:solidFill>
          </p:spPr>
          <p:txBody>
            <a:bodyPr wrap="square" lIns="0" tIns="0" rIns="0" bIns="0" rtlCol="0"/>
            <a:lstStyle/>
            <a:p>
              <a:endParaRPr>
                <a:latin typeface="Optima"/>
              </a:endParaRPr>
            </a:p>
          </p:txBody>
        </p:sp>
        <p:pic>
          <p:nvPicPr>
            <p:cNvPr id="11" name="object 11"/>
            <p:cNvPicPr/>
            <p:nvPr/>
          </p:nvPicPr>
          <p:blipFill>
            <a:blip r:embed="rId4" cstate="print"/>
            <a:stretch>
              <a:fillRect/>
            </a:stretch>
          </p:blipFill>
          <p:spPr>
            <a:xfrm>
              <a:off x="3698747" y="2441447"/>
              <a:ext cx="2261616" cy="3194304"/>
            </a:xfrm>
            <a:prstGeom prst="rect">
              <a:avLst/>
            </a:prstGeom>
          </p:spPr>
        </p:pic>
        <p:sp>
          <p:nvSpPr>
            <p:cNvPr id="12" name="object 12"/>
            <p:cNvSpPr/>
            <p:nvPr/>
          </p:nvSpPr>
          <p:spPr>
            <a:xfrm>
              <a:off x="3732275" y="2787280"/>
              <a:ext cx="1656714" cy="2766695"/>
            </a:xfrm>
            <a:custGeom>
              <a:avLst/>
              <a:gdLst/>
              <a:ahLst/>
              <a:cxnLst/>
              <a:rect l="l" t="t" r="r" b="b"/>
              <a:pathLst>
                <a:path w="1656714" h="2766695">
                  <a:moveTo>
                    <a:pt x="59310" y="0"/>
                  </a:moveTo>
                  <a:lnTo>
                    <a:pt x="28495" y="7830"/>
                  </a:lnTo>
                  <a:lnTo>
                    <a:pt x="7657" y="31996"/>
                  </a:lnTo>
                  <a:lnTo>
                    <a:pt x="0" y="70473"/>
                  </a:lnTo>
                  <a:lnTo>
                    <a:pt x="0" y="1840218"/>
                  </a:lnTo>
                  <a:lnTo>
                    <a:pt x="7657" y="1886279"/>
                  </a:lnTo>
                  <a:lnTo>
                    <a:pt x="28495" y="1931340"/>
                  </a:lnTo>
                  <a:lnTo>
                    <a:pt x="59310" y="1970305"/>
                  </a:lnTo>
                  <a:lnTo>
                    <a:pt x="96900" y="1998079"/>
                  </a:lnTo>
                  <a:lnTo>
                    <a:pt x="1559687" y="2755761"/>
                  </a:lnTo>
                  <a:lnTo>
                    <a:pt x="1597277" y="2766490"/>
                  </a:lnTo>
                  <a:lnTo>
                    <a:pt x="1628092" y="2759110"/>
                  </a:lnTo>
                  <a:lnTo>
                    <a:pt x="1648930" y="2735419"/>
                  </a:lnTo>
                  <a:lnTo>
                    <a:pt x="1656588" y="2697214"/>
                  </a:lnTo>
                  <a:lnTo>
                    <a:pt x="1656588" y="2267319"/>
                  </a:lnTo>
                  <a:lnTo>
                    <a:pt x="574421" y="1706868"/>
                  </a:lnTo>
                  <a:lnTo>
                    <a:pt x="536096" y="1678729"/>
                  </a:lnTo>
                  <a:lnTo>
                    <a:pt x="504904" y="1638732"/>
                  </a:lnTo>
                  <a:lnTo>
                    <a:pt x="483927" y="1592353"/>
                  </a:lnTo>
                  <a:lnTo>
                    <a:pt x="476250" y="1545070"/>
                  </a:lnTo>
                  <a:lnTo>
                    <a:pt x="476250" y="206490"/>
                  </a:lnTo>
                  <a:lnTo>
                    <a:pt x="96900" y="10529"/>
                  </a:lnTo>
                  <a:lnTo>
                    <a:pt x="59310" y="0"/>
                  </a:lnTo>
                  <a:close/>
                </a:path>
              </a:pathLst>
            </a:custGeom>
            <a:solidFill>
              <a:srgbClr val="2A719F"/>
            </a:solidFill>
          </p:spPr>
          <p:txBody>
            <a:bodyPr wrap="square" lIns="0" tIns="0" rIns="0" bIns="0" rtlCol="0"/>
            <a:lstStyle/>
            <a:p>
              <a:endParaRPr>
                <a:latin typeface="Optima"/>
              </a:endParaRPr>
            </a:p>
          </p:txBody>
        </p:sp>
        <p:sp>
          <p:nvSpPr>
            <p:cNvPr id="13" name="object 13"/>
            <p:cNvSpPr/>
            <p:nvPr/>
          </p:nvSpPr>
          <p:spPr>
            <a:xfrm>
              <a:off x="3755136" y="2461307"/>
              <a:ext cx="2138680" cy="3083560"/>
            </a:xfrm>
            <a:custGeom>
              <a:avLst/>
              <a:gdLst/>
              <a:ahLst/>
              <a:cxnLst/>
              <a:rect l="l" t="t" r="r" b="b"/>
              <a:pathLst>
                <a:path w="2138679" h="3083560">
                  <a:moveTo>
                    <a:pt x="505015" y="0"/>
                  </a:moveTo>
                  <a:lnTo>
                    <a:pt x="487072" y="3137"/>
                  </a:lnTo>
                  <a:lnTo>
                    <a:pt x="472059" y="11763"/>
                  </a:lnTo>
                  <a:lnTo>
                    <a:pt x="0" y="340820"/>
                  </a:lnTo>
                  <a:lnTo>
                    <a:pt x="14535" y="333984"/>
                  </a:lnTo>
                  <a:lnTo>
                    <a:pt x="31226" y="331850"/>
                  </a:lnTo>
                  <a:lnTo>
                    <a:pt x="69596" y="342217"/>
                  </a:lnTo>
                  <a:lnTo>
                    <a:pt x="1532381" y="1099899"/>
                  </a:lnTo>
                  <a:lnTo>
                    <a:pt x="1569952" y="1127799"/>
                  </a:lnTo>
                  <a:lnTo>
                    <a:pt x="1600723" y="1167177"/>
                  </a:lnTo>
                  <a:lnTo>
                    <a:pt x="1621518" y="1212699"/>
                  </a:lnTo>
                  <a:lnTo>
                    <a:pt x="1629155" y="1259030"/>
                  </a:lnTo>
                  <a:lnTo>
                    <a:pt x="1629155" y="3028648"/>
                  </a:lnTo>
                  <a:lnTo>
                    <a:pt x="1627911" y="3045714"/>
                  </a:lnTo>
                  <a:lnTo>
                    <a:pt x="1624250" y="3060398"/>
                  </a:lnTo>
                  <a:lnTo>
                    <a:pt x="1618279" y="3072796"/>
                  </a:lnTo>
                  <a:lnTo>
                    <a:pt x="1610105" y="3083004"/>
                  </a:lnTo>
                  <a:lnTo>
                    <a:pt x="2098548" y="2819098"/>
                  </a:lnTo>
                  <a:lnTo>
                    <a:pt x="2114544" y="2810214"/>
                  </a:lnTo>
                  <a:lnTo>
                    <a:pt x="2127075" y="2795841"/>
                  </a:lnTo>
                  <a:lnTo>
                    <a:pt x="2135249" y="2776110"/>
                  </a:lnTo>
                  <a:lnTo>
                    <a:pt x="2138172" y="2751153"/>
                  </a:lnTo>
                  <a:lnTo>
                    <a:pt x="2138172" y="946102"/>
                  </a:lnTo>
                  <a:lnTo>
                    <a:pt x="2130276" y="898796"/>
                  </a:lnTo>
                  <a:lnTo>
                    <a:pt x="2108819" y="852265"/>
                  </a:lnTo>
                  <a:lnTo>
                    <a:pt x="2077146" y="811853"/>
                  </a:lnTo>
                  <a:lnTo>
                    <a:pt x="2038603" y="782907"/>
                  </a:lnTo>
                  <a:lnTo>
                    <a:pt x="547115" y="11763"/>
                  </a:lnTo>
                  <a:lnTo>
                    <a:pt x="525244" y="2744"/>
                  </a:lnTo>
                  <a:lnTo>
                    <a:pt x="505015" y="0"/>
                  </a:lnTo>
                  <a:close/>
                </a:path>
              </a:pathLst>
            </a:custGeom>
            <a:solidFill>
              <a:srgbClr val="9AB9CF"/>
            </a:solidFill>
          </p:spPr>
          <p:txBody>
            <a:bodyPr wrap="square" lIns="0" tIns="0" rIns="0" bIns="0" rtlCol="0"/>
            <a:lstStyle/>
            <a:p>
              <a:endParaRPr>
                <a:latin typeface="Optima"/>
              </a:endParaRPr>
            </a:p>
          </p:txBody>
        </p:sp>
        <p:sp>
          <p:nvSpPr>
            <p:cNvPr id="14" name="object 14"/>
            <p:cNvSpPr/>
            <p:nvPr/>
          </p:nvSpPr>
          <p:spPr>
            <a:xfrm>
              <a:off x="1112519" y="1891283"/>
              <a:ext cx="2173605" cy="441959"/>
            </a:xfrm>
            <a:custGeom>
              <a:avLst/>
              <a:gdLst/>
              <a:ahLst/>
              <a:cxnLst/>
              <a:rect l="l" t="t" r="r" b="b"/>
              <a:pathLst>
                <a:path w="2173604" h="441960">
                  <a:moveTo>
                    <a:pt x="0" y="0"/>
                  </a:moveTo>
                  <a:lnTo>
                    <a:pt x="2123821" y="0"/>
                  </a:lnTo>
                  <a:lnTo>
                    <a:pt x="2143059" y="4524"/>
                  </a:lnTo>
                  <a:lnTo>
                    <a:pt x="2158761" y="16859"/>
                  </a:lnTo>
                  <a:lnTo>
                    <a:pt x="2169344" y="35147"/>
                  </a:lnTo>
                  <a:lnTo>
                    <a:pt x="2173224" y="57530"/>
                  </a:lnTo>
                  <a:lnTo>
                    <a:pt x="2173224" y="384428"/>
                  </a:lnTo>
                  <a:lnTo>
                    <a:pt x="2169344" y="406812"/>
                  </a:lnTo>
                  <a:lnTo>
                    <a:pt x="2158761" y="425100"/>
                  </a:lnTo>
                  <a:lnTo>
                    <a:pt x="2143059" y="437435"/>
                  </a:lnTo>
                  <a:lnTo>
                    <a:pt x="2123821" y="441960"/>
                  </a:lnTo>
                  <a:lnTo>
                    <a:pt x="27698" y="441960"/>
                  </a:lnTo>
                  <a:lnTo>
                    <a:pt x="57556" y="418464"/>
                  </a:lnTo>
                  <a:lnTo>
                    <a:pt x="85210" y="379420"/>
                  </a:lnTo>
                  <a:lnTo>
                    <a:pt x="106091" y="334613"/>
                  </a:lnTo>
                  <a:lnTo>
                    <a:pt x="119287" y="285091"/>
                  </a:lnTo>
                  <a:lnTo>
                    <a:pt x="123888" y="231901"/>
                  </a:lnTo>
                  <a:lnTo>
                    <a:pt x="119287" y="178692"/>
                  </a:lnTo>
                  <a:lnTo>
                    <a:pt x="106091" y="129127"/>
                  </a:lnTo>
                  <a:lnTo>
                    <a:pt x="85210" y="84276"/>
                  </a:lnTo>
                  <a:lnTo>
                    <a:pt x="57556" y="45212"/>
                  </a:lnTo>
                  <a:lnTo>
                    <a:pt x="0" y="0"/>
                  </a:lnTo>
                  <a:close/>
                </a:path>
              </a:pathLst>
            </a:custGeom>
            <a:ln w="9525">
              <a:solidFill>
                <a:srgbClr val="2A719F"/>
              </a:solidFill>
            </a:ln>
          </p:spPr>
          <p:txBody>
            <a:bodyPr wrap="square" lIns="0" tIns="0" rIns="0" bIns="0" rtlCol="0"/>
            <a:lstStyle/>
            <a:p>
              <a:endParaRPr>
                <a:latin typeface="Optima"/>
              </a:endParaRPr>
            </a:p>
          </p:txBody>
        </p:sp>
      </p:grpSp>
      <p:sp>
        <p:nvSpPr>
          <p:cNvPr id="15" name="object 15"/>
          <p:cNvSpPr txBox="1"/>
          <p:nvPr/>
        </p:nvSpPr>
        <p:spPr>
          <a:xfrm>
            <a:off x="1642110" y="1972766"/>
            <a:ext cx="1115695" cy="243656"/>
          </a:xfrm>
          <a:prstGeom prst="rect">
            <a:avLst/>
          </a:prstGeom>
        </p:spPr>
        <p:txBody>
          <a:bodyPr vert="horz" wrap="square" lIns="0" tIns="12700" rIns="0" bIns="0" rtlCol="0">
            <a:spAutoFit/>
          </a:bodyPr>
          <a:lstStyle/>
          <a:p>
            <a:pPr marL="12700">
              <a:lnSpc>
                <a:spcPct val="100000"/>
              </a:lnSpc>
              <a:spcBef>
                <a:spcPts val="100"/>
              </a:spcBef>
            </a:pPr>
            <a:r>
              <a:rPr sz="1500" b="1" spc="-5" dirty="0">
                <a:solidFill>
                  <a:srgbClr val="0F469B"/>
                </a:solidFill>
                <a:latin typeface="Optima"/>
                <a:cs typeface="Calibri"/>
              </a:rPr>
              <a:t>Consolidation</a:t>
            </a:r>
            <a:endParaRPr sz="1500">
              <a:latin typeface="Optima"/>
              <a:cs typeface="Calibri"/>
            </a:endParaRPr>
          </a:p>
        </p:txBody>
      </p:sp>
      <p:sp>
        <p:nvSpPr>
          <p:cNvPr id="16" name="object 16"/>
          <p:cNvSpPr/>
          <p:nvPr/>
        </p:nvSpPr>
        <p:spPr>
          <a:xfrm>
            <a:off x="617219" y="1869948"/>
            <a:ext cx="527685" cy="528955"/>
          </a:xfrm>
          <a:custGeom>
            <a:avLst/>
            <a:gdLst/>
            <a:ahLst/>
            <a:cxnLst/>
            <a:rect l="l" t="t" r="r" b="b"/>
            <a:pathLst>
              <a:path w="527685" h="528955">
                <a:moveTo>
                  <a:pt x="263652" y="0"/>
                </a:moveTo>
                <a:lnTo>
                  <a:pt x="216261" y="4259"/>
                </a:lnTo>
                <a:lnTo>
                  <a:pt x="171657" y="16540"/>
                </a:lnTo>
                <a:lnTo>
                  <a:pt x="130584" y="36096"/>
                </a:lnTo>
                <a:lnTo>
                  <a:pt x="93786" y="62180"/>
                </a:lnTo>
                <a:lnTo>
                  <a:pt x="62009" y="94047"/>
                </a:lnTo>
                <a:lnTo>
                  <a:pt x="35997" y="130951"/>
                </a:lnTo>
                <a:lnTo>
                  <a:pt x="16495" y="172144"/>
                </a:lnTo>
                <a:lnTo>
                  <a:pt x="4247" y="216880"/>
                </a:lnTo>
                <a:lnTo>
                  <a:pt x="0" y="264413"/>
                </a:lnTo>
                <a:lnTo>
                  <a:pt x="4247" y="311947"/>
                </a:lnTo>
                <a:lnTo>
                  <a:pt x="16495" y="356683"/>
                </a:lnTo>
                <a:lnTo>
                  <a:pt x="35997" y="397876"/>
                </a:lnTo>
                <a:lnTo>
                  <a:pt x="62009" y="434780"/>
                </a:lnTo>
                <a:lnTo>
                  <a:pt x="93786" y="466647"/>
                </a:lnTo>
                <a:lnTo>
                  <a:pt x="130584" y="492731"/>
                </a:lnTo>
                <a:lnTo>
                  <a:pt x="171657" y="512287"/>
                </a:lnTo>
                <a:lnTo>
                  <a:pt x="216261" y="524568"/>
                </a:lnTo>
                <a:lnTo>
                  <a:pt x="263652" y="528827"/>
                </a:lnTo>
                <a:lnTo>
                  <a:pt x="311042" y="524568"/>
                </a:lnTo>
                <a:lnTo>
                  <a:pt x="355646" y="512287"/>
                </a:lnTo>
                <a:lnTo>
                  <a:pt x="396719" y="492731"/>
                </a:lnTo>
                <a:lnTo>
                  <a:pt x="433517" y="466647"/>
                </a:lnTo>
                <a:lnTo>
                  <a:pt x="465294" y="434780"/>
                </a:lnTo>
                <a:lnTo>
                  <a:pt x="491306" y="397876"/>
                </a:lnTo>
                <a:lnTo>
                  <a:pt x="510808" y="356683"/>
                </a:lnTo>
                <a:lnTo>
                  <a:pt x="523056" y="311947"/>
                </a:lnTo>
                <a:lnTo>
                  <a:pt x="527304" y="264413"/>
                </a:lnTo>
                <a:lnTo>
                  <a:pt x="523056" y="216880"/>
                </a:lnTo>
                <a:lnTo>
                  <a:pt x="510808" y="172144"/>
                </a:lnTo>
                <a:lnTo>
                  <a:pt x="491306" y="130951"/>
                </a:lnTo>
                <a:lnTo>
                  <a:pt x="465294" y="94047"/>
                </a:lnTo>
                <a:lnTo>
                  <a:pt x="433517" y="62180"/>
                </a:lnTo>
                <a:lnTo>
                  <a:pt x="396719" y="36096"/>
                </a:lnTo>
                <a:lnTo>
                  <a:pt x="355646" y="16540"/>
                </a:lnTo>
                <a:lnTo>
                  <a:pt x="311042" y="4259"/>
                </a:lnTo>
                <a:lnTo>
                  <a:pt x="263652" y="0"/>
                </a:lnTo>
                <a:close/>
              </a:path>
            </a:pathLst>
          </a:custGeom>
          <a:solidFill>
            <a:srgbClr val="1F487C"/>
          </a:solidFill>
        </p:spPr>
        <p:txBody>
          <a:bodyPr wrap="square" lIns="0" tIns="0" rIns="0" bIns="0" rtlCol="0"/>
          <a:lstStyle/>
          <a:p>
            <a:endParaRPr>
              <a:latin typeface="Optima"/>
            </a:endParaRPr>
          </a:p>
        </p:txBody>
      </p:sp>
      <p:sp>
        <p:nvSpPr>
          <p:cNvPr id="17" name="object 17"/>
          <p:cNvSpPr txBox="1"/>
          <p:nvPr/>
        </p:nvSpPr>
        <p:spPr>
          <a:xfrm>
            <a:off x="822756" y="2003298"/>
            <a:ext cx="116205" cy="22890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Optima"/>
                <a:cs typeface="Calibri"/>
              </a:rPr>
              <a:t>1</a:t>
            </a:r>
            <a:endParaRPr sz="1400">
              <a:latin typeface="Optima"/>
              <a:cs typeface="Calibri"/>
            </a:endParaRPr>
          </a:p>
        </p:txBody>
      </p:sp>
      <p:sp>
        <p:nvSpPr>
          <p:cNvPr id="18" name="object 18"/>
          <p:cNvSpPr/>
          <p:nvPr/>
        </p:nvSpPr>
        <p:spPr>
          <a:xfrm>
            <a:off x="3247644" y="2074164"/>
            <a:ext cx="796925" cy="610870"/>
          </a:xfrm>
          <a:custGeom>
            <a:avLst/>
            <a:gdLst/>
            <a:ahLst/>
            <a:cxnLst/>
            <a:rect l="l" t="t" r="r" b="b"/>
            <a:pathLst>
              <a:path w="796925" h="610869">
                <a:moveTo>
                  <a:pt x="752540" y="535935"/>
                </a:moveTo>
                <a:lnTo>
                  <a:pt x="746496" y="536703"/>
                </a:lnTo>
                <a:lnTo>
                  <a:pt x="733821" y="543956"/>
                </a:lnTo>
                <a:lnTo>
                  <a:pt x="724790" y="555424"/>
                </a:lnTo>
                <a:lnTo>
                  <a:pt x="720725" y="569976"/>
                </a:lnTo>
                <a:lnTo>
                  <a:pt x="722631" y="584971"/>
                </a:lnTo>
                <a:lnTo>
                  <a:pt x="729884" y="597646"/>
                </a:lnTo>
                <a:lnTo>
                  <a:pt x="741352" y="606677"/>
                </a:lnTo>
                <a:lnTo>
                  <a:pt x="755904" y="610743"/>
                </a:lnTo>
                <a:lnTo>
                  <a:pt x="770953" y="608836"/>
                </a:lnTo>
                <a:lnTo>
                  <a:pt x="783621" y="601583"/>
                </a:lnTo>
                <a:lnTo>
                  <a:pt x="792622" y="590115"/>
                </a:lnTo>
                <a:lnTo>
                  <a:pt x="795681" y="579120"/>
                </a:lnTo>
                <a:lnTo>
                  <a:pt x="755142" y="579120"/>
                </a:lnTo>
                <a:lnTo>
                  <a:pt x="752469" y="576326"/>
                </a:lnTo>
                <a:lnTo>
                  <a:pt x="752540" y="535935"/>
                </a:lnTo>
                <a:close/>
              </a:path>
              <a:path w="796925" h="610869">
                <a:moveTo>
                  <a:pt x="761492" y="534797"/>
                </a:moveTo>
                <a:lnTo>
                  <a:pt x="752540" y="535935"/>
                </a:lnTo>
                <a:lnTo>
                  <a:pt x="752469" y="576326"/>
                </a:lnTo>
                <a:lnTo>
                  <a:pt x="755142" y="579120"/>
                </a:lnTo>
                <a:lnTo>
                  <a:pt x="762127" y="579120"/>
                </a:lnTo>
                <a:lnTo>
                  <a:pt x="765047" y="576326"/>
                </a:lnTo>
                <a:lnTo>
                  <a:pt x="765238" y="535839"/>
                </a:lnTo>
                <a:lnTo>
                  <a:pt x="761492" y="534797"/>
                </a:lnTo>
                <a:close/>
              </a:path>
              <a:path w="796925" h="610869">
                <a:moveTo>
                  <a:pt x="765238" y="535839"/>
                </a:moveTo>
                <a:lnTo>
                  <a:pt x="765047" y="576326"/>
                </a:lnTo>
                <a:lnTo>
                  <a:pt x="762127" y="579120"/>
                </a:lnTo>
                <a:lnTo>
                  <a:pt x="795681" y="579120"/>
                </a:lnTo>
                <a:lnTo>
                  <a:pt x="796670" y="575563"/>
                </a:lnTo>
                <a:lnTo>
                  <a:pt x="794764" y="560514"/>
                </a:lnTo>
                <a:lnTo>
                  <a:pt x="787511" y="547846"/>
                </a:lnTo>
                <a:lnTo>
                  <a:pt x="776043" y="538845"/>
                </a:lnTo>
                <a:lnTo>
                  <a:pt x="765238" y="535839"/>
                </a:lnTo>
                <a:close/>
              </a:path>
              <a:path w="796925" h="610869">
                <a:moveTo>
                  <a:pt x="755142" y="38100"/>
                </a:moveTo>
                <a:lnTo>
                  <a:pt x="752540" y="535935"/>
                </a:lnTo>
                <a:lnTo>
                  <a:pt x="761492" y="534797"/>
                </a:lnTo>
                <a:lnTo>
                  <a:pt x="765244" y="534797"/>
                </a:lnTo>
                <a:lnTo>
                  <a:pt x="767776" y="44450"/>
                </a:lnTo>
                <a:lnTo>
                  <a:pt x="761492" y="44450"/>
                </a:lnTo>
                <a:lnTo>
                  <a:pt x="755142" y="38100"/>
                </a:lnTo>
                <a:close/>
              </a:path>
              <a:path w="796925" h="610869">
                <a:moveTo>
                  <a:pt x="765244" y="534797"/>
                </a:moveTo>
                <a:lnTo>
                  <a:pt x="761492" y="534797"/>
                </a:lnTo>
                <a:lnTo>
                  <a:pt x="765238" y="535839"/>
                </a:lnTo>
                <a:lnTo>
                  <a:pt x="765244" y="534797"/>
                </a:lnTo>
                <a:close/>
              </a:path>
              <a:path w="796925" h="610869">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4543" y="44450"/>
                </a:lnTo>
                <a:lnTo>
                  <a:pt x="31750" y="41656"/>
                </a:lnTo>
                <a:lnTo>
                  <a:pt x="31750" y="34544"/>
                </a:lnTo>
                <a:lnTo>
                  <a:pt x="34543" y="31750"/>
                </a:lnTo>
                <a:lnTo>
                  <a:pt x="74921" y="31750"/>
                </a:lnTo>
                <a:lnTo>
                  <a:pt x="73211" y="23252"/>
                </a:lnTo>
                <a:lnTo>
                  <a:pt x="65055" y="11144"/>
                </a:lnTo>
                <a:lnTo>
                  <a:pt x="52947" y="2988"/>
                </a:lnTo>
                <a:lnTo>
                  <a:pt x="38100" y="0"/>
                </a:lnTo>
                <a:close/>
              </a:path>
              <a:path w="796925" h="610869">
                <a:moveTo>
                  <a:pt x="74921" y="31750"/>
                </a:moveTo>
                <a:lnTo>
                  <a:pt x="34543" y="31750"/>
                </a:lnTo>
                <a:lnTo>
                  <a:pt x="31750" y="34544"/>
                </a:lnTo>
                <a:lnTo>
                  <a:pt x="31750" y="41656"/>
                </a:lnTo>
                <a:lnTo>
                  <a:pt x="34543" y="44450"/>
                </a:lnTo>
                <a:lnTo>
                  <a:pt x="74921" y="44450"/>
                </a:lnTo>
                <a:lnTo>
                  <a:pt x="76200" y="38100"/>
                </a:lnTo>
                <a:lnTo>
                  <a:pt x="74921" y="31750"/>
                </a:lnTo>
                <a:close/>
              </a:path>
              <a:path w="796925" h="610869">
                <a:moveTo>
                  <a:pt x="767842" y="31750"/>
                </a:moveTo>
                <a:lnTo>
                  <a:pt x="74921" y="31750"/>
                </a:lnTo>
                <a:lnTo>
                  <a:pt x="76200" y="38100"/>
                </a:lnTo>
                <a:lnTo>
                  <a:pt x="74921" y="44450"/>
                </a:lnTo>
                <a:lnTo>
                  <a:pt x="755108" y="44450"/>
                </a:lnTo>
                <a:lnTo>
                  <a:pt x="755142" y="38100"/>
                </a:lnTo>
                <a:lnTo>
                  <a:pt x="767809" y="38100"/>
                </a:lnTo>
                <a:lnTo>
                  <a:pt x="767842" y="31750"/>
                </a:lnTo>
                <a:close/>
              </a:path>
              <a:path w="796925" h="610869">
                <a:moveTo>
                  <a:pt x="767809" y="38100"/>
                </a:moveTo>
                <a:lnTo>
                  <a:pt x="755142" y="38100"/>
                </a:lnTo>
                <a:lnTo>
                  <a:pt x="761492" y="44450"/>
                </a:lnTo>
                <a:lnTo>
                  <a:pt x="767776" y="44450"/>
                </a:lnTo>
                <a:lnTo>
                  <a:pt x="767809" y="38100"/>
                </a:lnTo>
                <a:close/>
              </a:path>
            </a:pathLst>
          </a:custGeom>
          <a:solidFill>
            <a:srgbClr val="2A719F"/>
          </a:solidFill>
        </p:spPr>
        <p:txBody>
          <a:bodyPr wrap="square" lIns="0" tIns="0" rIns="0" bIns="0" rtlCol="0"/>
          <a:lstStyle/>
          <a:p>
            <a:endParaRPr>
              <a:latin typeface="Optima"/>
            </a:endParaRPr>
          </a:p>
        </p:txBody>
      </p:sp>
      <p:sp>
        <p:nvSpPr>
          <p:cNvPr id="19" name="object 19"/>
          <p:cNvSpPr txBox="1"/>
          <p:nvPr/>
        </p:nvSpPr>
        <p:spPr>
          <a:xfrm>
            <a:off x="1182116" y="2443353"/>
            <a:ext cx="2085975" cy="2875915"/>
          </a:xfrm>
          <a:prstGeom prst="rect">
            <a:avLst/>
          </a:prstGeom>
        </p:spPr>
        <p:txBody>
          <a:bodyPr vert="horz" wrap="square" lIns="0" tIns="5080" rIns="0" bIns="0" rtlCol="0">
            <a:spAutoFit/>
          </a:bodyPr>
          <a:lstStyle/>
          <a:p>
            <a:pPr marL="184785" marR="5080" indent="-172720">
              <a:lnSpc>
                <a:spcPct val="104200"/>
              </a:lnSpc>
              <a:spcBef>
                <a:spcPts val="40"/>
              </a:spcBef>
              <a:buFont typeface="Wingdings"/>
              <a:buChar char=""/>
              <a:tabLst>
                <a:tab pos="185420" algn="l"/>
              </a:tabLst>
            </a:pPr>
            <a:r>
              <a:rPr sz="1200" b="1" spc="-5" dirty="0">
                <a:solidFill>
                  <a:srgbClr val="0F469B"/>
                </a:solidFill>
                <a:latin typeface="Optima"/>
                <a:cs typeface="Calibri"/>
              </a:rPr>
              <a:t>Acquire/Collect </a:t>
            </a:r>
            <a:r>
              <a:rPr sz="1200" b="1" dirty="0">
                <a:solidFill>
                  <a:srgbClr val="0F469B"/>
                </a:solidFill>
                <a:latin typeface="Optima"/>
                <a:cs typeface="Calibri"/>
              </a:rPr>
              <a:t>the </a:t>
            </a:r>
            <a:r>
              <a:rPr sz="1200" b="1" spc="-10" dirty="0">
                <a:solidFill>
                  <a:srgbClr val="0F469B"/>
                </a:solidFill>
                <a:latin typeface="Optima"/>
                <a:cs typeface="Calibri"/>
              </a:rPr>
              <a:t>data </a:t>
            </a:r>
            <a:r>
              <a:rPr sz="1200" b="1" spc="-5" dirty="0">
                <a:solidFill>
                  <a:srgbClr val="0F469B"/>
                </a:solidFill>
                <a:latin typeface="Optima"/>
                <a:cs typeface="Calibri"/>
              </a:rPr>
              <a:t>from </a:t>
            </a:r>
            <a:r>
              <a:rPr sz="1200" b="1" spc="-260" dirty="0">
                <a:solidFill>
                  <a:srgbClr val="0F469B"/>
                </a:solidFill>
                <a:latin typeface="Optima"/>
                <a:cs typeface="Calibri"/>
              </a:rPr>
              <a:t> </a:t>
            </a:r>
            <a:r>
              <a:rPr sz="1200" b="1" spc="-5" dirty="0">
                <a:solidFill>
                  <a:srgbClr val="0F469B"/>
                </a:solidFill>
                <a:latin typeface="Optima"/>
                <a:cs typeface="Calibri"/>
              </a:rPr>
              <a:t>various </a:t>
            </a:r>
            <a:r>
              <a:rPr sz="1200" b="1" dirty="0">
                <a:solidFill>
                  <a:srgbClr val="0F469B"/>
                </a:solidFill>
                <a:latin typeface="Optima"/>
                <a:cs typeface="Calibri"/>
              </a:rPr>
              <a:t> </a:t>
            </a:r>
            <a:r>
              <a:rPr sz="1200" b="1" spc="-10" dirty="0">
                <a:solidFill>
                  <a:srgbClr val="0F469B"/>
                </a:solidFill>
                <a:latin typeface="Optima"/>
                <a:cs typeface="Calibri"/>
              </a:rPr>
              <a:t>sources/systems/landscapes</a:t>
            </a:r>
            <a:endParaRPr sz="1200">
              <a:latin typeface="Optima"/>
              <a:cs typeface="Calibri"/>
            </a:endParaRPr>
          </a:p>
          <a:p>
            <a:pPr marL="184785" marR="83185" indent="-172720">
              <a:lnSpc>
                <a:spcPct val="104200"/>
              </a:lnSpc>
              <a:buFont typeface="Wingdings"/>
              <a:buChar char=""/>
              <a:tabLst>
                <a:tab pos="185420" algn="l"/>
              </a:tabLst>
            </a:pPr>
            <a:r>
              <a:rPr sz="1200" b="1" spc="-10" dirty="0">
                <a:solidFill>
                  <a:srgbClr val="0F469B"/>
                </a:solidFill>
                <a:latin typeface="Optima"/>
                <a:cs typeface="Calibri"/>
              </a:rPr>
              <a:t>Standardize </a:t>
            </a:r>
            <a:r>
              <a:rPr sz="1200" b="1" dirty="0">
                <a:solidFill>
                  <a:srgbClr val="0F469B"/>
                </a:solidFill>
                <a:latin typeface="Optima"/>
                <a:cs typeface="Calibri"/>
              </a:rPr>
              <a:t>/ </a:t>
            </a:r>
            <a:r>
              <a:rPr sz="1200" b="1" spc="-5" dirty="0">
                <a:solidFill>
                  <a:srgbClr val="0F469B"/>
                </a:solidFill>
                <a:latin typeface="Optima"/>
                <a:cs typeface="Calibri"/>
              </a:rPr>
              <a:t>Harmonize </a:t>
            </a:r>
            <a:r>
              <a:rPr sz="1200" b="1" dirty="0">
                <a:solidFill>
                  <a:srgbClr val="0F469B"/>
                </a:solidFill>
                <a:latin typeface="Optima"/>
                <a:cs typeface="Calibri"/>
              </a:rPr>
              <a:t>the </a:t>
            </a:r>
            <a:r>
              <a:rPr sz="1200" b="1" spc="-260" dirty="0">
                <a:solidFill>
                  <a:srgbClr val="0F469B"/>
                </a:solidFill>
                <a:latin typeface="Optima"/>
                <a:cs typeface="Calibri"/>
              </a:rPr>
              <a:t> </a:t>
            </a:r>
            <a:r>
              <a:rPr sz="1200" b="1" spc="-10" dirty="0">
                <a:solidFill>
                  <a:srgbClr val="0F469B"/>
                </a:solidFill>
                <a:latin typeface="Optima"/>
                <a:cs typeface="Calibri"/>
              </a:rPr>
              <a:t>datasets </a:t>
            </a:r>
            <a:r>
              <a:rPr sz="1200" b="1" dirty="0">
                <a:solidFill>
                  <a:srgbClr val="0F469B"/>
                </a:solidFill>
                <a:latin typeface="Optima"/>
                <a:cs typeface="Calibri"/>
              </a:rPr>
              <a:t>using </a:t>
            </a:r>
            <a:r>
              <a:rPr sz="1200" b="1" spc="-5" dirty="0">
                <a:solidFill>
                  <a:srgbClr val="0F469B"/>
                </a:solidFill>
                <a:latin typeface="Optima"/>
                <a:cs typeface="Calibri"/>
              </a:rPr>
              <a:t>Industry- </a:t>
            </a:r>
            <a:r>
              <a:rPr sz="1200" b="1" dirty="0">
                <a:solidFill>
                  <a:srgbClr val="0F469B"/>
                </a:solidFill>
                <a:latin typeface="Optima"/>
                <a:cs typeface="Calibri"/>
              </a:rPr>
              <a:t> </a:t>
            </a:r>
            <a:r>
              <a:rPr sz="1200" b="1" spc="-5" dirty="0">
                <a:solidFill>
                  <a:srgbClr val="0F469B"/>
                </a:solidFill>
                <a:latin typeface="Optima"/>
                <a:cs typeface="Calibri"/>
              </a:rPr>
              <a:t>specific standards </a:t>
            </a:r>
            <a:r>
              <a:rPr sz="1200" b="1" dirty="0">
                <a:solidFill>
                  <a:srgbClr val="0F469B"/>
                </a:solidFill>
                <a:latin typeface="Optima"/>
                <a:cs typeface="Calibri"/>
              </a:rPr>
              <a:t>&amp; </a:t>
            </a:r>
            <a:r>
              <a:rPr sz="1200" b="1" spc="5" dirty="0">
                <a:solidFill>
                  <a:srgbClr val="0F469B"/>
                </a:solidFill>
                <a:latin typeface="Optima"/>
                <a:cs typeface="Calibri"/>
              </a:rPr>
              <a:t> </a:t>
            </a:r>
            <a:r>
              <a:rPr sz="1200" b="1" spc="-5" dirty="0">
                <a:solidFill>
                  <a:srgbClr val="0F469B"/>
                </a:solidFill>
                <a:latin typeface="Optima"/>
                <a:cs typeface="Calibri"/>
              </a:rPr>
              <a:t>taxonomies</a:t>
            </a:r>
            <a:endParaRPr sz="1200">
              <a:latin typeface="Optima"/>
              <a:cs typeface="Calibri"/>
            </a:endParaRPr>
          </a:p>
          <a:p>
            <a:pPr marL="184785" marR="151765" indent="-172720">
              <a:lnSpc>
                <a:spcPct val="104200"/>
              </a:lnSpc>
              <a:buFont typeface="Wingdings"/>
              <a:buChar char=""/>
              <a:tabLst>
                <a:tab pos="185420" algn="l"/>
              </a:tabLst>
            </a:pPr>
            <a:r>
              <a:rPr sz="1200" b="1" spc="-10" dirty="0">
                <a:solidFill>
                  <a:srgbClr val="0F469B"/>
                </a:solidFill>
                <a:latin typeface="Optima"/>
                <a:cs typeface="Calibri"/>
              </a:rPr>
              <a:t>Perform</a:t>
            </a:r>
            <a:r>
              <a:rPr sz="1200" b="1" spc="-30" dirty="0">
                <a:solidFill>
                  <a:srgbClr val="0F469B"/>
                </a:solidFill>
                <a:latin typeface="Optima"/>
                <a:cs typeface="Calibri"/>
              </a:rPr>
              <a:t> </a:t>
            </a:r>
            <a:r>
              <a:rPr sz="1200" b="1" spc="-10" dirty="0">
                <a:solidFill>
                  <a:srgbClr val="0F469B"/>
                </a:solidFill>
                <a:latin typeface="Optima"/>
                <a:cs typeface="Calibri"/>
              </a:rPr>
              <a:t>Physical</a:t>
            </a:r>
            <a:r>
              <a:rPr sz="1200" b="1" spc="10" dirty="0">
                <a:solidFill>
                  <a:srgbClr val="0F469B"/>
                </a:solidFill>
                <a:latin typeface="Optima"/>
                <a:cs typeface="Calibri"/>
              </a:rPr>
              <a:t> </a:t>
            </a:r>
            <a:r>
              <a:rPr sz="1200" b="1" spc="-5" dirty="0">
                <a:solidFill>
                  <a:srgbClr val="0F469B"/>
                </a:solidFill>
                <a:latin typeface="Optima"/>
                <a:cs typeface="Calibri"/>
              </a:rPr>
              <a:t>Stock </a:t>
            </a:r>
            <a:r>
              <a:rPr sz="1200" b="1" dirty="0">
                <a:solidFill>
                  <a:srgbClr val="0F469B"/>
                </a:solidFill>
                <a:latin typeface="Optima"/>
                <a:cs typeface="Calibri"/>
              </a:rPr>
              <a:t> </a:t>
            </a:r>
            <a:r>
              <a:rPr sz="1200" b="1" spc="-10" dirty="0">
                <a:solidFill>
                  <a:srgbClr val="0F469B"/>
                </a:solidFill>
                <a:latin typeface="Optima"/>
                <a:cs typeface="Calibri"/>
              </a:rPr>
              <a:t>Verification</a:t>
            </a:r>
            <a:r>
              <a:rPr sz="1200" b="1" spc="-35" dirty="0">
                <a:solidFill>
                  <a:srgbClr val="0F469B"/>
                </a:solidFill>
                <a:latin typeface="Optima"/>
                <a:cs typeface="Calibri"/>
              </a:rPr>
              <a:t> </a:t>
            </a:r>
            <a:r>
              <a:rPr sz="1200" b="1" spc="-5" dirty="0">
                <a:solidFill>
                  <a:srgbClr val="0F469B"/>
                </a:solidFill>
                <a:latin typeface="Optima"/>
                <a:cs typeface="Calibri"/>
              </a:rPr>
              <a:t>where</a:t>
            </a:r>
            <a:r>
              <a:rPr sz="1200" b="1" spc="-40" dirty="0">
                <a:solidFill>
                  <a:srgbClr val="0F469B"/>
                </a:solidFill>
                <a:latin typeface="Optima"/>
                <a:cs typeface="Calibri"/>
              </a:rPr>
              <a:t> </a:t>
            </a:r>
            <a:r>
              <a:rPr sz="1200" b="1" spc="-5" dirty="0">
                <a:solidFill>
                  <a:srgbClr val="0F469B"/>
                </a:solidFill>
                <a:latin typeface="Optima"/>
                <a:cs typeface="Calibri"/>
              </a:rPr>
              <a:t>required</a:t>
            </a:r>
            <a:endParaRPr sz="1200">
              <a:latin typeface="Optima"/>
              <a:cs typeface="Calibri"/>
            </a:endParaRPr>
          </a:p>
          <a:p>
            <a:pPr marL="184785" indent="-172720">
              <a:lnSpc>
                <a:spcPct val="100000"/>
              </a:lnSpc>
              <a:spcBef>
                <a:spcPts val="60"/>
              </a:spcBef>
              <a:buFont typeface="Wingdings"/>
              <a:buChar char=""/>
              <a:tabLst>
                <a:tab pos="185420" algn="l"/>
              </a:tabLst>
            </a:pPr>
            <a:r>
              <a:rPr sz="1200" b="1" spc="-5" dirty="0">
                <a:solidFill>
                  <a:srgbClr val="0F469B"/>
                </a:solidFill>
                <a:latin typeface="Optima"/>
                <a:cs typeface="Calibri"/>
              </a:rPr>
              <a:t>Establish</a:t>
            </a:r>
            <a:r>
              <a:rPr sz="1200" b="1" spc="-15" dirty="0">
                <a:solidFill>
                  <a:srgbClr val="0F469B"/>
                </a:solidFill>
                <a:latin typeface="Optima"/>
                <a:cs typeface="Calibri"/>
              </a:rPr>
              <a:t> </a:t>
            </a:r>
            <a:r>
              <a:rPr sz="1200" b="1" dirty="0">
                <a:solidFill>
                  <a:srgbClr val="0F469B"/>
                </a:solidFill>
                <a:latin typeface="Optima"/>
                <a:cs typeface="Calibri"/>
              </a:rPr>
              <a:t>the</a:t>
            </a:r>
            <a:r>
              <a:rPr sz="1200" b="1" spc="-25" dirty="0">
                <a:solidFill>
                  <a:srgbClr val="0F469B"/>
                </a:solidFill>
                <a:latin typeface="Optima"/>
                <a:cs typeface="Calibri"/>
              </a:rPr>
              <a:t> </a:t>
            </a:r>
            <a:r>
              <a:rPr sz="1200" b="1" spc="-5" dirty="0">
                <a:solidFill>
                  <a:srgbClr val="0F469B"/>
                </a:solidFill>
                <a:latin typeface="Optima"/>
                <a:cs typeface="Calibri"/>
              </a:rPr>
              <a:t>Single</a:t>
            </a:r>
            <a:r>
              <a:rPr sz="1200" b="1" dirty="0">
                <a:solidFill>
                  <a:srgbClr val="0F469B"/>
                </a:solidFill>
                <a:latin typeface="Optima"/>
                <a:cs typeface="Calibri"/>
              </a:rPr>
              <a:t> </a:t>
            </a:r>
            <a:r>
              <a:rPr sz="1200" b="1" spc="-5" dirty="0">
                <a:solidFill>
                  <a:srgbClr val="0F469B"/>
                </a:solidFill>
                <a:latin typeface="Optima"/>
                <a:cs typeface="Calibri"/>
              </a:rPr>
              <a:t>version</a:t>
            </a:r>
            <a:r>
              <a:rPr sz="1200" b="1" spc="-15" dirty="0">
                <a:solidFill>
                  <a:srgbClr val="0F469B"/>
                </a:solidFill>
                <a:latin typeface="Optima"/>
                <a:cs typeface="Calibri"/>
              </a:rPr>
              <a:t> </a:t>
            </a:r>
            <a:r>
              <a:rPr sz="1200" b="1" dirty="0">
                <a:solidFill>
                  <a:srgbClr val="0F469B"/>
                </a:solidFill>
                <a:latin typeface="Optima"/>
                <a:cs typeface="Calibri"/>
              </a:rPr>
              <a:t>of</a:t>
            </a:r>
            <a:endParaRPr sz="1200">
              <a:latin typeface="Optima"/>
              <a:cs typeface="Calibri"/>
            </a:endParaRPr>
          </a:p>
          <a:p>
            <a:pPr marL="184785">
              <a:lnSpc>
                <a:spcPct val="100000"/>
              </a:lnSpc>
              <a:spcBef>
                <a:spcPts val="60"/>
              </a:spcBef>
            </a:pPr>
            <a:r>
              <a:rPr sz="1200" b="1" dirty="0">
                <a:solidFill>
                  <a:srgbClr val="0F469B"/>
                </a:solidFill>
                <a:latin typeface="Optima"/>
                <a:cs typeface="Calibri"/>
              </a:rPr>
              <a:t>truth</a:t>
            </a:r>
            <a:endParaRPr sz="1200">
              <a:latin typeface="Optima"/>
              <a:cs typeface="Calibri"/>
            </a:endParaRPr>
          </a:p>
          <a:p>
            <a:pPr marL="184785" marR="141605" indent="-172720">
              <a:lnSpc>
                <a:spcPct val="104200"/>
              </a:lnSpc>
              <a:buFont typeface="Wingdings"/>
              <a:buChar char=""/>
              <a:tabLst>
                <a:tab pos="185420" algn="l"/>
              </a:tabLst>
            </a:pPr>
            <a:r>
              <a:rPr sz="1200" b="1" spc="-5" dirty="0">
                <a:solidFill>
                  <a:srgbClr val="0F469B"/>
                </a:solidFill>
                <a:latin typeface="Optima"/>
                <a:cs typeface="Calibri"/>
              </a:rPr>
              <a:t>Design</a:t>
            </a:r>
            <a:r>
              <a:rPr sz="1200" b="1" spc="10" dirty="0">
                <a:solidFill>
                  <a:srgbClr val="0F469B"/>
                </a:solidFill>
                <a:latin typeface="Optima"/>
                <a:cs typeface="Calibri"/>
              </a:rPr>
              <a:t> </a:t>
            </a:r>
            <a:r>
              <a:rPr sz="1200" b="1" dirty="0">
                <a:solidFill>
                  <a:srgbClr val="0F469B"/>
                </a:solidFill>
                <a:latin typeface="Optima"/>
                <a:cs typeface="Calibri"/>
              </a:rPr>
              <a:t>&amp;</a:t>
            </a:r>
            <a:r>
              <a:rPr sz="1200" b="1" spc="5" dirty="0">
                <a:solidFill>
                  <a:srgbClr val="0F469B"/>
                </a:solidFill>
                <a:latin typeface="Optima"/>
                <a:cs typeface="Calibri"/>
              </a:rPr>
              <a:t> </a:t>
            </a:r>
            <a:r>
              <a:rPr sz="1200" b="1" spc="-5" dirty="0">
                <a:solidFill>
                  <a:srgbClr val="0F469B"/>
                </a:solidFill>
                <a:latin typeface="Optima"/>
                <a:cs typeface="Calibri"/>
              </a:rPr>
              <a:t>Establish</a:t>
            </a:r>
            <a:r>
              <a:rPr sz="1200" b="1" spc="-25" dirty="0">
                <a:solidFill>
                  <a:srgbClr val="0F469B"/>
                </a:solidFill>
                <a:latin typeface="Optima"/>
                <a:cs typeface="Calibri"/>
              </a:rPr>
              <a:t> </a:t>
            </a:r>
            <a:r>
              <a:rPr sz="1200" b="1" dirty="0">
                <a:solidFill>
                  <a:srgbClr val="0F469B"/>
                </a:solidFill>
                <a:latin typeface="Optima"/>
                <a:cs typeface="Calibri"/>
              </a:rPr>
              <a:t>the </a:t>
            </a:r>
            <a:r>
              <a:rPr sz="1200" b="1" spc="5" dirty="0">
                <a:solidFill>
                  <a:srgbClr val="0F469B"/>
                </a:solidFill>
                <a:latin typeface="Optima"/>
                <a:cs typeface="Calibri"/>
              </a:rPr>
              <a:t> </a:t>
            </a:r>
            <a:r>
              <a:rPr sz="1200" b="1" spc="-10" dirty="0">
                <a:solidFill>
                  <a:srgbClr val="0F469B"/>
                </a:solidFill>
                <a:latin typeface="Optima"/>
                <a:cs typeface="Calibri"/>
              </a:rPr>
              <a:t>intelligent </a:t>
            </a:r>
            <a:r>
              <a:rPr sz="1200" b="1" spc="-5" dirty="0">
                <a:solidFill>
                  <a:srgbClr val="0F469B"/>
                </a:solidFill>
                <a:latin typeface="Optima"/>
                <a:cs typeface="Calibri"/>
              </a:rPr>
              <a:t>processes to </a:t>
            </a:r>
            <a:r>
              <a:rPr sz="1200" b="1" dirty="0">
                <a:solidFill>
                  <a:srgbClr val="0F469B"/>
                </a:solidFill>
                <a:latin typeface="Optima"/>
                <a:cs typeface="Calibri"/>
              </a:rPr>
              <a:t> </a:t>
            </a:r>
            <a:r>
              <a:rPr sz="1200" b="1" spc="-5" dirty="0">
                <a:solidFill>
                  <a:srgbClr val="0F469B"/>
                </a:solidFill>
                <a:latin typeface="Optima"/>
                <a:cs typeface="Calibri"/>
              </a:rPr>
              <a:t>address </a:t>
            </a:r>
            <a:r>
              <a:rPr sz="1200" b="1" dirty="0">
                <a:solidFill>
                  <a:srgbClr val="0F469B"/>
                </a:solidFill>
                <a:latin typeface="Optima"/>
                <a:cs typeface="Calibri"/>
              </a:rPr>
              <a:t>the </a:t>
            </a:r>
            <a:r>
              <a:rPr sz="1200" b="1" spc="-5" dirty="0">
                <a:solidFill>
                  <a:srgbClr val="0F469B"/>
                </a:solidFill>
                <a:latin typeface="Optima"/>
                <a:cs typeface="Calibri"/>
              </a:rPr>
              <a:t>newly </a:t>
            </a:r>
            <a:r>
              <a:rPr sz="1200" b="1" spc="-10" dirty="0">
                <a:solidFill>
                  <a:srgbClr val="0F469B"/>
                </a:solidFill>
                <a:latin typeface="Optima"/>
                <a:cs typeface="Calibri"/>
              </a:rPr>
              <a:t>available </a:t>
            </a:r>
            <a:r>
              <a:rPr sz="1200" b="1" spc="-260" dirty="0">
                <a:solidFill>
                  <a:srgbClr val="0F469B"/>
                </a:solidFill>
                <a:latin typeface="Optima"/>
                <a:cs typeface="Calibri"/>
              </a:rPr>
              <a:t> </a:t>
            </a:r>
            <a:r>
              <a:rPr sz="1200" b="1" spc="-10" dirty="0">
                <a:solidFill>
                  <a:srgbClr val="0F469B"/>
                </a:solidFill>
                <a:latin typeface="Optima"/>
                <a:cs typeface="Calibri"/>
              </a:rPr>
              <a:t>data</a:t>
            </a:r>
            <a:endParaRPr sz="1200">
              <a:latin typeface="Optima"/>
              <a:cs typeface="Calibri"/>
            </a:endParaRPr>
          </a:p>
        </p:txBody>
      </p:sp>
      <p:grpSp>
        <p:nvGrpSpPr>
          <p:cNvPr id="20" name="object 20"/>
          <p:cNvGrpSpPr/>
          <p:nvPr/>
        </p:nvGrpSpPr>
        <p:grpSpPr>
          <a:xfrm>
            <a:off x="6699504" y="1363789"/>
            <a:ext cx="4255770" cy="3332479"/>
            <a:chOff x="6699504" y="1363789"/>
            <a:chExt cx="4255770" cy="3332479"/>
          </a:xfrm>
        </p:grpSpPr>
        <p:sp>
          <p:nvSpPr>
            <p:cNvPr id="21" name="object 21"/>
            <p:cNvSpPr/>
            <p:nvPr/>
          </p:nvSpPr>
          <p:spPr>
            <a:xfrm>
              <a:off x="6699504" y="3980687"/>
              <a:ext cx="2298700" cy="715645"/>
            </a:xfrm>
            <a:custGeom>
              <a:avLst/>
              <a:gdLst/>
              <a:ahLst/>
              <a:cxnLst/>
              <a:rect l="l" t="t" r="r" b="b"/>
              <a:pathLst>
                <a:path w="2298700" h="715645">
                  <a:moveTo>
                    <a:pt x="38100" y="639318"/>
                  </a:moveTo>
                  <a:lnTo>
                    <a:pt x="23252" y="642306"/>
                  </a:lnTo>
                  <a:lnTo>
                    <a:pt x="11144" y="650462"/>
                  </a:lnTo>
                  <a:lnTo>
                    <a:pt x="2988" y="662570"/>
                  </a:lnTo>
                  <a:lnTo>
                    <a:pt x="0" y="677418"/>
                  </a:lnTo>
                  <a:lnTo>
                    <a:pt x="2988" y="692211"/>
                  </a:lnTo>
                  <a:lnTo>
                    <a:pt x="11144" y="704326"/>
                  </a:lnTo>
                  <a:lnTo>
                    <a:pt x="23252" y="712511"/>
                  </a:lnTo>
                  <a:lnTo>
                    <a:pt x="38100" y="715518"/>
                  </a:lnTo>
                  <a:lnTo>
                    <a:pt x="52947" y="712511"/>
                  </a:lnTo>
                  <a:lnTo>
                    <a:pt x="65055" y="704326"/>
                  </a:lnTo>
                  <a:lnTo>
                    <a:pt x="73211" y="692211"/>
                  </a:lnTo>
                  <a:lnTo>
                    <a:pt x="74917" y="683768"/>
                  </a:lnTo>
                  <a:lnTo>
                    <a:pt x="34544" y="683768"/>
                  </a:lnTo>
                  <a:lnTo>
                    <a:pt x="31750" y="680847"/>
                  </a:lnTo>
                  <a:lnTo>
                    <a:pt x="31750" y="673862"/>
                  </a:lnTo>
                  <a:lnTo>
                    <a:pt x="34544" y="671068"/>
                  </a:lnTo>
                  <a:lnTo>
                    <a:pt x="74921" y="671068"/>
                  </a:lnTo>
                  <a:lnTo>
                    <a:pt x="73211" y="662570"/>
                  </a:lnTo>
                  <a:lnTo>
                    <a:pt x="65055" y="650462"/>
                  </a:lnTo>
                  <a:lnTo>
                    <a:pt x="52947" y="642306"/>
                  </a:lnTo>
                  <a:lnTo>
                    <a:pt x="38100" y="639318"/>
                  </a:lnTo>
                  <a:close/>
                </a:path>
                <a:path w="2298700" h="715645">
                  <a:moveTo>
                    <a:pt x="74921" y="671068"/>
                  </a:moveTo>
                  <a:lnTo>
                    <a:pt x="34544" y="671068"/>
                  </a:lnTo>
                  <a:lnTo>
                    <a:pt x="31750" y="673862"/>
                  </a:lnTo>
                  <a:lnTo>
                    <a:pt x="31750" y="680847"/>
                  </a:lnTo>
                  <a:lnTo>
                    <a:pt x="34544" y="683768"/>
                  </a:lnTo>
                  <a:lnTo>
                    <a:pt x="74917" y="683768"/>
                  </a:lnTo>
                  <a:lnTo>
                    <a:pt x="76200" y="677418"/>
                  </a:lnTo>
                  <a:lnTo>
                    <a:pt x="74921" y="671068"/>
                  </a:lnTo>
                  <a:close/>
                </a:path>
                <a:path w="2298700" h="715645">
                  <a:moveTo>
                    <a:pt x="1882394" y="671068"/>
                  </a:moveTo>
                  <a:lnTo>
                    <a:pt x="74921" y="671068"/>
                  </a:lnTo>
                  <a:lnTo>
                    <a:pt x="76200" y="677418"/>
                  </a:lnTo>
                  <a:lnTo>
                    <a:pt x="74917" y="683768"/>
                  </a:lnTo>
                  <a:lnTo>
                    <a:pt x="1895094" y="683768"/>
                  </a:lnTo>
                  <a:lnTo>
                    <a:pt x="1895094" y="677418"/>
                  </a:lnTo>
                  <a:lnTo>
                    <a:pt x="1882394" y="677418"/>
                  </a:lnTo>
                  <a:lnTo>
                    <a:pt x="1882394" y="671068"/>
                  </a:lnTo>
                  <a:close/>
                </a:path>
                <a:path w="2298700" h="715645">
                  <a:moveTo>
                    <a:pt x="2223270" y="31750"/>
                  </a:moveTo>
                  <a:lnTo>
                    <a:pt x="1882394" y="31750"/>
                  </a:lnTo>
                  <a:lnTo>
                    <a:pt x="1882394" y="677418"/>
                  </a:lnTo>
                  <a:lnTo>
                    <a:pt x="1888744" y="671068"/>
                  </a:lnTo>
                  <a:lnTo>
                    <a:pt x="1895094" y="671068"/>
                  </a:lnTo>
                  <a:lnTo>
                    <a:pt x="1895094" y="44450"/>
                  </a:lnTo>
                  <a:lnTo>
                    <a:pt x="1888744" y="44450"/>
                  </a:lnTo>
                  <a:lnTo>
                    <a:pt x="1895094" y="38100"/>
                  </a:lnTo>
                  <a:lnTo>
                    <a:pt x="2221992" y="38100"/>
                  </a:lnTo>
                  <a:lnTo>
                    <a:pt x="2223270" y="31750"/>
                  </a:lnTo>
                  <a:close/>
                </a:path>
                <a:path w="2298700" h="715645">
                  <a:moveTo>
                    <a:pt x="1895094" y="671068"/>
                  </a:moveTo>
                  <a:lnTo>
                    <a:pt x="1888744" y="671068"/>
                  </a:lnTo>
                  <a:lnTo>
                    <a:pt x="1882394" y="677418"/>
                  </a:lnTo>
                  <a:lnTo>
                    <a:pt x="1895094" y="677418"/>
                  </a:lnTo>
                  <a:lnTo>
                    <a:pt x="1895094" y="671068"/>
                  </a:lnTo>
                  <a:close/>
                </a:path>
                <a:path w="2298700" h="715645">
                  <a:moveTo>
                    <a:pt x="2260092" y="0"/>
                  </a:moveTo>
                  <a:lnTo>
                    <a:pt x="2245244" y="2988"/>
                  </a:lnTo>
                  <a:lnTo>
                    <a:pt x="2233136" y="11144"/>
                  </a:lnTo>
                  <a:lnTo>
                    <a:pt x="2224980" y="23252"/>
                  </a:lnTo>
                  <a:lnTo>
                    <a:pt x="2221992" y="38100"/>
                  </a:lnTo>
                  <a:lnTo>
                    <a:pt x="2224980" y="52947"/>
                  </a:lnTo>
                  <a:lnTo>
                    <a:pt x="2233136" y="65055"/>
                  </a:lnTo>
                  <a:lnTo>
                    <a:pt x="2245244" y="73211"/>
                  </a:lnTo>
                  <a:lnTo>
                    <a:pt x="2260092" y="76200"/>
                  </a:lnTo>
                  <a:lnTo>
                    <a:pt x="2274939" y="73211"/>
                  </a:lnTo>
                  <a:lnTo>
                    <a:pt x="2287047" y="65055"/>
                  </a:lnTo>
                  <a:lnTo>
                    <a:pt x="2295203" y="52947"/>
                  </a:lnTo>
                  <a:lnTo>
                    <a:pt x="2296913" y="44450"/>
                  </a:lnTo>
                  <a:lnTo>
                    <a:pt x="2263648" y="44450"/>
                  </a:lnTo>
                  <a:lnTo>
                    <a:pt x="2266442" y="41656"/>
                  </a:lnTo>
                  <a:lnTo>
                    <a:pt x="2266442" y="34543"/>
                  </a:lnTo>
                  <a:lnTo>
                    <a:pt x="2263648" y="31750"/>
                  </a:lnTo>
                  <a:lnTo>
                    <a:pt x="2296913" y="31750"/>
                  </a:lnTo>
                  <a:lnTo>
                    <a:pt x="2295203" y="23252"/>
                  </a:lnTo>
                  <a:lnTo>
                    <a:pt x="2287047" y="11144"/>
                  </a:lnTo>
                  <a:lnTo>
                    <a:pt x="2274939" y="2988"/>
                  </a:lnTo>
                  <a:lnTo>
                    <a:pt x="2260092" y="0"/>
                  </a:lnTo>
                  <a:close/>
                </a:path>
                <a:path w="2298700" h="715645">
                  <a:moveTo>
                    <a:pt x="1895094" y="38100"/>
                  </a:moveTo>
                  <a:lnTo>
                    <a:pt x="1888744" y="44450"/>
                  </a:lnTo>
                  <a:lnTo>
                    <a:pt x="1895094" y="44450"/>
                  </a:lnTo>
                  <a:lnTo>
                    <a:pt x="1895094" y="38100"/>
                  </a:lnTo>
                  <a:close/>
                </a:path>
                <a:path w="2298700" h="715645">
                  <a:moveTo>
                    <a:pt x="2221992" y="38100"/>
                  </a:moveTo>
                  <a:lnTo>
                    <a:pt x="1895094" y="38100"/>
                  </a:lnTo>
                  <a:lnTo>
                    <a:pt x="1895094" y="44450"/>
                  </a:lnTo>
                  <a:lnTo>
                    <a:pt x="2223270" y="44450"/>
                  </a:lnTo>
                  <a:lnTo>
                    <a:pt x="2221992" y="38100"/>
                  </a:lnTo>
                  <a:close/>
                </a:path>
                <a:path w="2298700" h="715645">
                  <a:moveTo>
                    <a:pt x="2296913" y="31750"/>
                  </a:moveTo>
                  <a:lnTo>
                    <a:pt x="2263648" y="31750"/>
                  </a:lnTo>
                  <a:lnTo>
                    <a:pt x="2266442" y="34543"/>
                  </a:lnTo>
                  <a:lnTo>
                    <a:pt x="2266442" y="41656"/>
                  </a:lnTo>
                  <a:lnTo>
                    <a:pt x="2263648" y="44450"/>
                  </a:lnTo>
                  <a:lnTo>
                    <a:pt x="2296913" y="44450"/>
                  </a:lnTo>
                  <a:lnTo>
                    <a:pt x="2298192" y="38100"/>
                  </a:lnTo>
                  <a:lnTo>
                    <a:pt x="2296913" y="31750"/>
                  </a:lnTo>
                  <a:close/>
                </a:path>
              </a:pathLst>
            </a:custGeom>
            <a:solidFill>
              <a:srgbClr val="9F9F9F"/>
            </a:solidFill>
          </p:spPr>
          <p:txBody>
            <a:bodyPr wrap="square" lIns="0" tIns="0" rIns="0" bIns="0" rtlCol="0"/>
            <a:lstStyle/>
            <a:p>
              <a:endParaRPr>
                <a:latin typeface="Optima"/>
              </a:endParaRPr>
            </a:p>
          </p:txBody>
        </p:sp>
        <p:sp>
          <p:nvSpPr>
            <p:cNvPr id="22" name="object 22"/>
            <p:cNvSpPr/>
            <p:nvPr/>
          </p:nvSpPr>
          <p:spPr>
            <a:xfrm>
              <a:off x="8776716" y="1368552"/>
              <a:ext cx="2173605" cy="441959"/>
            </a:xfrm>
            <a:custGeom>
              <a:avLst/>
              <a:gdLst/>
              <a:ahLst/>
              <a:cxnLst/>
              <a:rect l="l" t="t" r="r" b="b"/>
              <a:pathLst>
                <a:path w="2173604" h="441960">
                  <a:moveTo>
                    <a:pt x="0" y="0"/>
                  </a:moveTo>
                  <a:lnTo>
                    <a:pt x="2123820" y="0"/>
                  </a:lnTo>
                  <a:lnTo>
                    <a:pt x="2143059" y="4524"/>
                  </a:lnTo>
                  <a:lnTo>
                    <a:pt x="2158761" y="16859"/>
                  </a:lnTo>
                  <a:lnTo>
                    <a:pt x="2169344" y="35147"/>
                  </a:lnTo>
                  <a:lnTo>
                    <a:pt x="2173224" y="57531"/>
                  </a:lnTo>
                  <a:lnTo>
                    <a:pt x="2173224" y="384428"/>
                  </a:lnTo>
                  <a:lnTo>
                    <a:pt x="2169344" y="406812"/>
                  </a:lnTo>
                  <a:lnTo>
                    <a:pt x="2158761" y="425100"/>
                  </a:lnTo>
                  <a:lnTo>
                    <a:pt x="2143059" y="437435"/>
                  </a:lnTo>
                  <a:lnTo>
                    <a:pt x="2123820" y="441960"/>
                  </a:lnTo>
                  <a:lnTo>
                    <a:pt x="27685" y="441960"/>
                  </a:lnTo>
                  <a:lnTo>
                    <a:pt x="57530" y="418464"/>
                  </a:lnTo>
                  <a:lnTo>
                    <a:pt x="85195" y="379420"/>
                  </a:lnTo>
                  <a:lnTo>
                    <a:pt x="106060" y="334613"/>
                  </a:lnTo>
                  <a:lnTo>
                    <a:pt x="119235" y="285091"/>
                  </a:lnTo>
                  <a:lnTo>
                    <a:pt x="123825" y="231901"/>
                  </a:lnTo>
                  <a:lnTo>
                    <a:pt x="119235" y="178692"/>
                  </a:lnTo>
                  <a:lnTo>
                    <a:pt x="106060" y="129127"/>
                  </a:lnTo>
                  <a:lnTo>
                    <a:pt x="85195" y="84276"/>
                  </a:lnTo>
                  <a:lnTo>
                    <a:pt x="57530" y="45212"/>
                  </a:lnTo>
                  <a:lnTo>
                    <a:pt x="0" y="0"/>
                  </a:lnTo>
                  <a:close/>
                </a:path>
              </a:pathLst>
            </a:custGeom>
            <a:ln w="9525">
              <a:solidFill>
                <a:srgbClr val="AFAFAF"/>
              </a:solidFill>
            </a:ln>
          </p:spPr>
          <p:txBody>
            <a:bodyPr wrap="square" lIns="0" tIns="0" rIns="0" bIns="0" rtlCol="0"/>
            <a:lstStyle/>
            <a:p>
              <a:endParaRPr>
                <a:latin typeface="Optima"/>
              </a:endParaRPr>
            </a:p>
          </p:txBody>
        </p:sp>
      </p:grpSp>
      <p:sp>
        <p:nvSpPr>
          <p:cNvPr id="23" name="object 23"/>
          <p:cNvSpPr txBox="1"/>
          <p:nvPr/>
        </p:nvSpPr>
        <p:spPr>
          <a:xfrm>
            <a:off x="9097771" y="1466849"/>
            <a:ext cx="1531620" cy="212238"/>
          </a:xfrm>
          <a:prstGeom prst="rect">
            <a:avLst/>
          </a:prstGeom>
        </p:spPr>
        <p:txBody>
          <a:bodyPr vert="horz" wrap="square" lIns="0" tIns="12065" rIns="0" bIns="0" rtlCol="0">
            <a:spAutoFit/>
          </a:bodyPr>
          <a:lstStyle/>
          <a:p>
            <a:pPr marL="12700">
              <a:lnSpc>
                <a:spcPct val="100000"/>
              </a:lnSpc>
              <a:spcBef>
                <a:spcPts val="95"/>
              </a:spcBef>
            </a:pPr>
            <a:r>
              <a:rPr sz="1300" b="1" spc="-5" dirty="0">
                <a:solidFill>
                  <a:srgbClr val="0F469B"/>
                </a:solidFill>
                <a:latin typeface="Optima"/>
                <a:cs typeface="Calibri"/>
              </a:rPr>
              <a:t>Business</a:t>
            </a:r>
            <a:r>
              <a:rPr sz="1300" b="1" spc="-50" dirty="0">
                <a:solidFill>
                  <a:srgbClr val="0F469B"/>
                </a:solidFill>
                <a:latin typeface="Optima"/>
                <a:cs typeface="Calibri"/>
              </a:rPr>
              <a:t> </a:t>
            </a:r>
            <a:r>
              <a:rPr sz="1300" b="1" spc="-10" dirty="0">
                <a:solidFill>
                  <a:srgbClr val="0F469B"/>
                </a:solidFill>
                <a:latin typeface="Optima"/>
                <a:cs typeface="Calibri"/>
              </a:rPr>
              <a:t>Performance</a:t>
            </a:r>
            <a:endParaRPr sz="1300">
              <a:latin typeface="Optima"/>
              <a:cs typeface="Calibri"/>
            </a:endParaRPr>
          </a:p>
        </p:txBody>
      </p:sp>
      <p:sp>
        <p:nvSpPr>
          <p:cNvPr id="24" name="object 24"/>
          <p:cNvSpPr/>
          <p:nvPr/>
        </p:nvSpPr>
        <p:spPr>
          <a:xfrm>
            <a:off x="8279892" y="1347216"/>
            <a:ext cx="528955" cy="527685"/>
          </a:xfrm>
          <a:custGeom>
            <a:avLst/>
            <a:gdLst/>
            <a:ahLst/>
            <a:cxnLst/>
            <a:rect l="l" t="t" r="r" b="b"/>
            <a:pathLst>
              <a:path w="528954" h="527685">
                <a:moveTo>
                  <a:pt x="264413" y="0"/>
                </a:moveTo>
                <a:lnTo>
                  <a:pt x="216880" y="4245"/>
                </a:lnTo>
                <a:lnTo>
                  <a:pt x="172144" y="16488"/>
                </a:lnTo>
                <a:lnTo>
                  <a:pt x="130951" y="35983"/>
                </a:lnTo>
                <a:lnTo>
                  <a:pt x="94047" y="61988"/>
                </a:lnTo>
                <a:lnTo>
                  <a:pt x="62180" y="93760"/>
                </a:lnTo>
                <a:lnTo>
                  <a:pt x="36096" y="130556"/>
                </a:lnTo>
                <a:lnTo>
                  <a:pt x="16540" y="171631"/>
                </a:lnTo>
                <a:lnTo>
                  <a:pt x="4259" y="216244"/>
                </a:lnTo>
                <a:lnTo>
                  <a:pt x="0" y="263651"/>
                </a:lnTo>
                <a:lnTo>
                  <a:pt x="4259" y="311059"/>
                </a:lnTo>
                <a:lnTo>
                  <a:pt x="16540" y="355672"/>
                </a:lnTo>
                <a:lnTo>
                  <a:pt x="36096" y="396748"/>
                </a:lnTo>
                <a:lnTo>
                  <a:pt x="62180" y="433543"/>
                </a:lnTo>
                <a:lnTo>
                  <a:pt x="94047" y="465315"/>
                </a:lnTo>
                <a:lnTo>
                  <a:pt x="130951" y="491320"/>
                </a:lnTo>
                <a:lnTo>
                  <a:pt x="172144" y="510815"/>
                </a:lnTo>
                <a:lnTo>
                  <a:pt x="216880" y="523058"/>
                </a:lnTo>
                <a:lnTo>
                  <a:pt x="264413" y="527304"/>
                </a:lnTo>
                <a:lnTo>
                  <a:pt x="311947" y="523058"/>
                </a:lnTo>
                <a:lnTo>
                  <a:pt x="356683" y="510815"/>
                </a:lnTo>
                <a:lnTo>
                  <a:pt x="397876" y="491320"/>
                </a:lnTo>
                <a:lnTo>
                  <a:pt x="434780" y="465315"/>
                </a:lnTo>
                <a:lnTo>
                  <a:pt x="466647" y="433543"/>
                </a:lnTo>
                <a:lnTo>
                  <a:pt x="492731" y="396748"/>
                </a:lnTo>
                <a:lnTo>
                  <a:pt x="512287" y="355672"/>
                </a:lnTo>
                <a:lnTo>
                  <a:pt x="524568" y="311059"/>
                </a:lnTo>
                <a:lnTo>
                  <a:pt x="528827" y="263651"/>
                </a:lnTo>
                <a:lnTo>
                  <a:pt x="524568" y="216244"/>
                </a:lnTo>
                <a:lnTo>
                  <a:pt x="512287" y="171631"/>
                </a:lnTo>
                <a:lnTo>
                  <a:pt x="492731" y="130556"/>
                </a:lnTo>
                <a:lnTo>
                  <a:pt x="466647" y="93760"/>
                </a:lnTo>
                <a:lnTo>
                  <a:pt x="434780" y="61988"/>
                </a:lnTo>
                <a:lnTo>
                  <a:pt x="397876" y="35983"/>
                </a:lnTo>
                <a:lnTo>
                  <a:pt x="356683" y="16488"/>
                </a:lnTo>
                <a:lnTo>
                  <a:pt x="311947" y="4245"/>
                </a:lnTo>
                <a:lnTo>
                  <a:pt x="264413" y="0"/>
                </a:lnTo>
                <a:close/>
              </a:path>
            </a:pathLst>
          </a:custGeom>
          <a:solidFill>
            <a:srgbClr val="1F487C"/>
          </a:solidFill>
        </p:spPr>
        <p:txBody>
          <a:bodyPr wrap="square" lIns="0" tIns="0" rIns="0" bIns="0" rtlCol="0"/>
          <a:lstStyle/>
          <a:p>
            <a:endParaRPr>
              <a:latin typeface="Optima"/>
            </a:endParaRPr>
          </a:p>
        </p:txBody>
      </p:sp>
      <p:sp>
        <p:nvSpPr>
          <p:cNvPr id="25" name="object 25"/>
          <p:cNvSpPr txBox="1"/>
          <p:nvPr/>
        </p:nvSpPr>
        <p:spPr>
          <a:xfrm>
            <a:off x="8487282" y="1480184"/>
            <a:ext cx="116205" cy="22890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FFFF"/>
                </a:solidFill>
                <a:latin typeface="Optima"/>
                <a:cs typeface="Calibri"/>
              </a:rPr>
              <a:t>3</a:t>
            </a:r>
            <a:endParaRPr sz="1400">
              <a:latin typeface="Optima"/>
              <a:cs typeface="Calibri"/>
            </a:endParaRPr>
          </a:p>
        </p:txBody>
      </p:sp>
      <p:sp>
        <p:nvSpPr>
          <p:cNvPr id="26" name="object 26"/>
          <p:cNvSpPr txBox="1"/>
          <p:nvPr/>
        </p:nvSpPr>
        <p:spPr>
          <a:xfrm>
            <a:off x="8846566" y="1907565"/>
            <a:ext cx="1928495" cy="1740535"/>
          </a:xfrm>
          <a:prstGeom prst="rect">
            <a:avLst/>
          </a:prstGeom>
        </p:spPr>
        <p:txBody>
          <a:bodyPr vert="horz" wrap="square" lIns="0" tIns="12700" rIns="0" bIns="0" rtlCol="0">
            <a:spAutoFit/>
          </a:bodyPr>
          <a:lstStyle/>
          <a:p>
            <a:pPr marL="184785" marR="187960" indent="-172720">
              <a:lnSpc>
                <a:spcPct val="125000"/>
              </a:lnSpc>
              <a:spcBef>
                <a:spcPts val="100"/>
              </a:spcBef>
              <a:buFont typeface="Wingdings"/>
              <a:buChar char=""/>
              <a:tabLst>
                <a:tab pos="185420" algn="l"/>
              </a:tabLst>
            </a:pPr>
            <a:r>
              <a:rPr sz="1000" b="1" spc="-5" dirty="0">
                <a:solidFill>
                  <a:srgbClr val="0F469B"/>
                </a:solidFill>
                <a:latin typeface="Optima"/>
                <a:cs typeface="Calibri"/>
              </a:rPr>
              <a:t>Establish</a:t>
            </a:r>
            <a:r>
              <a:rPr sz="1000" b="1" spc="5" dirty="0">
                <a:solidFill>
                  <a:srgbClr val="0F469B"/>
                </a:solidFill>
                <a:latin typeface="Optima"/>
                <a:cs typeface="Calibri"/>
              </a:rPr>
              <a:t> </a:t>
            </a:r>
            <a:r>
              <a:rPr sz="1000" b="1" spc="-5" dirty="0">
                <a:solidFill>
                  <a:srgbClr val="0F469B"/>
                </a:solidFill>
                <a:latin typeface="Optima"/>
                <a:cs typeface="Calibri"/>
              </a:rPr>
              <a:t>the</a:t>
            </a:r>
            <a:r>
              <a:rPr sz="1000" b="1" spc="-25" dirty="0">
                <a:solidFill>
                  <a:srgbClr val="0F469B"/>
                </a:solidFill>
                <a:latin typeface="Optima"/>
                <a:cs typeface="Calibri"/>
              </a:rPr>
              <a:t> </a:t>
            </a:r>
            <a:r>
              <a:rPr sz="1000" b="1" spc="-5" dirty="0">
                <a:solidFill>
                  <a:srgbClr val="0F469B"/>
                </a:solidFill>
                <a:latin typeface="Optima"/>
                <a:cs typeface="Calibri"/>
              </a:rPr>
              <a:t>Digital</a:t>
            </a:r>
            <a:r>
              <a:rPr sz="1000" b="1" spc="15" dirty="0">
                <a:solidFill>
                  <a:srgbClr val="0F469B"/>
                </a:solidFill>
                <a:latin typeface="Optima"/>
                <a:cs typeface="Calibri"/>
              </a:rPr>
              <a:t> </a:t>
            </a:r>
            <a:r>
              <a:rPr sz="1000" b="1" spc="-5" dirty="0">
                <a:solidFill>
                  <a:srgbClr val="0F469B"/>
                </a:solidFill>
                <a:latin typeface="Optima"/>
                <a:cs typeface="Calibri"/>
              </a:rPr>
              <a:t>Analytics </a:t>
            </a:r>
            <a:r>
              <a:rPr sz="1000" b="1" spc="-210" dirty="0">
                <a:solidFill>
                  <a:srgbClr val="0F469B"/>
                </a:solidFill>
                <a:latin typeface="Optima"/>
                <a:cs typeface="Calibri"/>
              </a:rPr>
              <a:t> </a:t>
            </a:r>
            <a:r>
              <a:rPr sz="1000" b="1" spc="-5" dirty="0">
                <a:solidFill>
                  <a:srgbClr val="0F469B"/>
                </a:solidFill>
                <a:latin typeface="Optima"/>
                <a:cs typeface="Calibri"/>
              </a:rPr>
              <a:t>platform</a:t>
            </a:r>
            <a:endParaRPr sz="1000">
              <a:latin typeface="Optima"/>
              <a:cs typeface="Calibri"/>
            </a:endParaRPr>
          </a:p>
          <a:p>
            <a:pPr marL="184785" indent="-172720">
              <a:lnSpc>
                <a:spcPct val="100000"/>
              </a:lnSpc>
              <a:spcBef>
                <a:spcPts val="300"/>
              </a:spcBef>
              <a:buFont typeface="Wingdings"/>
              <a:buChar char=""/>
              <a:tabLst>
                <a:tab pos="185420" algn="l"/>
              </a:tabLst>
            </a:pPr>
            <a:r>
              <a:rPr sz="1000" b="1" spc="-10" dirty="0">
                <a:solidFill>
                  <a:srgbClr val="0F469B"/>
                </a:solidFill>
                <a:latin typeface="Optima"/>
                <a:cs typeface="Calibri"/>
              </a:rPr>
              <a:t>Design</a:t>
            </a:r>
            <a:r>
              <a:rPr sz="1000" b="1" spc="10" dirty="0">
                <a:solidFill>
                  <a:srgbClr val="0F469B"/>
                </a:solidFill>
                <a:latin typeface="Optima"/>
                <a:cs typeface="Calibri"/>
              </a:rPr>
              <a:t> </a:t>
            </a:r>
            <a:r>
              <a:rPr sz="1000" b="1" spc="-5" dirty="0">
                <a:solidFill>
                  <a:srgbClr val="0F469B"/>
                </a:solidFill>
                <a:latin typeface="Optima"/>
                <a:cs typeface="Calibri"/>
              </a:rPr>
              <a:t>&amp;</a:t>
            </a:r>
            <a:r>
              <a:rPr sz="1000" b="1" spc="-15" dirty="0">
                <a:solidFill>
                  <a:srgbClr val="0F469B"/>
                </a:solidFill>
                <a:latin typeface="Optima"/>
                <a:cs typeface="Calibri"/>
              </a:rPr>
              <a:t> </a:t>
            </a:r>
            <a:r>
              <a:rPr sz="1000" b="1" spc="-5" dirty="0">
                <a:solidFill>
                  <a:srgbClr val="0F469B"/>
                </a:solidFill>
                <a:latin typeface="Optima"/>
                <a:cs typeface="Calibri"/>
              </a:rPr>
              <a:t>Build</a:t>
            </a:r>
            <a:r>
              <a:rPr sz="1000" b="1" spc="10" dirty="0">
                <a:solidFill>
                  <a:srgbClr val="0F469B"/>
                </a:solidFill>
                <a:latin typeface="Optima"/>
                <a:cs typeface="Calibri"/>
              </a:rPr>
              <a:t> </a:t>
            </a:r>
            <a:r>
              <a:rPr sz="1000" b="1" spc="-5" dirty="0">
                <a:solidFill>
                  <a:srgbClr val="0F469B"/>
                </a:solidFill>
                <a:latin typeface="Optima"/>
                <a:cs typeface="Calibri"/>
              </a:rPr>
              <a:t>the</a:t>
            </a:r>
            <a:r>
              <a:rPr sz="1000" b="1" spc="-10" dirty="0">
                <a:solidFill>
                  <a:srgbClr val="0F469B"/>
                </a:solidFill>
                <a:latin typeface="Optima"/>
                <a:cs typeface="Calibri"/>
              </a:rPr>
              <a:t> </a:t>
            </a:r>
            <a:r>
              <a:rPr sz="1000" b="1" spc="-5" dirty="0">
                <a:solidFill>
                  <a:srgbClr val="0F469B"/>
                </a:solidFill>
                <a:latin typeface="Optima"/>
                <a:cs typeface="Calibri"/>
              </a:rPr>
              <a:t>InfoGraphics</a:t>
            </a:r>
            <a:endParaRPr sz="1000">
              <a:latin typeface="Optima"/>
              <a:cs typeface="Calibri"/>
            </a:endParaRPr>
          </a:p>
          <a:p>
            <a:pPr marL="184785">
              <a:lnSpc>
                <a:spcPct val="100000"/>
              </a:lnSpc>
              <a:spcBef>
                <a:spcPts val="300"/>
              </a:spcBef>
            </a:pPr>
            <a:r>
              <a:rPr sz="1000" b="1" spc="-10" dirty="0">
                <a:solidFill>
                  <a:srgbClr val="0F469B"/>
                </a:solidFill>
                <a:latin typeface="Optima"/>
                <a:cs typeface="Calibri"/>
              </a:rPr>
              <a:t>f</a:t>
            </a:r>
            <a:r>
              <a:rPr sz="1000" b="1" spc="-5" dirty="0">
                <a:solidFill>
                  <a:srgbClr val="0F469B"/>
                </a:solidFill>
                <a:latin typeface="Optima"/>
                <a:cs typeface="Calibri"/>
              </a:rPr>
              <a:t>or </a:t>
            </a:r>
            <a:r>
              <a:rPr sz="1000" b="1" spc="-10" dirty="0">
                <a:solidFill>
                  <a:srgbClr val="0F469B"/>
                </a:solidFill>
                <a:latin typeface="Optima"/>
                <a:cs typeface="Calibri"/>
              </a:rPr>
              <a:t>CXOs</a:t>
            </a:r>
            <a:endParaRPr sz="1000">
              <a:latin typeface="Optima"/>
              <a:cs typeface="Calibri"/>
            </a:endParaRPr>
          </a:p>
          <a:p>
            <a:pPr marL="184785" marR="234315" indent="-172720">
              <a:lnSpc>
                <a:spcPct val="125000"/>
              </a:lnSpc>
              <a:buFont typeface="Wingdings"/>
              <a:buChar char=""/>
              <a:tabLst>
                <a:tab pos="185420" algn="l"/>
              </a:tabLst>
            </a:pPr>
            <a:r>
              <a:rPr sz="1000" b="1" spc="-5" dirty="0">
                <a:solidFill>
                  <a:srgbClr val="0F469B"/>
                </a:solidFill>
                <a:latin typeface="Optima"/>
                <a:cs typeface="Calibri"/>
              </a:rPr>
              <a:t>Evaluate the</a:t>
            </a:r>
            <a:r>
              <a:rPr sz="1000" b="1" spc="-25" dirty="0">
                <a:solidFill>
                  <a:srgbClr val="0F469B"/>
                </a:solidFill>
                <a:latin typeface="Optima"/>
                <a:cs typeface="Calibri"/>
              </a:rPr>
              <a:t> </a:t>
            </a:r>
            <a:r>
              <a:rPr sz="1000" b="1" spc="-5" dirty="0">
                <a:solidFill>
                  <a:srgbClr val="0F469B"/>
                </a:solidFill>
                <a:latin typeface="Optima"/>
                <a:cs typeface="Calibri"/>
              </a:rPr>
              <a:t>performance</a:t>
            </a:r>
            <a:r>
              <a:rPr sz="1000" b="1" spc="-50" dirty="0">
                <a:solidFill>
                  <a:srgbClr val="0F469B"/>
                </a:solidFill>
                <a:latin typeface="Optima"/>
                <a:cs typeface="Calibri"/>
              </a:rPr>
              <a:t> </a:t>
            </a:r>
            <a:r>
              <a:rPr sz="1000" b="1" spc="-5" dirty="0">
                <a:solidFill>
                  <a:srgbClr val="0F469B"/>
                </a:solidFill>
                <a:latin typeface="Optima"/>
                <a:cs typeface="Calibri"/>
              </a:rPr>
              <a:t>of </a:t>
            </a:r>
            <a:r>
              <a:rPr sz="1000" b="1" spc="-215" dirty="0">
                <a:solidFill>
                  <a:srgbClr val="0F469B"/>
                </a:solidFill>
                <a:latin typeface="Optima"/>
                <a:cs typeface="Calibri"/>
              </a:rPr>
              <a:t> </a:t>
            </a:r>
            <a:r>
              <a:rPr sz="1000" b="1" spc="-5" dirty="0">
                <a:solidFill>
                  <a:srgbClr val="0F469B"/>
                </a:solidFill>
                <a:latin typeface="Optima"/>
                <a:cs typeface="Calibri"/>
              </a:rPr>
              <a:t>organization based on data </a:t>
            </a:r>
            <a:r>
              <a:rPr sz="1000" b="1" dirty="0">
                <a:solidFill>
                  <a:srgbClr val="0F469B"/>
                </a:solidFill>
                <a:latin typeface="Optima"/>
                <a:cs typeface="Calibri"/>
              </a:rPr>
              <a:t> </a:t>
            </a:r>
            <a:r>
              <a:rPr sz="1000" b="1" spc="-5" dirty="0">
                <a:solidFill>
                  <a:srgbClr val="0F469B"/>
                </a:solidFill>
                <a:latin typeface="Optima"/>
                <a:cs typeface="Calibri"/>
              </a:rPr>
              <a:t>insights</a:t>
            </a:r>
            <a:r>
              <a:rPr sz="1000" b="1" spc="15" dirty="0">
                <a:solidFill>
                  <a:srgbClr val="0F469B"/>
                </a:solidFill>
                <a:latin typeface="Optima"/>
                <a:cs typeface="Calibri"/>
              </a:rPr>
              <a:t> </a:t>
            </a:r>
            <a:r>
              <a:rPr sz="1000" b="1" spc="-5" dirty="0">
                <a:solidFill>
                  <a:srgbClr val="0F469B"/>
                </a:solidFill>
                <a:latin typeface="Optima"/>
                <a:cs typeface="Calibri"/>
              </a:rPr>
              <a:t>(KPIs,</a:t>
            </a:r>
            <a:r>
              <a:rPr sz="1000" b="1" spc="25" dirty="0">
                <a:solidFill>
                  <a:srgbClr val="0F469B"/>
                </a:solidFill>
                <a:latin typeface="Optima"/>
                <a:cs typeface="Calibri"/>
              </a:rPr>
              <a:t> </a:t>
            </a:r>
            <a:r>
              <a:rPr sz="1000" b="1" spc="-5" dirty="0">
                <a:solidFill>
                  <a:srgbClr val="0F469B"/>
                </a:solidFill>
                <a:latin typeface="Optima"/>
                <a:cs typeface="Calibri"/>
              </a:rPr>
              <a:t>SLAs</a:t>
            </a:r>
            <a:r>
              <a:rPr sz="1000" b="1" spc="5" dirty="0">
                <a:solidFill>
                  <a:srgbClr val="0F469B"/>
                </a:solidFill>
                <a:latin typeface="Optima"/>
                <a:cs typeface="Calibri"/>
              </a:rPr>
              <a:t> </a:t>
            </a:r>
            <a:r>
              <a:rPr sz="1000" b="1" spc="-5" dirty="0">
                <a:solidFill>
                  <a:srgbClr val="0F469B"/>
                </a:solidFill>
                <a:latin typeface="Optima"/>
                <a:cs typeface="Calibri"/>
              </a:rPr>
              <a:t>etc)</a:t>
            </a:r>
            <a:endParaRPr sz="1000">
              <a:latin typeface="Optima"/>
              <a:cs typeface="Calibri"/>
            </a:endParaRPr>
          </a:p>
          <a:p>
            <a:pPr marL="184785" marR="5080" indent="-172720">
              <a:lnSpc>
                <a:spcPct val="125000"/>
              </a:lnSpc>
              <a:buFont typeface="Wingdings"/>
              <a:buChar char=""/>
              <a:tabLst>
                <a:tab pos="185420" algn="l"/>
              </a:tabLst>
            </a:pPr>
            <a:r>
              <a:rPr sz="1000" b="1" spc="-5" dirty="0">
                <a:solidFill>
                  <a:srgbClr val="0F469B"/>
                </a:solidFill>
                <a:latin typeface="Optima"/>
                <a:cs typeface="Calibri"/>
              </a:rPr>
              <a:t>Evaluate the benefits &amp; establish </a:t>
            </a:r>
            <a:r>
              <a:rPr sz="1000" b="1" spc="-215" dirty="0">
                <a:solidFill>
                  <a:srgbClr val="0F469B"/>
                </a:solidFill>
                <a:latin typeface="Optima"/>
                <a:cs typeface="Calibri"/>
              </a:rPr>
              <a:t> </a:t>
            </a:r>
            <a:r>
              <a:rPr sz="1000" b="1" spc="-5" dirty="0">
                <a:solidFill>
                  <a:srgbClr val="0F469B"/>
                </a:solidFill>
                <a:latin typeface="Optima"/>
                <a:cs typeface="Calibri"/>
              </a:rPr>
              <a:t>the</a:t>
            </a:r>
            <a:r>
              <a:rPr sz="1000" b="1" spc="-15" dirty="0">
                <a:solidFill>
                  <a:srgbClr val="0F469B"/>
                </a:solidFill>
                <a:latin typeface="Optima"/>
                <a:cs typeface="Calibri"/>
              </a:rPr>
              <a:t> </a:t>
            </a:r>
            <a:r>
              <a:rPr sz="1000" b="1" spc="-5" dirty="0">
                <a:solidFill>
                  <a:srgbClr val="0F469B"/>
                </a:solidFill>
                <a:latin typeface="Optima"/>
                <a:cs typeface="Calibri"/>
              </a:rPr>
              <a:t>numbers</a:t>
            </a:r>
            <a:endParaRPr sz="1000">
              <a:latin typeface="Optima"/>
              <a:cs typeface="Calibri"/>
            </a:endParaRPr>
          </a:p>
        </p:txBody>
      </p:sp>
      <p:grpSp>
        <p:nvGrpSpPr>
          <p:cNvPr id="27" name="object 27"/>
          <p:cNvGrpSpPr/>
          <p:nvPr/>
        </p:nvGrpSpPr>
        <p:grpSpPr>
          <a:xfrm>
            <a:off x="6969252" y="1572767"/>
            <a:ext cx="4634865" cy="2650490"/>
            <a:chOff x="6969252" y="1572767"/>
            <a:chExt cx="4634865" cy="2650490"/>
          </a:xfrm>
        </p:grpSpPr>
        <p:sp>
          <p:nvSpPr>
            <p:cNvPr id="28" name="object 28"/>
            <p:cNvSpPr/>
            <p:nvPr/>
          </p:nvSpPr>
          <p:spPr>
            <a:xfrm>
              <a:off x="6969252" y="1572767"/>
              <a:ext cx="1349375" cy="76200"/>
            </a:xfrm>
            <a:custGeom>
              <a:avLst/>
              <a:gdLst/>
              <a:ahLst/>
              <a:cxnLst/>
              <a:rect l="l" t="t" r="r" b="b"/>
              <a:pathLst>
                <a:path w="1349375" h="76200">
                  <a:moveTo>
                    <a:pt x="38100" y="0"/>
                  </a:moveTo>
                  <a:lnTo>
                    <a:pt x="23252" y="2988"/>
                  </a:lnTo>
                  <a:lnTo>
                    <a:pt x="11144" y="11144"/>
                  </a:lnTo>
                  <a:lnTo>
                    <a:pt x="2988" y="23252"/>
                  </a:lnTo>
                  <a:lnTo>
                    <a:pt x="0" y="38100"/>
                  </a:lnTo>
                  <a:lnTo>
                    <a:pt x="2988" y="52947"/>
                  </a:lnTo>
                  <a:lnTo>
                    <a:pt x="11144" y="65055"/>
                  </a:lnTo>
                  <a:lnTo>
                    <a:pt x="23252" y="73211"/>
                  </a:lnTo>
                  <a:lnTo>
                    <a:pt x="38100" y="76200"/>
                  </a:lnTo>
                  <a:lnTo>
                    <a:pt x="52947" y="73211"/>
                  </a:lnTo>
                  <a:lnTo>
                    <a:pt x="65055" y="65055"/>
                  </a:lnTo>
                  <a:lnTo>
                    <a:pt x="73211" y="52947"/>
                  </a:lnTo>
                  <a:lnTo>
                    <a:pt x="74921" y="44450"/>
                  </a:lnTo>
                  <a:lnTo>
                    <a:pt x="38100" y="44450"/>
                  </a:lnTo>
                  <a:lnTo>
                    <a:pt x="38100" y="31750"/>
                  </a:lnTo>
                  <a:lnTo>
                    <a:pt x="74921" y="31750"/>
                  </a:lnTo>
                  <a:lnTo>
                    <a:pt x="73211" y="23252"/>
                  </a:lnTo>
                  <a:lnTo>
                    <a:pt x="65055" y="11144"/>
                  </a:lnTo>
                  <a:lnTo>
                    <a:pt x="52947" y="2988"/>
                  </a:lnTo>
                  <a:lnTo>
                    <a:pt x="38100" y="0"/>
                  </a:lnTo>
                  <a:close/>
                </a:path>
                <a:path w="1349375" h="76200">
                  <a:moveTo>
                    <a:pt x="1311021" y="0"/>
                  </a:moveTo>
                  <a:lnTo>
                    <a:pt x="1296173" y="2988"/>
                  </a:lnTo>
                  <a:lnTo>
                    <a:pt x="1284065" y="11144"/>
                  </a:lnTo>
                  <a:lnTo>
                    <a:pt x="1275909" y="23252"/>
                  </a:lnTo>
                  <a:lnTo>
                    <a:pt x="1272921" y="38100"/>
                  </a:lnTo>
                  <a:lnTo>
                    <a:pt x="1275909" y="52947"/>
                  </a:lnTo>
                  <a:lnTo>
                    <a:pt x="1284065" y="65055"/>
                  </a:lnTo>
                  <a:lnTo>
                    <a:pt x="1296173" y="73211"/>
                  </a:lnTo>
                  <a:lnTo>
                    <a:pt x="1311021" y="76200"/>
                  </a:lnTo>
                  <a:lnTo>
                    <a:pt x="1325868" y="73211"/>
                  </a:lnTo>
                  <a:lnTo>
                    <a:pt x="1337976" y="65055"/>
                  </a:lnTo>
                  <a:lnTo>
                    <a:pt x="1346132" y="52947"/>
                  </a:lnTo>
                  <a:lnTo>
                    <a:pt x="1347842" y="44450"/>
                  </a:lnTo>
                  <a:lnTo>
                    <a:pt x="1311021" y="44450"/>
                  </a:lnTo>
                  <a:lnTo>
                    <a:pt x="1311021" y="31750"/>
                  </a:lnTo>
                  <a:lnTo>
                    <a:pt x="1347842" y="31750"/>
                  </a:lnTo>
                  <a:lnTo>
                    <a:pt x="1346132" y="23252"/>
                  </a:lnTo>
                  <a:lnTo>
                    <a:pt x="1337976" y="11144"/>
                  </a:lnTo>
                  <a:lnTo>
                    <a:pt x="1325868" y="2988"/>
                  </a:lnTo>
                  <a:lnTo>
                    <a:pt x="1311021" y="0"/>
                  </a:lnTo>
                  <a:close/>
                </a:path>
                <a:path w="1349375" h="76200">
                  <a:moveTo>
                    <a:pt x="74921" y="31750"/>
                  </a:moveTo>
                  <a:lnTo>
                    <a:pt x="38100" y="31750"/>
                  </a:lnTo>
                  <a:lnTo>
                    <a:pt x="38100" y="44450"/>
                  </a:lnTo>
                  <a:lnTo>
                    <a:pt x="74921" y="44450"/>
                  </a:lnTo>
                  <a:lnTo>
                    <a:pt x="76200" y="38100"/>
                  </a:lnTo>
                  <a:lnTo>
                    <a:pt x="74921" y="31750"/>
                  </a:lnTo>
                  <a:close/>
                </a:path>
                <a:path w="1349375" h="76200">
                  <a:moveTo>
                    <a:pt x="1274199" y="31750"/>
                  </a:moveTo>
                  <a:lnTo>
                    <a:pt x="74921" y="31750"/>
                  </a:lnTo>
                  <a:lnTo>
                    <a:pt x="76200" y="38100"/>
                  </a:lnTo>
                  <a:lnTo>
                    <a:pt x="74921" y="44450"/>
                  </a:lnTo>
                  <a:lnTo>
                    <a:pt x="1274199" y="44450"/>
                  </a:lnTo>
                  <a:lnTo>
                    <a:pt x="1272921" y="38100"/>
                  </a:lnTo>
                  <a:lnTo>
                    <a:pt x="1274199" y="31750"/>
                  </a:lnTo>
                  <a:close/>
                </a:path>
                <a:path w="1349375" h="76200">
                  <a:moveTo>
                    <a:pt x="1347842" y="31750"/>
                  </a:moveTo>
                  <a:lnTo>
                    <a:pt x="1311021" y="31750"/>
                  </a:lnTo>
                  <a:lnTo>
                    <a:pt x="1311021" y="44450"/>
                  </a:lnTo>
                  <a:lnTo>
                    <a:pt x="1347842" y="44450"/>
                  </a:lnTo>
                  <a:lnTo>
                    <a:pt x="1349121" y="38100"/>
                  </a:lnTo>
                  <a:lnTo>
                    <a:pt x="1347842" y="31750"/>
                  </a:lnTo>
                  <a:close/>
                </a:path>
              </a:pathLst>
            </a:custGeom>
            <a:solidFill>
              <a:srgbClr val="A6A6A6"/>
            </a:solidFill>
          </p:spPr>
          <p:txBody>
            <a:bodyPr wrap="square" lIns="0" tIns="0" rIns="0" bIns="0" rtlCol="0"/>
            <a:lstStyle/>
            <a:p>
              <a:endParaRPr>
                <a:latin typeface="Optima"/>
              </a:endParaRPr>
            </a:p>
          </p:txBody>
        </p:sp>
        <p:sp>
          <p:nvSpPr>
            <p:cNvPr id="29" name="object 29"/>
            <p:cNvSpPr/>
            <p:nvPr/>
          </p:nvSpPr>
          <p:spPr>
            <a:xfrm>
              <a:off x="9425940" y="3774947"/>
              <a:ext cx="2173605" cy="443865"/>
            </a:xfrm>
            <a:custGeom>
              <a:avLst/>
              <a:gdLst/>
              <a:ahLst/>
              <a:cxnLst/>
              <a:rect l="l" t="t" r="r" b="b"/>
              <a:pathLst>
                <a:path w="2173604" h="443864">
                  <a:moveTo>
                    <a:pt x="0" y="0"/>
                  </a:moveTo>
                  <a:lnTo>
                    <a:pt x="2123820" y="0"/>
                  </a:lnTo>
                  <a:lnTo>
                    <a:pt x="2143059" y="4546"/>
                  </a:lnTo>
                  <a:lnTo>
                    <a:pt x="2158761" y="16938"/>
                  </a:lnTo>
                  <a:lnTo>
                    <a:pt x="2169344" y="35307"/>
                  </a:lnTo>
                  <a:lnTo>
                    <a:pt x="2173224" y="57784"/>
                  </a:lnTo>
                  <a:lnTo>
                    <a:pt x="2173224" y="385699"/>
                  </a:lnTo>
                  <a:lnTo>
                    <a:pt x="2169344" y="408176"/>
                  </a:lnTo>
                  <a:lnTo>
                    <a:pt x="2158761" y="426545"/>
                  </a:lnTo>
                  <a:lnTo>
                    <a:pt x="2143059" y="438937"/>
                  </a:lnTo>
                  <a:lnTo>
                    <a:pt x="2123820" y="443483"/>
                  </a:lnTo>
                  <a:lnTo>
                    <a:pt x="27685" y="443483"/>
                  </a:lnTo>
                  <a:lnTo>
                    <a:pt x="57530" y="419988"/>
                  </a:lnTo>
                  <a:lnTo>
                    <a:pt x="85195" y="380753"/>
                  </a:lnTo>
                  <a:lnTo>
                    <a:pt x="106060" y="335756"/>
                  </a:lnTo>
                  <a:lnTo>
                    <a:pt x="119235" y="286043"/>
                  </a:lnTo>
                  <a:lnTo>
                    <a:pt x="123825" y="232663"/>
                  </a:lnTo>
                  <a:lnTo>
                    <a:pt x="119235" y="179284"/>
                  </a:lnTo>
                  <a:lnTo>
                    <a:pt x="106060" y="129571"/>
                  </a:lnTo>
                  <a:lnTo>
                    <a:pt x="85195" y="84574"/>
                  </a:lnTo>
                  <a:lnTo>
                    <a:pt x="57530" y="45338"/>
                  </a:lnTo>
                  <a:lnTo>
                    <a:pt x="0" y="0"/>
                  </a:lnTo>
                  <a:close/>
                </a:path>
              </a:pathLst>
            </a:custGeom>
            <a:ln w="9525">
              <a:solidFill>
                <a:srgbClr val="AFAFAF"/>
              </a:solidFill>
            </a:ln>
          </p:spPr>
          <p:txBody>
            <a:bodyPr wrap="square" lIns="0" tIns="0" rIns="0" bIns="0" rtlCol="0"/>
            <a:lstStyle/>
            <a:p>
              <a:endParaRPr>
                <a:latin typeface="Optima"/>
              </a:endParaRPr>
            </a:p>
          </p:txBody>
        </p:sp>
      </p:grpSp>
      <p:sp>
        <p:nvSpPr>
          <p:cNvPr id="30" name="object 30"/>
          <p:cNvSpPr txBox="1"/>
          <p:nvPr/>
        </p:nvSpPr>
        <p:spPr>
          <a:xfrm>
            <a:off x="10089895" y="3875278"/>
            <a:ext cx="846455" cy="212238"/>
          </a:xfrm>
          <a:prstGeom prst="rect">
            <a:avLst/>
          </a:prstGeom>
        </p:spPr>
        <p:txBody>
          <a:bodyPr vert="horz" wrap="square" lIns="0" tIns="12065" rIns="0" bIns="0" rtlCol="0">
            <a:spAutoFit/>
          </a:bodyPr>
          <a:lstStyle/>
          <a:p>
            <a:pPr marL="12700">
              <a:lnSpc>
                <a:spcPct val="100000"/>
              </a:lnSpc>
              <a:spcBef>
                <a:spcPts val="95"/>
              </a:spcBef>
            </a:pPr>
            <a:r>
              <a:rPr sz="1300" b="1" spc="-10" dirty="0">
                <a:solidFill>
                  <a:srgbClr val="0F469B"/>
                </a:solidFill>
                <a:latin typeface="Optima"/>
                <a:cs typeface="Calibri"/>
              </a:rPr>
              <a:t>Governance</a:t>
            </a:r>
            <a:endParaRPr sz="1300">
              <a:latin typeface="Optima"/>
              <a:cs typeface="Calibri"/>
            </a:endParaRPr>
          </a:p>
        </p:txBody>
      </p:sp>
      <p:sp>
        <p:nvSpPr>
          <p:cNvPr id="31" name="object 31"/>
          <p:cNvSpPr/>
          <p:nvPr/>
        </p:nvSpPr>
        <p:spPr>
          <a:xfrm>
            <a:off x="8929116" y="3755135"/>
            <a:ext cx="528955" cy="527685"/>
          </a:xfrm>
          <a:custGeom>
            <a:avLst/>
            <a:gdLst/>
            <a:ahLst/>
            <a:cxnLst/>
            <a:rect l="l" t="t" r="r" b="b"/>
            <a:pathLst>
              <a:path w="528954" h="527685">
                <a:moveTo>
                  <a:pt x="264413" y="0"/>
                </a:moveTo>
                <a:lnTo>
                  <a:pt x="216880" y="4245"/>
                </a:lnTo>
                <a:lnTo>
                  <a:pt x="172144" y="16488"/>
                </a:lnTo>
                <a:lnTo>
                  <a:pt x="130951" y="35983"/>
                </a:lnTo>
                <a:lnTo>
                  <a:pt x="94047" y="61988"/>
                </a:lnTo>
                <a:lnTo>
                  <a:pt x="62180" y="93760"/>
                </a:lnTo>
                <a:lnTo>
                  <a:pt x="36096" y="130556"/>
                </a:lnTo>
                <a:lnTo>
                  <a:pt x="16540" y="171631"/>
                </a:lnTo>
                <a:lnTo>
                  <a:pt x="4259" y="216244"/>
                </a:lnTo>
                <a:lnTo>
                  <a:pt x="0" y="263651"/>
                </a:lnTo>
                <a:lnTo>
                  <a:pt x="4259" y="311059"/>
                </a:lnTo>
                <a:lnTo>
                  <a:pt x="16540" y="355672"/>
                </a:lnTo>
                <a:lnTo>
                  <a:pt x="36096" y="396748"/>
                </a:lnTo>
                <a:lnTo>
                  <a:pt x="62180" y="433543"/>
                </a:lnTo>
                <a:lnTo>
                  <a:pt x="94047" y="465315"/>
                </a:lnTo>
                <a:lnTo>
                  <a:pt x="130951" y="491320"/>
                </a:lnTo>
                <a:lnTo>
                  <a:pt x="172144" y="510815"/>
                </a:lnTo>
                <a:lnTo>
                  <a:pt x="216880" y="523058"/>
                </a:lnTo>
                <a:lnTo>
                  <a:pt x="264413" y="527303"/>
                </a:lnTo>
                <a:lnTo>
                  <a:pt x="311947" y="523058"/>
                </a:lnTo>
                <a:lnTo>
                  <a:pt x="356683" y="510815"/>
                </a:lnTo>
                <a:lnTo>
                  <a:pt x="397876" y="491320"/>
                </a:lnTo>
                <a:lnTo>
                  <a:pt x="434780" y="465315"/>
                </a:lnTo>
                <a:lnTo>
                  <a:pt x="466647" y="433543"/>
                </a:lnTo>
                <a:lnTo>
                  <a:pt x="492731" y="396747"/>
                </a:lnTo>
                <a:lnTo>
                  <a:pt x="512287" y="355672"/>
                </a:lnTo>
                <a:lnTo>
                  <a:pt x="524568" y="311059"/>
                </a:lnTo>
                <a:lnTo>
                  <a:pt x="528827" y="263651"/>
                </a:lnTo>
                <a:lnTo>
                  <a:pt x="524568" y="216244"/>
                </a:lnTo>
                <a:lnTo>
                  <a:pt x="512287" y="171631"/>
                </a:lnTo>
                <a:lnTo>
                  <a:pt x="492731" y="130555"/>
                </a:lnTo>
                <a:lnTo>
                  <a:pt x="466647" y="93760"/>
                </a:lnTo>
                <a:lnTo>
                  <a:pt x="434780" y="61988"/>
                </a:lnTo>
                <a:lnTo>
                  <a:pt x="397876" y="35983"/>
                </a:lnTo>
                <a:lnTo>
                  <a:pt x="356683" y="16488"/>
                </a:lnTo>
                <a:lnTo>
                  <a:pt x="311947" y="4245"/>
                </a:lnTo>
                <a:lnTo>
                  <a:pt x="264413" y="0"/>
                </a:lnTo>
                <a:close/>
              </a:path>
            </a:pathLst>
          </a:custGeom>
          <a:solidFill>
            <a:srgbClr val="1F487C"/>
          </a:solidFill>
        </p:spPr>
        <p:txBody>
          <a:bodyPr wrap="square" lIns="0" tIns="0" rIns="0" bIns="0" rtlCol="0"/>
          <a:lstStyle/>
          <a:p>
            <a:endParaRPr>
              <a:latin typeface="Optima"/>
            </a:endParaRPr>
          </a:p>
        </p:txBody>
      </p:sp>
      <p:sp>
        <p:nvSpPr>
          <p:cNvPr id="32" name="object 32"/>
          <p:cNvSpPr txBox="1"/>
          <p:nvPr/>
        </p:nvSpPr>
        <p:spPr>
          <a:xfrm>
            <a:off x="9136506" y="3888485"/>
            <a:ext cx="116205"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FFFFFF"/>
                </a:solidFill>
                <a:latin typeface="Optima"/>
                <a:cs typeface="Calibri"/>
              </a:rPr>
              <a:t>2</a:t>
            </a:r>
            <a:endParaRPr sz="1400">
              <a:latin typeface="Optima"/>
              <a:cs typeface="Calibri"/>
            </a:endParaRPr>
          </a:p>
        </p:txBody>
      </p:sp>
      <p:sp>
        <p:nvSpPr>
          <p:cNvPr id="33" name="object 33"/>
          <p:cNvSpPr txBox="1"/>
          <p:nvPr/>
        </p:nvSpPr>
        <p:spPr>
          <a:xfrm>
            <a:off x="9495790" y="4316136"/>
            <a:ext cx="1978025" cy="1740535"/>
          </a:xfrm>
          <a:prstGeom prst="rect">
            <a:avLst/>
          </a:prstGeom>
        </p:spPr>
        <p:txBody>
          <a:bodyPr vert="horz" wrap="square" lIns="0" tIns="50165" rIns="0" bIns="0" rtlCol="0">
            <a:spAutoFit/>
          </a:bodyPr>
          <a:lstStyle/>
          <a:p>
            <a:pPr marL="184785" indent="-172720">
              <a:lnSpc>
                <a:spcPct val="100000"/>
              </a:lnSpc>
              <a:spcBef>
                <a:spcPts val="395"/>
              </a:spcBef>
              <a:buFont typeface="Wingdings"/>
              <a:buChar char=""/>
              <a:tabLst>
                <a:tab pos="185420" algn="l"/>
              </a:tabLst>
            </a:pPr>
            <a:r>
              <a:rPr sz="1000" b="1" spc="-5" dirty="0">
                <a:solidFill>
                  <a:srgbClr val="0F469B"/>
                </a:solidFill>
                <a:latin typeface="Optima"/>
                <a:cs typeface="Calibri"/>
              </a:rPr>
              <a:t>Transform</a:t>
            </a:r>
            <a:r>
              <a:rPr sz="1000" b="1" spc="-25" dirty="0">
                <a:solidFill>
                  <a:srgbClr val="0F469B"/>
                </a:solidFill>
                <a:latin typeface="Optima"/>
                <a:cs typeface="Calibri"/>
              </a:rPr>
              <a:t> </a:t>
            </a:r>
            <a:r>
              <a:rPr sz="1000" b="1" spc="-5" dirty="0">
                <a:solidFill>
                  <a:srgbClr val="0F469B"/>
                </a:solidFill>
                <a:latin typeface="Optima"/>
                <a:cs typeface="Calibri"/>
              </a:rPr>
              <a:t>the</a:t>
            </a:r>
            <a:r>
              <a:rPr sz="1000" b="1" spc="-15" dirty="0">
                <a:solidFill>
                  <a:srgbClr val="0F469B"/>
                </a:solidFill>
                <a:latin typeface="Optima"/>
                <a:cs typeface="Calibri"/>
              </a:rPr>
              <a:t> </a:t>
            </a:r>
            <a:r>
              <a:rPr sz="1000" b="1" spc="-5" dirty="0">
                <a:solidFill>
                  <a:srgbClr val="0F469B"/>
                </a:solidFill>
                <a:latin typeface="Optima"/>
                <a:cs typeface="Calibri"/>
              </a:rPr>
              <a:t>processes</a:t>
            </a:r>
            <a:r>
              <a:rPr sz="1000" b="1" spc="-15" dirty="0">
                <a:solidFill>
                  <a:srgbClr val="0F469B"/>
                </a:solidFill>
                <a:latin typeface="Optima"/>
                <a:cs typeface="Calibri"/>
              </a:rPr>
              <a:t> </a:t>
            </a:r>
            <a:r>
              <a:rPr sz="1000" b="1" spc="-5" dirty="0">
                <a:solidFill>
                  <a:srgbClr val="0F469B"/>
                </a:solidFill>
                <a:latin typeface="Optima"/>
                <a:cs typeface="Calibri"/>
              </a:rPr>
              <a:t>to</a:t>
            </a:r>
            <a:r>
              <a:rPr sz="1000" b="1" spc="-10" dirty="0">
                <a:solidFill>
                  <a:srgbClr val="0F469B"/>
                </a:solidFill>
                <a:latin typeface="Optima"/>
                <a:cs typeface="Calibri"/>
              </a:rPr>
              <a:t> </a:t>
            </a:r>
            <a:r>
              <a:rPr sz="1000" b="1" spc="-5" dirty="0">
                <a:solidFill>
                  <a:srgbClr val="0F469B"/>
                </a:solidFill>
                <a:latin typeface="Optima"/>
                <a:cs typeface="Calibri"/>
              </a:rPr>
              <a:t>adapt</a:t>
            </a:r>
            <a:endParaRPr sz="1000">
              <a:latin typeface="Optima"/>
              <a:cs typeface="Calibri"/>
            </a:endParaRPr>
          </a:p>
          <a:p>
            <a:pPr marL="184785">
              <a:lnSpc>
                <a:spcPct val="100000"/>
              </a:lnSpc>
              <a:spcBef>
                <a:spcPts val="300"/>
              </a:spcBef>
            </a:pPr>
            <a:r>
              <a:rPr sz="1000" b="1" spc="-5" dirty="0">
                <a:solidFill>
                  <a:srgbClr val="0F469B"/>
                </a:solidFill>
                <a:latin typeface="Optima"/>
                <a:cs typeface="Calibri"/>
              </a:rPr>
              <a:t>the</a:t>
            </a:r>
            <a:r>
              <a:rPr sz="1000" b="1" spc="-20" dirty="0">
                <a:solidFill>
                  <a:srgbClr val="0F469B"/>
                </a:solidFill>
                <a:latin typeface="Optima"/>
                <a:cs typeface="Calibri"/>
              </a:rPr>
              <a:t> </a:t>
            </a:r>
            <a:r>
              <a:rPr sz="1000" b="1" spc="-5" dirty="0">
                <a:solidFill>
                  <a:srgbClr val="0F469B"/>
                </a:solidFill>
                <a:latin typeface="Optima"/>
                <a:cs typeface="Calibri"/>
              </a:rPr>
              <a:t>systematic</a:t>
            </a:r>
            <a:r>
              <a:rPr sz="1000" b="1" dirty="0">
                <a:solidFill>
                  <a:srgbClr val="0F469B"/>
                </a:solidFill>
                <a:latin typeface="Optima"/>
                <a:cs typeface="Calibri"/>
              </a:rPr>
              <a:t> </a:t>
            </a:r>
            <a:r>
              <a:rPr sz="1000" b="1" spc="-5" dirty="0">
                <a:solidFill>
                  <a:srgbClr val="0F469B"/>
                </a:solidFill>
                <a:latin typeface="Optima"/>
                <a:cs typeface="Calibri"/>
              </a:rPr>
              <a:t>data</a:t>
            </a:r>
            <a:r>
              <a:rPr sz="1000" b="1" spc="-25" dirty="0">
                <a:solidFill>
                  <a:srgbClr val="0F469B"/>
                </a:solidFill>
                <a:latin typeface="Optima"/>
                <a:cs typeface="Calibri"/>
              </a:rPr>
              <a:t> </a:t>
            </a:r>
            <a:r>
              <a:rPr sz="1000" b="1" spc="-5" dirty="0">
                <a:solidFill>
                  <a:srgbClr val="0F469B"/>
                </a:solidFill>
                <a:latin typeface="Optima"/>
                <a:cs typeface="Calibri"/>
              </a:rPr>
              <a:t>flow</a:t>
            </a:r>
            <a:endParaRPr sz="1000">
              <a:latin typeface="Optima"/>
              <a:cs typeface="Calibri"/>
            </a:endParaRPr>
          </a:p>
          <a:p>
            <a:pPr marL="184785" marR="152400" indent="-172720">
              <a:lnSpc>
                <a:spcPct val="125000"/>
              </a:lnSpc>
              <a:spcBef>
                <a:spcPts val="5"/>
              </a:spcBef>
              <a:buFont typeface="Wingdings"/>
              <a:buChar char=""/>
              <a:tabLst>
                <a:tab pos="185420" algn="l"/>
              </a:tabLst>
            </a:pPr>
            <a:r>
              <a:rPr sz="1000" b="1" spc="-5" dirty="0">
                <a:solidFill>
                  <a:srgbClr val="0F469B"/>
                </a:solidFill>
                <a:latin typeface="Optima"/>
                <a:cs typeface="Calibri"/>
              </a:rPr>
              <a:t>Assess, Monitor &amp; Improve the </a:t>
            </a:r>
            <a:r>
              <a:rPr sz="1000" b="1" spc="-215" dirty="0">
                <a:solidFill>
                  <a:srgbClr val="0F469B"/>
                </a:solidFill>
                <a:latin typeface="Optima"/>
                <a:cs typeface="Calibri"/>
              </a:rPr>
              <a:t> </a:t>
            </a:r>
            <a:r>
              <a:rPr sz="1000" b="1" spc="-5" dirty="0">
                <a:solidFill>
                  <a:srgbClr val="0F469B"/>
                </a:solidFill>
                <a:latin typeface="Optima"/>
                <a:cs typeface="Calibri"/>
              </a:rPr>
              <a:t>Data</a:t>
            </a:r>
            <a:r>
              <a:rPr sz="1000" b="1" spc="-15" dirty="0">
                <a:solidFill>
                  <a:srgbClr val="0F469B"/>
                </a:solidFill>
                <a:latin typeface="Optima"/>
                <a:cs typeface="Calibri"/>
              </a:rPr>
              <a:t> </a:t>
            </a:r>
            <a:r>
              <a:rPr sz="1000" b="1" spc="-5" dirty="0">
                <a:solidFill>
                  <a:srgbClr val="0F469B"/>
                </a:solidFill>
                <a:latin typeface="Optima"/>
                <a:cs typeface="Calibri"/>
              </a:rPr>
              <a:t>quality</a:t>
            </a:r>
            <a:endParaRPr sz="1000">
              <a:latin typeface="Optima"/>
              <a:cs typeface="Calibri"/>
            </a:endParaRPr>
          </a:p>
          <a:p>
            <a:pPr marL="184785" marR="88900" indent="-172720">
              <a:lnSpc>
                <a:spcPct val="125000"/>
              </a:lnSpc>
              <a:buFont typeface="Wingdings"/>
              <a:buChar char=""/>
              <a:tabLst>
                <a:tab pos="185420" algn="l"/>
              </a:tabLst>
            </a:pPr>
            <a:r>
              <a:rPr sz="1000" b="1" spc="-5" dirty="0">
                <a:solidFill>
                  <a:srgbClr val="0F469B"/>
                </a:solidFill>
                <a:latin typeface="Optima"/>
                <a:cs typeface="Calibri"/>
              </a:rPr>
              <a:t>Establish centralized teams with </a:t>
            </a:r>
            <a:r>
              <a:rPr sz="1000" b="1" spc="-215" dirty="0">
                <a:solidFill>
                  <a:srgbClr val="0F469B"/>
                </a:solidFill>
                <a:latin typeface="Optima"/>
                <a:cs typeface="Calibri"/>
              </a:rPr>
              <a:t> </a:t>
            </a:r>
            <a:r>
              <a:rPr sz="1000" b="1" spc="-5" dirty="0">
                <a:solidFill>
                  <a:srgbClr val="0F469B"/>
                </a:solidFill>
                <a:latin typeface="Optima"/>
                <a:cs typeface="Calibri"/>
              </a:rPr>
              <a:t>strategic objectives for various </a:t>
            </a:r>
            <a:r>
              <a:rPr sz="1000" b="1" dirty="0">
                <a:solidFill>
                  <a:srgbClr val="0F469B"/>
                </a:solidFill>
                <a:latin typeface="Optima"/>
                <a:cs typeface="Calibri"/>
              </a:rPr>
              <a:t> </a:t>
            </a:r>
            <a:r>
              <a:rPr sz="1000" b="1" spc="-5" dirty="0">
                <a:solidFill>
                  <a:srgbClr val="0F469B"/>
                </a:solidFill>
                <a:latin typeface="Optima"/>
                <a:cs typeface="Calibri"/>
              </a:rPr>
              <a:t>process</a:t>
            </a:r>
            <a:endParaRPr sz="1000">
              <a:latin typeface="Optima"/>
              <a:cs typeface="Calibri"/>
            </a:endParaRPr>
          </a:p>
          <a:p>
            <a:pPr marL="184785" indent="-172720">
              <a:lnSpc>
                <a:spcPct val="100000"/>
              </a:lnSpc>
              <a:spcBef>
                <a:spcPts val="300"/>
              </a:spcBef>
              <a:buFont typeface="Wingdings"/>
              <a:buChar char=""/>
              <a:tabLst>
                <a:tab pos="185420" algn="l"/>
              </a:tabLst>
            </a:pPr>
            <a:r>
              <a:rPr sz="1000" b="1" spc="-5" dirty="0">
                <a:solidFill>
                  <a:srgbClr val="0F469B"/>
                </a:solidFill>
                <a:latin typeface="Optima"/>
                <a:cs typeface="Calibri"/>
              </a:rPr>
              <a:t>Enforce</a:t>
            </a:r>
            <a:r>
              <a:rPr sz="1000" b="1" spc="-20" dirty="0">
                <a:solidFill>
                  <a:srgbClr val="0F469B"/>
                </a:solidFill>
                <a:latin typeface="Optima"/>
                <a:cs typeface="Calibri"/>
              </a:rPr>
              <a:t> </a:t>
            </a:r>
            <a:r>
              <a:rPr sz="1000" b="1" spc="-5" dirty="0">
                <a:solidFill>
                  <a:srgbClr val="0F469B"/>
                </a:solidFill>
                <a:latin typeface="Optima"/>
                <a:cs typeface="Calibri"/>
              </a:rPr>
              <a:t>the</a:t>
            </a:r>
            <a:r>
              <a:rPr sz="1000" b="1" spc="5" dirty="0">
                <a:solidFill>
                  <a:srgbClr val="0F469B"/>
                </a:solidFill>
                <a:latin typeface="Optima"/>
                <a:cs typeface="Calibri"/>
              </a:rPr>
              <a:t> </a:t>
            </a:r>
            <a:r>
              <a:rPr sz="1000" b="1" spc="-5" dirty="0">
                <a:solidFill>
                  <a:srgbClr val="0F469B"/>
                </a:solidFill>
                <a:latin typeface="Optima"/>
                <a:cs typeface="Calibri"/>
              </a:rPr>
              <a:t>governance</a:t>
            </a:r>
            <a:r>
              <a:rPr sz="1000" b="1" spc="-30" dirty="0">
                <a:solidFill>
                  <a:srgbClr val="0F469B"/>
                </a:solidFill>
                <a:latin typeface="Optima"/>
                <a:cs typeface="Calibri"/>
              </a:rPr>
              <a:t> </a:t>
            </a:r>
            <a:r>
              <a:rPr sz="1000" b="1" spc="-10" dirty="0">
                <a:solidFill>
                  <a:srgbClr val="0F469B"/>
                </a:solidFill>
                <a:latin typeface="Optima"/>
                <a:cs typeface="Calibri"/>
              </a:rPr>
              <a:t>principles</a:t>
            </a:r>
            <a:endParaRPr sz="1000">
              <a:latin typeface="Optima"/>
              <a:cs typeface="Calibri"/>
            </a:endParaRPr>
          </a:p>
          <a:p>
            <a:pPr marL="184785">
              <a:lnSpc>
                <a:spcPct val="100000"/>
              </a:lnSpc>
              <a:spcBef>
                <a:spcPts val="300"/>
              </a:spcBef>
            </a:pPr>
            <a:r>
              <a:rPr sz="1000" b="1" spc="-5" dirty="0">
                <a:solidFill>
                  <a:srgbClr val="0F469B"/>
                </a:solidFill>
                <a:latin typeface="Optima"/>
                <a:cs typeface="Calibri"/>
              </a:rPr>
              <a:t>across</a:t>
            </a:r>
            <a:r>
              <a:rPr sz="1000" b="1" spc="-45" dirty="0">
                <a:solidFill>
                  <a:srgbClr val="0F469B"/>
                </a:solidFill>
                <a:latin typeface="Optima"/>
                <a:cs typeface="Calibri"/>
              </a:rPr>
              <a:t> </a:t>
            </a:r>
            <a:r>
              <a:rPr sz="1000" b="1" spc="-5" dirty="0">
                <a:solidFill>
                  <a:srgbClr val="0F469B"/>
                </a:solidFill>
                <a:latin typeface="Optima"/>
                <a:cs typeface="Calibri"/>
              </a:rPr>
              <a:t>the</a:t>
            </a:r>
            <a:r>
              <a:rPr sz="1000" b="1" spc="-15" dirty="0">
                <a:solidFill>
                  <a:srgbClr val="0F469B"/>
                </a:solidFill>
                <a:latin typeface="Optima"/>
                <a:cs typeface="Calibri"/>
              </a:rPr>
              <a:t> </a:t>
            </a:r>
            <a:r>
              <a:rPr sz="1000" b="1" spc="-5" dirty="0">
                <a:solidFill>
                  <a:srgbClr val="0F469B"/>
                </a:solidFill>
                <a:latin typeface="Optima"/>
                <a:cs typeface="Calibri"/>
              </a:rPr>
              <a:t>organization</a:t>
            </a:r>
            <a:endParaRPr sz="1000">
              <a:latin typeface="Optima"/>
              <a:cs typeface="Calibri"/>
            </a:endParaRPr>
          </a:p>
        </p:txBody>
      </p:sp>
      <p:sp>
        <p:nvSpPr>
          <p:cNvPr id="34" name="object 34"/>
          <p:cNvSpPr txBox="1"/>
          <p:nvPr/>
        </p:nvSpPr>
        <p:spPr>
          <a:xfrm>
            <a:off x="360984" y="6559397"/>
            <a:ext cx="46545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Optima"/>
                <a:cs typeface="Calibri"/>
              </a:rPr>
              <a:t>P</a:t>
            </a:r>
            <a:r>
              <a:rPr sz="1600" dirty="0">
                <a:solidFill>
                  <a:srgbClr val="FFFFFF"/>
                </a:solidFill>
                <a:latin typeface="Optima"/>
                <a:cs typeface="Calibri"/>
              </a:rPr>
              <a:t>i</a:t>
            </a:r>
            <a:r>
              <a:rPr sz="1600" spc="-10" dirty="0">
                <a:solidFill>
                  <a:srgbClr val="FFFFFF"/>
                </a:solidFill>
                <a:latin typeface="Optima"/>
                <a:cs typeface="Calibri"/>
              </a:rPr>
              <a:t>Log</a:t>
            </a:r>
            <a:endParaRPr sz="1600" dirty="0">
              <a:latin typeface="Optima"/>
              <a:cs typeface="Calibri"/>
            </a:endParaRPr>
          </a:p>
        </p:txBody>
      </p:sp>
      <p:sp>
        <p:nvSpPr>
          <p:cNvPr id="35" name="object 35"/>
          <p:cNvSpPr txBox="1"/>
          <p:nvPr/>
        </p:nvSpPr>
        <p:spPr>
          <a:xfrm>
            <a:off x="11982704" y="6623405"/>
            <a:ext cx="180975"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Optima"/>
                <a:cs typeface="Calibri"/>
              </a:rPr>
              <a:t>12</a:t>
            </a:r>
            <a:endParaRPr sz="1200">
              <a:latin typeface="Optima"/>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70" y="167132"/>
            <a:ext cx="9150985" cy="376555"/>
          </a:xfrm>
          <a:prstGeom prst="rect">
            <a:avLst/>
          </a:prstGeom>
        </p:spPr>
        <p:txBody>
          <a:bodyPr vert="horz" wrap="square" lIns="0" tIns="12700" rIns="0" bIns="0" rtlCol="0">
            <a:spAutoFit/>
          </a:bodyPr>
          <a:lstStyle/>
          <a:p>
            <a:pPr marL="12700">
              <a:lnSpc>
                <a:spcPct val="100000"/>
              </a:lnSpc>
              <a:spcBef>
                <a:spcPts val="100"/>
              </a:spcBef>
            </a:pPr>
            <a:r>
              <a:rPr sz="2300" spc="-15" dirty="0">
                <a:solidFill>
                  <a:srgbClr val="0F469B"/>
                </a:solidFill>
                <a:latin typeface="Optima"/>
              </a:rPr>
              <a:t>Data</a:t>
            </a:r>
            <a:r>
              <a:rPr sz="2300" dirty="0">
                <a:solidFill>
                  <a:srgbClr val="0F469B"/>
                </a:solidFill>
                <a:latin typeface="Optima"/>
              </a:rPr>
              <a:t> </a:t>
            </a:r>
            <a:r>
              <a:rPr sz="2300" spc="-5" dirty="0">
                <a:solidFill>
                  <a:srgbClr val="00AF50"/>
                </a:solidFill>
                <a:latin typeface="Optima"/>
              </a:rPr>
              <a:t>Quality </a:t>
            </a:r>
            <a:r>
              <a:rPr sz="2300" dirty="0">
                <a:solidFill>
                  <a:srgbClr val="0F469B"/>
                </a:solidFill>
                <a:latin typeface="Optima"/>
              </a:rPr>
              <a:t>Hub</a:t>
            </a:r>
            <a:r>
              <a:rPr sz="2300" spc="5" dirty="0">
                <a:solidFill>
                  <a:srgbClr val="0F469B"/>
                </a:solidFill>
                <a:latin typeface="Optima"/>
              </a:rPr>
              <a:t> </a:t>
            </a:r>
            <a:r>
              <a:rPr sz="2300" dirty="0">
                <a:solidFill>
                  <a:srgbClr val="0F469B"/>
                </a:solidFill>
                <a:latin typeface="Optima"/>
              </a:rPr>
              <a:t>(PD</a:t>
            </a:r>
            <a:r>
              <a:rPr sz="2300" dirty="0">
                <a:solidFill>
                  <a:srgbClr val="00AF50"/>
                </a:solidFill>
                <a:latin typeface="Optima"/>
              </a:rPr>
              <a:t>Q</a:t>
            </a:r>
            <a:r>
              <a:rPr sz="2300" dirty="0">
                <a:solidFill>
                  <a:srgbClr val="0F469B"/>
                </a:solidFill>
                <a:latin typeface="Optima"/>
              </a:rPr>
              <a:t>H):</a:t>
            </a:r>
            <a:r>
              <a:rPr sz="2300" spc="-10" dirty="0">
                <a:solidFill>
                  <a:srgbClr val="0F469B"/>
                </a:solidFill>
                <a:latin typeface="Optima"/>
              </a:rPr>
              <a:t> </a:t>
            </a:r>
            <a:r>
              <a:rPr sz="2300" dirty="0">
                <a:solidFill>
                  <a:srgbClr val="0F469B"/>
                </a:solidFill>
                <a:latin typeface="Optima"/>
              </a:rPr>
              <a:t>End</a:t>
            </a:r>
            <a:r>
              <a:rPr sz="2300" spc="5" dirty="0">
                <a:solidFill>
                  <a:srgbClr val="0F469B"/>
                </a:solidFill>
                <a:latin typeface="Optima"/>
              </a:rPr>
              <a:t> </a:t>
            </a:r>
            <a:r>
              <a:rPr sz="2300" spc="-15" dirty="0">
                <a:solidFill>
                  <a:srgbClr val="0F469B"/>
                </a:solidFill>
                <a:latin typeface="Optima"/>
              </a:rPr>
              <a:t>to</a:t>
            </a:r>
            <a:r>
              <a:rPr sz="2300" spc="10" dirty="0">
                <a:solidFill>
                  <a:srgbClr val="0F469B"/>
                </a:solidFill>
                <a:latin typeface="Optima"/>
              </a:rPr>
              <a:t> </a:t>
            </a:r>
            <a:r>
              <a:rPr sz="2300" dirty="0">
                <a:solidFill>
                  <a:srgbClr val="0F469B"/>
                </a:solidFill>
                <a:latin typeface="Optima"/>
              </a:rPr>
              <a:t>End</a:t>
            </a:r>
            <a:r>
              <a:rPr sz="2300" spc="5" dirty="0">
                <a:solidFill>
                  <a:srgbClr val="0F469B"/>
                </a:solidFill>
                <a:latin typeface="Optima"/>
              </a:rPr>
              <a:t> </a:t>
            </a:r>
            <a:r>
              <a:rPr sz="2300" spc="-10" dirty="0">
                <a:solidFill>
                  <a:srgbClr val="0F469B"/>
                </a:solidFill>
                <a:latin typeface="Optima"/>
              </a:rPr>
              <a:t>Data</a:t>
            </a:r>
            <a:r>
              <a:rPr sz="2300" spc="5" dirty="0">
                <a:solidFill>
                  <a:srgbClr val="0F469B"/>
                </a:solidFill>
                <a:latin typeface="Optima"/>
              </a:rPr>
              <a:t> </a:t>
            </a:r>
            <a:r>
              <a:rPr sz="2300" spc="-10" dirty="0">
                <a:solidFill>
                  <a:srgbClr val="0F469B"/>
                </a:solidFill>
                <a:latin typeface="Optima"/>
              </a:rPr>
              <a:t>lifecycle</a:t>
            </a:r>
            <a:r>
              <a:rPr sz="2300" spc="-15" dirty="0">
                <a:solidFill>
                  <a:srgbClr val="0F469B"/>
                </a:solidFill>
                <a:latin typeface="Optima"/>
              </a:rPr>
              <a:t> </a:t>
            </a:r>
            <a:r>
              <a:rPr sz="2300" spc="-10" dirty="0">
                <a:solidFill>
                  <a:srgbClr val="0F469B"/>
                </a:solidFill>
                <a:latin typeface="Optima"/>
              </a:rPr>
              <a:t>management</a:t>
            </a:r>
            <a:r>
              <a:rPr sz="2300" spc="5" dirty="0">
                <a:solidFill>
                  <a:srgbClr val="0F469B"/>
                </a:solidFill>
                <a:latin typeface="Optima"/>
              </a:rPr>
              <a:t> </a:t>
            </a:r>
            <a:r>
              <a:rPr sz="2300" dirty="0">
                <a:solidFill>
                  <a:srgbClr val="0F469B"/>
                </a:solidFill>
                <a:latin typeface="Optima"/>
              </a:rPr>
              <a:t>solution…</a:t>
            </a:r>
            <a:endParaRPr sz="2300" dirty="0">
              <a:latin typeface="Optima"/>
            </a:endParaRPr>
          </a:p>
        </p:txBody>
      </p:sp>
      <p:grpSp>
        <p:nvGrpSpPr>
          <p:cNvPr id="3" name="object 3"/>
          <p:cNvGrpSpPr/>
          <p:nvPr/>
        </p:nvGrpSpPr>
        <p:grpSpPr>
          <a:xfrm>
            <a:off x="1287780" y="1205483"/>
            <a:ext cx="7441565" cy="5110480"/>
            <a:chOff x="1287780" y="1205483"/>
            <a:chExt cx="7441565" cy="5110480"/>
          </a:xfrm>
        </p:grpSpPr>
        <p:pic>
          <p:nvPicPr>
            <p:cNvPr id="4" name="object 4"/>
            <p:cNvPicPr/>
            <p:nvPr/>
          </p:nvPicPr>
          <p:blipFill>
            <a:blip r:embed="rId2" cstate="print"/>
            <a:stretch>
              <a:fillRect/>
            </a:stretch>
          </p:blipFill>
          <p:spPr>
            <a:xfrm>
              <a:off x="1287780" y="1205483"/>
              <a:ext cx="106616" cy="5109972"/>
            </a:xfrm>
            <a:prstGeom prst="rect">
              <a:avLst/>
            </a:prstGeom>
          </p:spPr>
        </p:pic>
        <p:sp>
          <p:nvSpPr>
            <p:cNvPr id="5" name="object 5"/>
            <p:cNvSpPr/>
            <p:nvPr/>
          </p:nvSpPr>
          <p:spPr>
            <a:xfrm>
              <a:off x="1343406" y="1227581"/>
              <a:ext cx="7373620" cy="5017135"/>
            </a:xfrm>
            <a:custGeom>
              <a:avLst/>
              <a:gdLst/>
              <a:ahLst/>
              <a:cxnLst/>
              <a:rect l="l" t="t" r="r" b="b"/>
              <a:pathLst>
                <a:path w="7373620" h="5017135">
                  <a:moveTo>
                    <a:pt x="0" y="0"/>
                  </a:moveTo>
                  <a:lnTo>
                    <a:pt x="0" y="5017084"/>
                  </a:lnTo>
                </a:path>
                <a:path w="7373620" h="5017135">
                  <a:moveTo>
                    <a:pt x="528827" y="1374393"/>
                  </a:moveTo>
                  <a:lnTo>
                    <a:pt x="531101" y="1326579"/>
                  </a:lnTo>
                  <a:lnTo>
                    <a:pt x="537783" y="1280049"/>
                  </a:lnTo>
                  <a:lnTo>
                    <a:pt x="548666" y="1235011"/>
                  </a:lnTo>
                  <a:lnTo>
                    <a:pt x="563540" y="1191673"/>
                  </a:lnTo>
                  <a:lnTo>
                    <a:pt x="582198" y="1150245"/>
                  </a:lnTo>
                  <a:lnTo>
                    <a:pt x="604432" y="1110934"/>
                  </a:lnTo>
                  <a:lnTo>
                    <a:pt x="630032" y="1073948"/>
                  </a:lnTo>
                  <a:lnTo>
                    <a:pt x="658791" y="1039497"/>
                  </a:lnTo>
                  <a:lnTo>
                    <a:pt x="690501" y="1007787"/>
                  </a:lnTo>
                  <a:lnTo>
                    <a:pt x="724952" y="979028"/>
                  </a:lnTo>
                  <a:lnTo>
                    <a:pt x="761938" y="953428"/>
                  </a:lnTo>
                  <a:lnTo>
                    <a:pt x="801249" y="931194"/>
                  </a:lnTo>
                  <a:lnTo>
                    <a:pt x="842677" y="912536"/>
                  </a:lnTo>
                  <a:lnTo>
                    <a:pt x="886015" y="897662"/>
                  </a:lnTo>
                  <a:lnTo>
                    <a:pt x="931053" y="886779"/>
                  </a:lnTo>
                  <a:lnTo>
                    <a:pt x="977583" y="880097"/>
                  </a:lnTo>
                  <a:lnTo>
                    <a:pt x="1025398" y="877823"/>
                  </a:lnTo>
                  <a:lnTo>
                    <a:pt x="6876542" y="877823"/>
                  </a:lnTo>
                  <a:lnTo>
                    <a:pt x="6924356" y="880097"/>
                  </a:lnTo>
                  <a:lnTo>
                    <a:pt x="6970886" y="886779"/>
                  </a:lnTo>
                  <a:lnTo>
                    <a:pt x="7015924" y="897662"/>
                  </a:lnTo>
                  <a:lnTo>
                    <a:pt x="7059262" y="912536"/>
                  </a:lnTo>
                  <a:lnTo>
                    <a:pt x="7100690" y="931194"/>
                  </a:lnTo>
                  <a:lnTo>
                    <a:pt x="7140001" y="953428"/>
                  </a:lnTo>
                  <a:lnTo>
                    <a:pt x="7176987" y="979028"/>
                  </a:lnTo>
                  <a:lnTo>
                    <a:pt x="7211438" y="1007787"/>
                  </a:lnTo>
                  <a:lnTo>
                    <a:pt x="7243148" y="1039497"/>
                  </a:lnTo>
                  <a:lnTo>
                    <a:pt x="7271907" y="1073948"/>
                  </a:lnTo>
                  <a:lnTo>
                    <a:pt x="7297507" y="1110934"/>
                  </a:lnTo>
                  <a:lnTo>
                    <a:pt x="7319741" y="1150245"/>
                  </a:lnTo>
                  <a:lnTo>
                    <a:pt x="7338399" y="1191673"/>
                  </a:lnTo>
                  <a:lnTo>
                    <a:pt x="7353273" y="1235011"/>
                  </a:lnTo>
                  <a:lnTo>
                    <a:pt x="7364156" y="1280049"/>
                  </a:lnTo>
                  <a:lnTo>
                    <a:pt x="7370838" y="1326579"/>
                  </a:lnTo>
                  <a:lnTo>
                    <a:pt x="7373112" y="1374393"/>
                  </a:lnTo>
                  <a:lnTo>
                    <a:pt x="7373112" y="3360674"/>
                  </a:lnTo>
                  <a:lnTo>
                    <a:pt x="7370838" y="3408488"/>
                  </a:lnTo>
                  <a:lnTo>
                    <a:pt x="7364156" y="3455018"/>
                  </a:lnTo>
                  <a:lnTo>
                    <a:pt x="7353273" y="3500056"/>
                  </a:lnTo>
                  <a:lnTo>
                    <a:pt x="7338399" y="3543394"/>
                  </a:lnTo>
                  <a:lnTo>
                    <a:pt x="7319741" y="3584822"/>
                  </a:lnTo>
                  <a:lnTo>
                    <a:pt x="7297507" y="3624133"/>
                  </a:lnTo>
                  <a:lnTo>
                    <a:pt x="7271907" y="3661119"/>
                  </a:lnTo>
                  <a:lnTo>
                    <a:pt x="7243148" y="3695570"/>
                  </a:lnTo>
                  <a:lnTo>
                    <a:pt x="7211438" y="3727280"/>
                  </a:lnTo>
                  <a:lnTo>
                    <a:pt x="7176987" y="3756039"/>
                  </a:lnTo>
                  <a:lnTo>
                    <a:pt x="7140001" y="3781639"/>
                  </a:lnTo>
                  <a:lnTo>
                    <a:pt x="7100690" y="3803873"/>
                  </a:lnTo>
                  <a:lnTo>
                    <a:pt x="7059262" y="3822531"/>
                  </a:lnTo>
                  <a:lnTo>
                    <a:pt x="7015924" y="3837405"/>
                  </a:lnTo>
                  <a:lnTo>
                    <a:pt x="6970886" y="3848288"/>
                  </a:lnTo>
                  <a:lnTo>
                    <a:pt x="6924356" y="3854970"/>
                  </a:lnTo>
                  <a:lnTo>
                    <a:pt x="6876542" y="3857243"/>
                  </a:lnTo>
                  <a:lnTo>
                    <a:pt x="1025398" y="3857243"/>
                  </a:lnTo>
                  <a:lnTo>
                    <a:pt x="977583" y="3854970"/>
                  </a:lnTo>
                  <a:lnTo>
                    <a:pt x="931053" y="3848288"/>
                  </a:lnTo>
                  <a:lnTo>
                    <a:pt x="886015" y="3837405"/>
                  </a:lnTo>
                  <a:lnTo>
                    <a:pt x="842677" y="3822531"/>
                  </a:lnTo>
                  <a:lnTo>
                    <a:pt x="801249" y="3803873"/>
                  </a:lnTo>
                  <a:lnTo>
                    <a:pt x="761938" y="3781639"/>
                  </a:lnTo>
                  <a:lnTo>
                    <a:pt x="724952" y="3756039"/>
                  </a:lnTo>
                  <a:lnTo>
                    <a:pt x="690501" y="3727280"/>
                  </a:lnTo>
                  <a:lnTo>
                    <a:pt x="658791" y="3695570"/>
                  </a:lnTo>
                  <a:lnTo>
                    <a:pt x="630032" y="3661119"/>
                  </a:lnTo>
                  <a:lnTo>
                    <a:pt x="604432" y="3624133"/>
                  </a:lnTo>
                  <a:lnTo>
                    <a:pt x="582198" y="3584822"/>
                  </a:lnTo>
                  <a:lnTo>
                    <a:pt x="563540" y="3543394"/>
                  </a:lnTo>
                  <a:lnTo>
                    <a:pt x="548666" y="3500056"/>
                  </a:lnTo>
                  <a:lnTo>
                    <a:pt x="537783" y="3455018"/>
                  </a:lnTo>
                  <a:lnTo>
                    <a:pt x="531101" y="3408488"/>
                  </a:lnTo>
                  <a:lnTo>
                    <a:pt x="528827" y="3360674"/>
                  </a:lnTo>
                  <a:lnTo>
                    <a:pt x="528827" y="1374393"/>
                  </a:lnTo>
                  <a:close/>
                </a:path>
              </a:pathLst>
            </a:custGeom>
            <a:ln w="25400">
              <a:solidFill>
                <a:srgbClr val="0F469B"/>
              </a:solidFill>
            </a:ln>
          </p:spPr>
          <p:txBody>
            <a:bodyPr wrap="square" lIns="0" tIns="0" rIns="0" bIns="0" rtlCol="0"/>
            <a:lstStyle/>
            <a:p>
              <a:endParaRPr>
                <a:latin typeface="Optima"/>
              </a:endParaRPr>
            </a:p>
          </p:txBody>
        </p:sp>
        <p:pic>
          <p:nvPicPr>
            <p:cNvPr id="6" name="object 6"/>
            <p:cNvPicPr/>
            <p:nvPr/>
          </p:nvPicPr>
          <p:blipFill>
            <a:blip r:embed="rId3" cstate="print"/>
            <a:stretch>
              <a:fillRect/>
            </a:stretch>
          </p:blipFill>
          <p:spPr>
            <a:xfrm>
              <a:off x="1932419" y="3832860"/>
              <a:ext cx="6702576" cy="1141487"/>
            </a:xfrm>
            <a:prstGeom prst="rect">
              <a:avLst/>
            </a:prstGeom>
          </p:spPr>
        </p:pic>
        <p:pic>
          <p:nvPicPr>
            <p:cNvPr id="7" name="object 7"/>
            <p:cNvPicPr/>
            <p:nvPr/>
          </p:nvPicPr>
          <p:blipFill>
            <a:blip r:embed="rId4" cstate="print"/>
            <a:stretch>
              <a:fillRect/>
            </a:stretch>
          </p:blipFill>
          <p:spPr>
            <a:xfrm>
              <a:off x="1970531" y="3851148"/>
              <a:ext cx="6630924" cy="1069847"/>
            </a:xfrm>
            <a:prstGeom prst="rect">
              <a:avLst/>
            </a:prstGeom>
          </p:spPr>
        </p:pic>
        <p:sp>
          <p:nvSpPr>
            <p:cNvPr id="8" name="object 8"/>
            <p:cNvSpPr/>
            <p:nvPr/>
          </p:nvSpPr>
          <p:spPr>
            <a:xfrm>
              <a:off x="1970531" y="3851148"/>
              <a:ext cx="6631305" cy="1069975"/>
            </a:xfrm>
            <a:custGeom>
              <a:avLst/>
              <a:gdLst/>
              <a:ahLst/>
              <a:cxnLst/>
              <a:rect l="l" t="t" r="r" b="b"/>
              <a:pathLst>
                <a:path w="6631305" h="1069975">
                  <a:moveTo>
                    <a:pt x="0" y="178307"/>
                  </a:moveTo>
                  <a:lnTo>
                    <a:pt x="6372" y="130924"/>
                  </a:lnTo>
                  <a:lnTo>
                    <a:pt x="24355" y="88335"/>
                  </a:lnTo>
                  <a:lnTo>
                    <a:pt x="52244" y="52244"/>
                  </a:lnTo>
                  <a:lnTo>
                    <a:pt x="88335" y="24355"/>
                  </a:lnTo>
                  <a:lnTo>
                    <a:pt x="130924" y="6372"/>
                  </a:lnTo>
                  <a:lnTo>
                    <a:pt x="178307" y="0"/>
                  </a:lnTo>
                  <a:lnTo>
                    <a:pt x="6452616" y="0"/>
                  </a:lnTo>
                  <a:lnTo>
                    <a:pt x="6499999" y="6372"/>
                  </a:lnTo>
                  <a:lnTo>
                    <a:pt x="6542588" y="24355"/>
                  </a:lnTo>
                  <a:lnTo>
                    <a:pt x="6578679" y="52244"/>
                  </a:lnTo>
                  <a:lnTo>
                    <a:pt x="6606568" y="88335"/>
                  </a:lnTo>
                  <a:lnTo>
                    <a:pt x="6624551" y="130924"/>
                  </a:lnTo>
                  <a:lnTo>
                    <a:pt x="6630924" y="178307"/>
                  </a:lnTo>
                  <a:lnTo>
                    <a:pt x="6630924" y="891539"/>
                  </a:lnTo>
                  <a:lnTo>
                    <a:pt x="6624551" y="938923"/>
                  </a:lnTo>
                  <a:lnTo>
                    <a:pt x="6606568" y="981512"/>
                  </a:lnTo>
                  <a:lnTo>
                    <a:pt x="6578679" y="1017603"/>
                  </a:lnTo>
                  <a:lnTo>
                    <a:pt x="6542588" y="1045492"/>
                  </a:lnTo>
                  <a:lnTo>
                    <a:pt x="6499999" y="1063475"/>
                  </a:lnTo>
                  <a:lnTo>
                    <a:pt x="6452616" y="1069847"/>
                  </a:lnTo>
                  <a:lnTo>
                    <a:pt x="178307" y="1069847"/>
                  </a:lnTo>
                  <a:lnTo>
                    <a:pt x="130924" y="1063475"/>
                  </a:lnTo>
                  <a:lnTo>
                    <a:pt x="88335" y="1045492"/>
                  </a:lnTo>
                  <a:lnTo>
                    <a:pt x="52244" y="1017603"/>
                  </a:lnTo>
                  <a:lnTo>
                    <a:pt x="24355" y="981512"/>
                  </a:lnTo>
                  <a:lnTo>
                    <a:pt x="6372" y="938923"/>
                  </a:lnTo>
                  <a:lnTo>
                    <a:pt x="0" y="891539"/>
                  </a:lnTo>
                  <a:lnTo>
                    <a:pt x="0" y="178307"/>
                  </a:lnTo>
                  <a:close/>
                </a:path>
              </a:pathLst>
            </a:custGeom>
            <a:ln w="9525">
              <a:solidFill>
                <a:srgbClr val="4F6128"/>
              </a:solidFill>
            </a:ln>
          </p:spPr>
          <p:txBody>
            <a:bodyPr wrap="square" lIns="0" tIns="0" rIns="0" bIns="0" rtlCol="0"/>
            <a:lstStyle/>
            <a:p>
              <a:endParaRPr>
                <a:latin typeface="Optima"/>
              </a:endParaRPr>
            </a:p>
          </p:txBody>
        </p:sp>
      </p:grpSp>
      <p:sp>
        <p:nvSpPr>
          <p:cNvPr id="9" name="object 9"/>
          <p:cNvSpPr txBox="1"/>
          <p:nvPr/>
        </p:nvSpPr>
        <p:spPr>
          <a:xfrm>
            <a:off x="4019550" y="3835400"/>
            <a:ext cx="2586990" cy="421640"/>
          </a:xfrm>
          <a:prstGeom prst="rect">
            <a:avLst/>
          </a:prstGeom>
        </p:spPr>
        <p:txBody>
          <a:bodyPr vert="horz" wrap="square" lIns="0" tIns="12065" rIns="0" bIns="0" rtlCol="0">
            <a:spAutoFit/>
          </a:bodyPr>
          <a:lstStyle/>
          <a:p>
            <a:pPr marL="533400" marR="5080" indent="-521334">
              <a:lnSpc>
                <a:spcPct val="100000"/>
              </a:lnSpc>
              <a:spcBef>
                <a:spcPts val="95"/>
              </a:spcBef>
            </a:pPr>
            <a:r>
              <a:rPr sz="1300" b="1" spc="-15" dirty="0">
                <a:latin typeface="Optima"/>
                <a:cs typeface="Calibri"/>
              </a:rPr>
              <a:t>Master</a:t>
            </a:r>
            <a:r>
              <a:rPr sz="1300" b="1" spc="5" dirty="0">
                <a:latin typeface="Optima"/>
                <a:cs typeface="Calibri"/>
              </a:rPr>
              <a:t> </a:t>
            </a:r>
            <a:r>
              <a:rPr sz="1300" b="1" spc="-15" dirty="0">
                <a:latin typeface="Optima"/>
                <a:cs typeface="Calibri"/>
              </a:rPr>
              <a:t>Data</a:t>
            </a:r>
            <a:r>
              <a:rPr sz="1300" b="1" spc="20" dirty="0">
                <a:latin typeface="Optima"/>
                <a:cs typeface="Calibri"/>
              </a:rPr>
              <a:t> </a:t>
            </a:r>
            <a:r>
              <a:rPr sz="1300" b="1" spc="-5" dirty="0">
                <a:latin typeface="Optima"/>
                <a:cs typeface="Calibri"/>
              </a:rPr>
              <a:t>Cleansing</a:t>
            </a:r>
            <a:r>
              <a:rPr sz="1300" b="1" spc="10" dirty="0">
                <a:latin typeface="Optima"/>
                <a:cs typeface="Calibri"/>
              </a:rPr>
              <a:t> </a:t>
            </a:r>
            <a:r>
              <a:rPr sz="1300" b="1" spc="-5" dirty="0">
                <a:latin typeface="Optima"/>
                <a:cs typeface="Calibri"/>
              </a:rPr>
              <a:t>solution(iDHS) </a:t>
            </a:r>
            <a:r>
              <a:rPr sz="1300" b="1" spc="-280" dirty="0">
                <a:latin typeface="Optima"/>
                <a:cs typeface="Calibri"/>
              </a:rPr>
              <a:t> </a:t>
            </a:r>
            <a:r>
              <a:rPr sz="1300" b="1" spc="-10" dirty="0">
                <a:latin typeface="Optima"/>
                <a:cs typeface="Calibri"/>
              </a:rPr>
              <a:t>[iData</a:t>
            </a:r>
            <a:r>
              <a:rPr sz="1300" b="1" spc="20" dirty="0">
                <a:latin typeface="Optima"/>
                <a:cs typeface="Calibri"/>
              </a:rPr>
              <a:t> </a:t>
            </a:r>
            <a:r>
              <a:rPr sz="1300" b="1" spc="-10" dirty="0">
                <a:latin typeface="Optima"/>
                <a:cs typeface="Calibri"/>
              </a:rPr>
              <a:t>Harmonization]</a:t>
            </a:r>
            <a:endParaRPr sz="1300">
              <a:latin typeface="Optima"/>
              <a:cs typeface="Calibri"/>
            </a:endParaRPr>
          </a:p>
        </p:txBody>
      </p:sp>
      <p:grpSp>
        <p:nvGrpSpPr>
          <p:cNvPr id="10" name="object 10"/>
          <p:cNvGrpSpPr/>
          <p:nvPr/>
        </p:nvGrpSpPr>
        <p:grpSpPr>
          <a:xfrm>
            <a:off x="2124455" y="4247400"/>
            <a:ext cx="1271270" cy="673735"/>
            <a:chOff x="2124455" y="4247400"/>
            <a:chExt cx="1271270" cy="673735"/>
          </a:xfrm>
        </p:grpSpPr>
        <p:pic>
          <p:nvPicPr>
            <p:cNvPr id="11" name="object 11"/>
            <p:cNvPicPr/>
            <p:nvPr/>
          </p:nvPicPr>
          <p:blipFill>
            <a:blip r:embed="rId5" cstate="print"/>
            <a:stretch>
              <a:fillRect/>
            </a:stretch>
          </p:blipFill>
          <p:spPr>
            <a:xfrm>
              <a:off x="2124455" y="4247400"/>
              <a:ext cx="1271016" cy="673595"/>
            </a:xfrm>
            <a:prstGeom prst="rect">
              <a:avLst/>
            </a:prstGeom>
          </p:spPr>
        </p:pic>
        <p:pic>
          <p:nvPicPr>
            <p:cNvPr id="12" name="object 12"/>
            <p:cNvPicPr/>
            <p:nvPr/>
          </p:nvPicPr>
          <p:blipFill>
            <a:blip r:embed="rId6" cstate="print"/>
            <a:stretch>
              <a:fillRect/>
            </a:stretch>
          </p:blipFill>
          <p:spPr>
            <a:xfrm>
              <a:off x="2171699" y="4274820"/>
              <a:ext cx="1181100" cy="583692"/>
            </a:xfrm>
            <a:prstGeom prst="rect">
              <a:avLst/>
            </a:prstGeom>
          </p:spPr>
        </p:pic>
        <p:sp>
          <p:nvSpPr>
            <p:cNvPr id="13" name="object 13"/>
            <p:cNvSpPr/>
            <p:nvPr/>
          </p:nvSpPr>
          <p:spPr>
            <a:xfrm>
              <a:off x="2171699" y="4274820"/>
              <a:ext cx="1181100" cy="584200"/>
            </a:xfrm>
            <a:custGeom>
              <a:avLst/>
              <a:gdLst/>
              <a:ahLst/>
              <a:cxnLst/>
              <a:rect l="l" t="t" r="r" b="b"/>
              <a:pathLst>
                <a:path w="1181100" h="584200">
                  <a:moveTo>
                    <a:pt x="0" y="97281"/>
                  </a:moveTo>
                  <a:lnTo>
                    <a:pt x="7645" y="59418"/>
                  </a:lnTo>
                  <a:lnTo>
                    <a:pt x="28495" y="28495"/>
                  </a:lnTo>
                  <a:lnTo>
                    <a:pt x="59418" y="7645"/>
                  </a:lnTo>
                  <a:lnTo>
                    <a:pt x="97281" y="0"/>
                  </a:lnTo>
                  <a:lnTo>
                    <a:pt x="1083817" y="0"/>
                  </a:lnTo>
                  <a:lnTo>
                    <a:pt x="1121681" y="7645"/>
                  </a:lnTo>
                  <a:lnTo>
                    <a:pt x="1152604" y="28495"/>
                  </a:lnTo>
                  <a:lnTo>
                    <a:pt x="1173454" y="59418"/>
                  </a:lnTo>
                  <a:lnTo>
                    <a:pt x="1181100" y="97281"/>
                  </a:lnTo>
                  <a:lnTo>
                    <a:pt x="1181100" y="486409"/>
                  </a:lnTo>
                  <a:lnTo>
                    <a:pt x="1173454" y="524273"/>
                  </a:lnTo>
                  <a:lnTo>
                    <a:pt x="1152604" y="555196"/>
                  </a:lnTo>
                  <a:lnTo>
                    <a:pt x="1121681" y="576046"/>
                  </a:lnTo>
                  <a:lnTo>
                    <a:pt x="1083817" y="583691"/>
                  </a:lnTo>
                  <a:lnTo>
                    <a:pt x="97281" y="583691"/>
                  </a:lnTo>
                  <a:lnTo>
                    <a:pt x="59418" y="576046"/>
                  </a:lnTo>
                  <a:lnTo>
                    <a:pt x="28495" y="555196"/>
                  </a:lnTo>
                  <a:lnTo>
                    <a:pt x="7645" y="524273"/>
                  </a:lnTo>
                  <a:lnTo>
                    <a:pt x="0" y="486409"/>
                  </a:lnTo>
                  <a:lnTo>
                    <a:pt x="0" y="97281"/>
                  </a:lnTo>
                  <a:close/>
                </a:path>
              </a:pathLst>
            </a:custGeom>
            <a:ln w="9525">
              <a:solidFill>
                <a:srgbClr val="4F6128"/>
              </a:solidFill>
            </a:ln>
          </p:spPr>
          <p:txBody>
            <a:bodyPr wrap="square" lIns="0" tIns="0" rIns="0" bIns="0" rtlCol="0"/>
            <a:lstStyle/>
            <a:p>
              <a:endParaRPr>
                <a:latin typeface="Optima"/>
              </a:endParaRPr>
            </a:p>
          </p:txBody>
        </p:sp>
      </p:grpSp>
      <p:sp>
        <p:nvSpPr>
          <p:cNvPr id="14" name="object 14"/>
          <p:cNvSpPr txBox="1"/>
          <p:nvPr/>
        </p:nvSpPr>
        <p:spPr>
          <a:xfrm>
            <a:off x="2341879" y="4471542"/>
            <a:ext cx="840105" cy="166071"/>
          </a:xfrm>
          <a:prstGeom prst="rect">
            <a:avLst/>
          </a:prstGeom>
        </p:spPr>
        <p:txBody>
          <a:bodyPr vert="horz" wrap="square" lIns="0" tIns="12065" rIns="0" bIns="0" rtlCol="0">
            <a:spAutoFit/>
          </a:bodyPr>
          <a:lstStyle/>
          <a:p>
            <a:pPr marL="12700">
              <a:lnSpc>
                <a:spcPct val="100000"/>
              </a:lnSpc>
              <a:spcBef>
                <a:spcPts val="95"/>
              </a:spcBef>
            </a:pPr>
            <a:r>
              <a:rPr sz="1000" b="1" spc="-5" dirty="0">
                <a:latin typeface="Optima"/>
                <a:cs typeface="Calibri"/>
              </a:rPr>
              <a:t>Data</a:t>
            </a:r>
            <a:r>
              <a:rPr sz="1000" b="1" spc="-55" dirty="0">
                <a:latin typeface="Optima"/>
                <a:cs typeface="Calibri"/>
              </a:rPr>
              <a:t> </a:t>
            </a:r>
            <a:r>
              <a:rPr sz="1000" b="1" spc="-5" dirty="0">
                <a:latin typeface="Optima"/>
                <a:cs typeface="Calibri"/>
              </a:rPr>
              <a:t>extraction</a:t>
            </a:r>
            <a:endParaRPr sz="1000">
              <a:latin typeface="Optima"/>
              <a:cs typeface="Calibri"/>
            </a:endParaRPr>
          </a:p>
        </p:txBody>
      </p:sp>
      <p:grpSp>
        <p:nvGrpSpPr>
          <p:cNvPr id="15" name="object 15"/>
          <p:cNvGrpSpPr/>
          <p:nvPr/>
        </p:nvGrpSpPr>
        <p:grpSpPr>
          <a:xfrm>
            <a:off x="3386328" y="4247400"/>
            <a:ext cx="1271270" cy="673735"/>
            <a:chOff x="3386328" y="4247400"/>
            <a:chExt cx="1271270" cy="673735"/>
          </a:xfrm>
        </p:grpSpPr>
        <p:pic>
          <p:nvPicPr>
            <p:cNvPr id="16" name="object 16"/>
            <p:cNvPicPr/>
            <p:nvPr/>
          </p:nvPicPr>
          <p:blipFill>
            <a:blip r:embed="rId5" cstate="print"/>
            <a:stretch>
              <a:fillRect/>
            </a:stretch>
          </p:blipFill>
          <p:spPr>
            <a:xfrm>
              <a:off x="3386328" y="4247400"/>
              <a:ext cx="1271015" cy="673595"/>
            </a:xfrm>
            <a:prstGeom prst="rect">
              <a:avLst/>
            </a:prstGeom>
          </p:spPr>
        </p:pic>
        <p:pic>
          <p:nvPicPr>
            <p:cNvPr id="17" name="object 17"/>
            <p:cNvPicPr/>
            <p:nvPr/>
          </p:nvPicPr>
          <p:blipFill>
            <a:blip r:embed="rId6" cstate="print"/>
            <a:stretch>
              <a:fillRect/>
            </a:stretch>
          </p:blipFill>
          <p:spPr>
            <a:xfrm>
              <a:off x="3433572" y="4274820"/>
              <a:ext cx="1181100" cy="583692"/>
            </a:xfrm>
            <a:prstGeom prst="rect">
              <a:avLst/>
            </a:prstGeom>
          </p:spPr>
        </p:pic>
        <p:sp>
          <p:nvSpPr>
            <p:cNvPr id="18" name="object 18"/>
            <p:cNvSpPr/>
            <p:nvPr/>
          </p:nvSpPr>
          <p:spPr>
            <a:xfrm>
              <a:off x="3433572" y="4274820"/>
              <a:ext cx="1181100" cy="584200"/>
            </a:xfrm>
            <a:custGeom>
              <a:avLst/>
              <a:gdLst/>
              <a:ahLst/>
              <a:cxnLst/>
              <a:rect l="l" t="t" r="r" b="b"/>
              <a:pathLst>
                <a:path w="1181100" h="584200">
                  <a:moveTo>
                    <a:pt x="0" y="97281"/>
                  </a:moveTo>
                  <a:lnTo>
                    <a:pt x="7645" y="59418"/>
                  </a:lnTo>
                  <a:lnTo>
                    <a:pt x="28495" y="28495"/>
                  </a:lnTo>
                  <a:lnTo>
                    <a:pt x="59418" y="7645"/>
                  </a:lnTo>
                  <a:lnTo>
                    <a:pt x="97281" y="0"/>
                  </a:lnTo>
                  <a:lnTo>
                    <a:pt x="1083817" y="0"/>
                  </a:lnTo>
                  <a:lnTo>
                    <a:pt x="1121681" y="7645"/>
                  </a:lnTo>
                  <a:lnTo>
                    <a:pt x="1152604" y="28495"/>
                  </a:lnTo>
                  <a:lnTo>
                    <a:pt x="1173454" y="59418"/>
                  </a:lnTo>
                  <a:lnTo>
                    <a:pt x="1181100" y="97281"/>
                  </a:lnTo>
                  <a:lnTo>
                    <a:pt x="1181100" y="486409"/>
                  </a:lnTo>
                  <a:lnTo>
                    <a:pt x="1173454" y="524273"/>
                  </a:lnTo>
                  <a:lnTo>
                    <a:pt x="1152604" y="555196"/>
                  </a:lnTo>
                  <a:lnTo>
                    <a:pt x="1121681" y="576046"/>
                  </a:lnTo>
                  <a:lnTo>
                    <a:pt x="1083817" y="583691"/>
                  </a:lnTo>
                  <a:lnTo>
                    <a:pt x="97281" y="583691"/>
                  </a:lnTo>
                  <a:lnTo>
                    <a:pt x="59418" y="576046"/>
                  </a:lnTo>
                  <a:lnTo>
                    <a:pt x="28495" y="555196"/>
                  </a:lnTo>
                  <a:lnTo>
                    <a:pt x="7645" y="524273"/>
                  </a:lnTo>
                  <a:lnTo>
                    <a:pt x="0" y="486409"/>
                  </a:lnTo>
                  <a:lnTo>
                    <a:pt x="0" y="97281"/>
                  </a:lnTo>
                  <a:close/>
                </a:path>
              </a:pathLst>
            </a:custGeom>
            <a:ln w="9525">
              <a:solidFill>
                <a:srgbClr val="4F6128"/>
              </a:solidFill>
            </a:ln>
          </p:spPr>
          <p:txBody>
            <a:bodyPr wrap="square" lIns="0" tIns="0" rIns="0" bIns="0" rtlCol="0"/>
            <a:lstStyle/>
            <a:p>
              <a:endParaRPr>
                <a:latin typeface="Optima"/>
              </a:endParaRPr>
            </a:p>
          </p:txBody>
        </p:sp>
      </p:grpSp>
      <p:sp>
        <p:nvSpPr>
          <p:cNvPr id="19" name="object 19"/>
          <p:cNvSpPr txBox="1"/>
          <p:nvPr/>
        </p:nvSpPr>
        <p:spPr>
          <a:xfrm>
            <a:off x="3700398" y="4395342"/>
            <a:ext cx="649605" cy="330200"/>
          </a:xfrm>
          <a:prstGeom prst="rect">
            <a:avLst/>
          </a:prstGeom>
        </p:spPr>
        <p:txBody>
          <a:bodyPr vert="horz" wrap="square" lIns="0" tIns="12065" rIns="0" bIns="0" rtlCol="0">
            <a:spAutoFit/>
          </a:bodyPr>
          <a:lstStyle/>
          <a:p>
            <a:pPr marL="13970" marR="5080" indent="-1905">
              <a:lnSpc>
                <a:spcPct val="100000"/>
              </a:lnSpc>
              <a:spcBef>
                <a:spcPts val="95"/>
              </a:spcBef>
            </a:pPr>
            <a:r>
              <a:rPr sz="1000" b="1" spc="-10" dirty="0">
                <a:latin typeface="Optima"/>
                <a:cs typeface="Calibri"/>
              </a:rPr>
              <a:t>D</a:t>
            </a:r>
            <a:r>
              <a:rPr sz="1000" b="1" spc="-5" dirty="0">
                <a:latin typeface="Optima"/>
                <a:cs typeface="Calibri"/>
              </a:rPr>
              <a:t>ata</a:t>
            </a:r>
            <a:r>
              <a:rPr sz="1000" b="1" spc="-10" dirty="0">
                <a:latin typeface="Optima"/>
                <a:cs typeface="Calibri"/>
              </a:rPr>
              <a:t> H</a:t>
            </a:r>
            <a:r>
              <a:rPr sz="1000" b="1" spc="-5" dirty="0">
                <a:latin typeface="Optima"/>
                <a:cs typeface="Calibri"/>
              </a:rPr>
              <a:t>ea</a:t>
            </a:r>
            <a:r>
              <a:rPr sz="1000" b="1" spc="-10" dirty="0">
                <a:latin typeface="Optima"/>
                <a:cs typeface="Calibri"/>
              </a:rPr>
              <a:t>l</a:t>
            </a:r>
            <a:r>
              <a:rPr sz="1000" b="1" spc="-5" dirty="0">
                <a:latin typeface="Optima"/>
                <a:cs typeface="Calibri"/>
              </a:rPr>
              <a:t>th  </a:t>
            </a:r>
            <a:r>
              <a:rPr sz="1000" b="1" spc="-10" dirty="0">
                <a:latin typeface="Optima"/>
                <a:cs typeface="Calibri"/>
              </a:rPr>
              <a:t>A</a:t>
            </a:r>
            <a:r>
              <a:rPr sz="1000" b="1" spc="-5" dirty="0">
                <a:latin typeface="Optima"/>
                <a:cs typeface="Calibri"/>
              </a:rPr>
              <a:t>ssessment</a:t>
            </a:r>
            <a:endParaRPr sz="1000">
              <a:latin typeface="Optima"/>
              <a:cs typeface="Calibri"/>
            </a:endParaRPr>
          </a:p>
        </p:txBody>
      </p:sp>
      <p:grpSp>
        <p:nvGrpSpPr>
          <p:cNvPr id="20" name="object 20"/>
          <p:cNvGrpSpPr/>
          <p:nvPr/>
        </p:nvGrpSpPr>
        <p:grpSpPr>
          <a:xfrm>
            <a:off x="4649723" y="4247400"/>
            <a:ext cx="1270000" cy="673735"/>
            <a:chOff x="4649723" y="4247400"/>
            <a:chExt cx="1270000" cy="673735"/>
          </a:xfrm>
        </p:grpSpPr>
        <p:pic>
          <p:nvPicPr>
            <p:cNvPr id="21" name="object 21"/>
            <p:cNvPicPr/>
            <p:nvPr/>
          </p:nvPicPr>
          <p:blipFill>
            <a:blip r:embed="rId7" cstate="print"/>
            <a:stretch>
              <a:fillRect/>
            </a:stretch>
          </p:blipFill>
          <p:spPr>
            <a:xfrm>
              <a:off x="4649723" y="4247400"/>
              <a:ext cx="1269479" cy="673595"/>
            </a:xfrm>
            <a:prstGeom prst="rect">
              <a:avLst/>
            </a:prstGeom>
          </p:spPr>
        </p:pic>
        <p:pic>
          <p:nvPicPr>
            <p:cNvPr id="22" name="object 22"/>
            <p:cNvPicPr/>
            <p:nvPr/>
          </p:nvPicPr>
          <p:blipFill>
            <a:blip r:embed="rId8" cstate="print"/>
            <a:stretch>
              <a:fillRect/>
            </a:stretch>
          </p:blipFill>
          <p:spPr>
            <a:xfrm>
              <a:off x="4719827" y="4354080"/>
              <a:ext cx="1158227" cy="499859"/>
            </a:xfrm>
            <a:prstGeom prst="rect">
              <a:avLst/>
            </a:prstGeom>
          </p:spPr>
        </p:pic>
        <p:pic>
          <p:nvPicPr>
            <p:cNvPr id="23" name="object 23"/>
            <p:cNvPicPr/>
            <p:nvPr/>
          </p:nvPicPr>
          <p:blipFill>
            <a:blip r:embed="rId9" cstate="print"/>
            <a:stretch>
              <a:fillRect/>
            </a:stretch>
          </p:blipFill>
          <p:spPr>
            <a:xfrm>
              <a:off x="4696967" y="4274820"/>
              <a:ext cx="1179576" cy="583692"/>
            </a:xfrm>
            <a:prstGeom prst="rect">
              <a:avLst/>
            </a:prstGeom>
          </p:spPr>
        </p:pic>
        <p:sp>
          <p:nvSpPr>
            <p:cNvPr id="24" name="object 24"/>
            <p:cNvSpPr/>
            <p:nvPr/>
          </p:nvSpPr>
          <p:spPr>
            <a:xfrm>
              <a:off x="4696967" y="4274820"/>
              <a:ext cx="1179830" cy="584200"/>
            </a:xfrm>
            <a:custGeom>
              <a:avLst/>
              <a:gdLst/>
              <a:ahLst/>
              <a:cxnLst/>
              <a:rect l="l" t="t" r="r" b="b"/>
              <a:pathLst>
                <a:path w="1179829" h="584200">
                  <a:moveTo>
                    <a:pt x="0" y="97281"/>
                  </a:moveTo>
                  <a:lnTo>
                    <a:pt x="7645" y="59418"/>
                  </a:lnTo>
                  <a:lnTo>
                    <a:pt x="28495" y="28495"/>
                  </a:lnTo>
                  <a:lnTo>
                    <a:pt x="59418" y="7645"/>
                  </a:lnTo>
                  <a:lnTo>
                    <a:pt x="97282" y="0"/>
                  </a:lnTo>
                  <a:lnTo>
                    <a:pt x="1082294" y="0"/>
                  </a:lnTo>
                  <a:lnTo>
                    <a:pt x="1120157" y="7645"/>
                  </a:lnTo>
                  <a:lnTo>
                    <a:pt x="1151080" y="28495"/>
                  </a:lnTo>
                  <a:lnTo>
                    <a:pt x="1171930" y="59418"/>
                  </a:lnTo>
                  <a:lnTo>
                    <a:pt x="1179576" y="97281"/>
                  </a:lnTo>
                  <a:lnTo>
                    <a:pt x="1179576" y="486409"/>
                  </a:lnTo>
                  <a:lnTo>
                    <a:pt x="1171930" y="524273"/>
                  </a:lnTo>
                  <a:lnTo>
                    <a:pt x="1151080" y="555196"/>
                  </a:lnTo>
                  <a:lnTo>
                    <a:pt x="1120157" y="576046"/>
                  </a:lnTo>
                  <a:lnTo>
                    <a:pt x="1082294" y="583691"/>
                  </a:lnTo>
                  <a:lnTo>
                    <a:pt x="97282" y="583691"/>
                  </a:lnTo>
                  <a:lnTo>
                    <a:pt x="59418" y="576046"/>
                  </a:lnTo>
                  <a:lnTo>
                    <a:pt x="28495" y="555196"/>
                  </a:lnTo>
                  <a:lnTo>
                    <a:pt x="7645" y="524273"/>
                  </a:lnTo>
                  <a:lnTo>
                    <a:pt x="0" y="486409"/>
                  </a:lnTo>
                  <a:lnTo>
                    <a:pt x="0" y="97281"/>
                  </a:lnTo>
                  <a:close/>
                </a:path>
              </a:pathLst>
            </a:custGeom>
            <a:ln w="9524">
              <a:solidFill>
                <a:srgbClr val="4F6128"/>
              </a:solidFill>
            </a:ln>
          </p:spPr>
          <p:txBody>
            <a:bodyPr wrap="square" lIns="0" tIns="0" rIns="0" bIns="0" rtlCol="0"/>
            <a:lstStyle/>
            <a:p>
              <a:endParaRPr>
                <a:latin typeface="Optima"/>
              </a:endParaRPr>
            </a:p>
          </p:txBody>
        </p:sp>
      </p:grpSp>
      <p:sp>
        <p:nvSpPr>
          <p:cNvPr id="25" name="object 25"/>
          <p:cNvSpPr txBox="1"/>
          <p:nvPr/>
        </p:nvSpPr>
        <p:spPr>
          <a:xfrm>
            <a:off x="4826889" y="4395342"/>
            <a:ext cx="922019" cy="330200"/>
          </a:xfrm>
          <a:prstGeom prst="rect">
            <a:avLst/>
          </a:prstGeom>
        </p:spPr>
        <p:txBody>
          <a:bodyPr vert="horz" wrap="square" lIns="0" tIns="12065" rIns="0" bIns="0" rtlCol="0">
            <a:spAutoFit/>
          </a:bodyPr>
          <a:lstStyle/>
          <a:p>
            <a:pPr marL="155575" marR="5080" indent="-143510">
              <a:lnSpc>
                <a:spcPct val="100000"/>
              </a:lnSpc>
              <a:spcBef>
                <a:spcPts val="95"/>
              </a:spcBef>
            </a:pPr>
            <a:r>
              <a:rPr sz="1000" b="1" spc="-5" dirty="0">
                <a:latin typeface="Optima"/>
                <a:cs typeface="Calibri"/>
              </a:rPr>
              <a:t>Data</a:t>
            </a:r>
            <a:r>
              <a:rPr sz="1000" b="1" spc="-50" dirty="0">
                <a:latin typeface="Optima"/>
                <a:cs typeface="Calibri"/>
              </a:rPr>
              <a:t> </a:t>
            </a:r>
            <a:r>
              <a:rPr sz="1000" b="1" spc="-5" dirty="0">
                <a:latin typeface="Optima"/>
                <a:cs typeface="Calibri"/>
              </a:rPr>
              <a:t>Cleansing</a:t>
            </a:r>
            <a:r>
              <a:rPr sz="1000" b="1" spc="-30" dirty="0">
                <a:latin typeface="Optima"/>
                <a:cs typeface="Calibri"/>
              </a:rPr>
              <a:t> </a:t>
            </a:r>
            <a:r>
              <a:rPr sz="1000" b="1" spc="-5" dirty="0">
                <a:latin typeface="Optima"/>
                <a:cs typeface="Calibri"/>
              </a:rPr>
              <a:t>&amp; </a:t>
            </a:r>
            <a:r>
              <a:rPr sz="1000" b="1" spc="-210" dirty="0">
                <a:latin typeface="Optima"/>
                <a:cs typeface="Calibri"/>
              </a:rPr>
              <a:t> </a:t>
            </a:r>
            <a:r>
              <a:rPr sz="1000" b="1" spc="-5" dirty="0">
                <a:latin typeface="Optima"/>
                <a:cs typeface="Calibri"/>
              </a:rPr>
              <a:t>Enrichment</a:t>
            </a:r>
            <a:endParaRPr sz="1000">
              <a:latin typeface="Optima"/>
              <a:cs typeface="Calibri"/>
            </a:endParaRPr>
          </a:p>
        </p:txBody>
      </p:sp>
      <p:grpSp>
        <p:nvGrpSpPr>
          <p:cNvPr id="26" name="object 26"/>
          <p:cNvGrpSpPr/>
          <p:nvPr/>
        </p:nvGrpSpPr>
        <p:grpSpPr>
          <a:xfrm>
            <a:off x="5911596" y="4247400"/>
            <a:ext cx="1271270" cy="673735"/>
            <a:chOff x="5911596" y="4247400"/>
            <a:chExt cx="1271270" cy="673735"/>
          </a:xfrm>
        </p:grpSpPr>
        <p:pic>
          <p:nvPicPr>
            <p:cNvPr id="27" name="object 27"/>
            <p:cNvPicPr/>
            <p:nvPr/>
          </p:nvPicPr>
          <p:blipFill>
            <a:blip r:embed="rId5" cstate="print"/>
            <a:stretch>
              <a:fillRect/>
            </a:stretch>
          </p:blipFill>
          <p:spPr>
            <a:xfrm>
              <a:off x="5911596" y="4247400"/>
              <a:ext cx="1271016" cy="673595"/>
            </a:xfrm>
            <a:prstGeom prst="rect">
              <a:avLst/>
            </a:prstGeom>
          </p:spPr>
        </p:pic>
        <p:pic>
          <p:nvPicPr>
            <p:cNvPr id="28" name="object 28"/>
            <p:cNvPicPr/>
            <p:nvPr/>
          </p:nvPicPr>
          <p:blipFill>
            <a:blip r:embed="rId6" cstate="print"/>
            <a:stretch>
              <a:fillRect/>
            </a:stretch>
          </p:blipFill>
          <p:spPr>
            <a:xfrm>
              <a:off x="5958840" y="4274820"/>
              <a:ext cx="1181100" cy="583692"/>
            </a:xfrm>
            <a:prstGeom prst="rect">
              <a:avLst/>
            </a:prstGeom>
          </p:spPr>
        </p:pic>
        <p:sp>
          <p:nvSpPr>
            <p:cNvPr id="29" name="object 29"/>
            <p:cNvSpPr/>
            <p:nvPr/>
          </p:nvSpPr>
          <p:spPr>
            <a:xfrm>
              <a:off x="5958840" y="4274820"/>
              <a:ext cx="1181100" cy="584200"/>
            </a:xfrm>
            <a:custGeom>
              <a:avLst/>
              <a:gdLst/>
              <a:ahLst/>
              <a:cxnLst/>
              <a:rect l="l" t="t" r="r" b="b"/>
              <a:pathLst>
                <a:path w="1181100" h="584200">
                  <a:moveTo>
                    <a:pt x="0" y="97281"/>
                  </a:moveTo>
                  <a:lnTo>
                    <a:pt x="7645" y="59418"/>
                  </a:lnTo>
                  <a:lnTo>
                    <a:pt x="28495" y="28495"/>
                  </a:lnTo>
                  <a:lnTo>
                    <a:pt x="59418" y="7645"/>
                  </a:lnTo>
                  <a:lnTo>
                    <a:pt x="97282" y="0"/>
                  </a:lnTo>
                  <a:lnTo>
                    <a:pt x="1083817" y="0"/>
                  </a:lnTo>
                  <a:lnTo>
                    <a:pt x="1121681" y="7645"/>
                  </a:lnTo>
                  <a:lnTo>
                    <a:pt x="1152604" y="28495"/>
                  </a:lnTo>
                  <a:lnTo>
                    <a:pt x="1173454" y="59418"/>
                  </a:lnTo>
                  <a:lnTo>
                    <a:pt x="1181100" y="97281"/>
                  </a:lnTo>
                  <a:lnTo>
                    <a:pt x="1181100" y="486409"/>
                  </a:lnTo>
                  <a:lnTo>
                    <a:pt x="1173454" y="524273"/>
                  </a:lnTo>
                  <a:lnTo>
                    <a:pt x="1152604" y="555196"/>
                  </a:lnTo>
                  <a:lnTo>
                    <a:pt x="1121681" y="576046"/>
                  </a:lnTo>
                  <a:lnTo>
                    <a:pt x="1083817" y="583691"/>
                  </a:lnTo>
                  <a:lnTo>
                    <a:pt x="97282" y="583691"/>
                  </a:lnTo>
                  <a:lnTo>
                    <a:pt x="59418" y="576046"/>
                  </a:lnTo>
                  <a:lnTo>
                    <a:pt x="28495" y="555196"/>
                  </a:lnTo>
                  <a:lnTo>
                    <a:pt x="7645" y="524273"/>
                  </a:lnTo>
                  <a:lnTo>
                    <a:pt x="0" y="486409"/>
                  </a:lnTo>
                  <a:lnTo>
                    <a:pt x="0" y="97281"/>
                  </a:lnTo>
                  <a:close/>
                </a:path>
              </a:pathLst>
            </a:custGeom>
            <a:ln w="9525">
              <a:solidFill>
                <a:srgbClr val="4F6128"/>
              </a:solidFill>
            </a:ln>
          </p:spPr>
          <p:txBody>
            <a:bodyPr wrap="square" lIns="0" tIns="0" rIns="0" bIns="0" rtlCol="0"/>
            <a:lstStyle/>
            <a:p>
              <a:endParaRPr>
                <a:latin typeface="Optima"/>
              </a:endParaRPr>
            </a:p>
          </p:txBody>
        </p:sp>
      </p:grpSp>
      <p:sp>
        <p:nvSpPr>
          <p:cNvPr id="30" name="object 30"/>
          <p:cNvSpPr txBox="1"/>
          <p:nvPr/>
        </p:nvSpPr>
        <p:spPr>
          <a:xfrm>
            <a:off x="6234176" y="4395342"/>
            <a:ext cx="629285" cy="330200"/>
          </a:xfrm>
          <a:prstGeom prst="rect">
            <a:avLst/>
          </a:prstGeom>
        </p:spPr>
        <p:txBody>
          <a:bodyPr vert="horz" wrap="square" lIns="0" tIns="12065" rIns="0" bIns="0" rtlCol="0">
            <a:spAutoFit/>
          </a:bodyPr>
          <a:lstStyle/>
          <a:p>
            <a:pPr marL="12700" marR="5080" indent="74295">
              <a:lnSpc>
                <a:spcPct val="100000"/>
              </a:lnSpc>
              <a:spcBef>
                <a:spcPts val="95"/>
              </a:spcBef>
            </a:pPr>
            <a:r>
              <a:rPr sz="1000" b="1" spc="-5" dirty="0">
                <a:latin typeface="Optima"/>
                <a:cs typeface="Calibri"/>
              </a:rPr>
              <a:t>Data De- </a:t>
            </a:r>
            <a:r>
              <a:rPr sz="1000" b="1" dirty="0">
                <a:latin typeface="Optima"/>
                <a:cs typeface="Calibri"/>
              </a:rPr>
              <a:t> </a:t>
            </a:r>
            <a:r>
              <a:rPr sz="1000" b="1" spc="-10" dirty="0">
                <a:latin typeface="Optima"/>
                <a:cs typeface="Calibri"/>
              </a:rPr>
              <a:t>D</a:t>
            </a:r>
            <a:r>
              <a:rPr sz="1000" b="1" spc="-5" dirty="0">
                <a:latin typeface="Optima"/>
                <a:cs typeface="Calibri"/>
              </a:rPr>
              <a:t>up</a:t>
            </a:r>
            <a:r>
              <a:rPr sz="1000" b="1" spc="-10" dirty="0">
                <a:latin typeface="Optima"/>
                <a:cs typeface="Calibri"/>
              </a:rPr>
              <a:t>li</a:t>
            </a:r>
            <a:r>
              <a:rPr sz="1000" b="1" spc="-5" dirty="0">
                <a:latin typeface="Optima"/>
                <a:cs typeface="Calibri"/>
              </a:rPr>
              <a:t>cation</a:t>
            </a:r>
            <a:endParaRPr sz="1000">
              <a:latin typeface="Optima"/>
              <a:cs typeface="Calibri"/>
            </a:endParaRPr>
          </a:p>
        </p:txBody>
      </p:sp>
      <p:grpSp>
        <p:nvGrpSpPr>
          <p:cNvPr id="31" name="object 31"/>
          <p:cNvGrpSpPr/>
          <p:nvPr/>
        </p:nvGrpSpPr>
        <p:grpSpPr>
          <a:xfrm>
            <a:off x="7173468" y="4247400"/>
            <a:ext cx="1298575" cy="673735"/>
            <a:chOff x="7173468" y="4247400"/>
            <a:chExt cx="1298575" cy="673735"/>
          </a:xfrm>
        </p:grpSpPr>
        <p:pic>
          <p:nvPicPr>
            <p:cNvPr id="32" name="object 32"/>
            <p:cNvPicPr/>
            <p:nvPr/>
          </p:nvPicPr>
          <p:blipFill>
            <a:blip r:embed="rId5" cstate="print"/>
            <a:stretch>
              <a:fillRect/>
            </a:stretch>
          </p:blipFill>
          <p:spPr>
            <a:xfrm>
              <a:off x="7173468" y="4247400"/>
              <a:ext cx="1271016" cy="673595"/>
            </a:xfrm>
            <a:prstGeom prst="rect">
              <a:avLst/>
            </a:prstGeom>
          </p:spPr>
        </p:pic>
        <p:pic>
          <p:nvPicPr>
            <p:cNvPr id="33" name="object 33"/>
            <p:cNvPicPr/>
            <p:nvPr/>
          </p:nvPicPr>
          <p:blipFill>
            <a:blip r:embed="rId10" cstate="print"/>
            <a:stretch>
              <a:fillRect/>
            </a:stretch>
          </p:blipFill>
          <p:spPr>
            <a:xfrm>
              <a:off x="7178040" y="4354080"/>
              <a:ext cx="1293876" cy="499859"/>
            </a:xfrm>
            <a:prstGeom prst="rect">
              <a:avLst/>
            </a:prstGeom>
          </p:spPr>
        </p:pic>
        <p:pic>
          <p:nvPicPr>
            <p:cNvPr id="34" name="object 34"/>
            <p:cNvPicPr/>
            <p:nvPr/>
          </p:nvPicPr>
          <p:blipFill>
            <a:blip r:embed="rId6" cstate="print"/>
            <a:stretch>
              <a:fillRect/>
            </a:stretch>
          </p:blipFill>
          <p:spPr>
            <a:xfrm>
              <a:off x="7220712" y="4274820"/>
              <a:ext cx="1181100" cy="583692"/>
            </a:xfrm>
            <a:prstGeom prst="rect">
              <a:avLst/>
            </a:prstGeom>
          </p:spPr>
        </p:pic>
        <p:sp>
          <p:nvSpPr>
            <p:cNvPr id="35" name="object 35"/>
            <p:cNvSpPr/>
            <p:nvPr/>
          </p:nvSpPr>
          <p:spPr>
            <a:xfrm>
              <a:off x="7220712" y="4274820"/>
              <a:ext cx="1181100" cy="584200"/>
            </a:xfrm>
            <a:custGeom>
              <a:avLst/>
              <a:gdLst/>
              <a:ahLst/>
              <a:cxnLst/>
              <a:rect l="l" t="t" r="r" b="b"/>
              <a:pathLst>
                <a:path w="1181100" h="584200">
                  <a:moveTo>
                    <a:pt x="0" y="97281"/>
                  </a:moveTo>
                  <a:lnTo>
                    <a:pt x="7645" y="59418"/>
                  </a:lnTo>
                  <a:lnTo>
                    <a:pt x="28495" y="28495"/>
                  </a:lnTo>
                  <a:lnTo>
                    <a:pt x="59418" y="7645"/>
                  </a:lnTo>
                  <a:lnTo>
                    <a:pt x="97282" y="0"/>
                  </a:lnTo>
                  <a:lnTo>
                    <a:pt x="1083818" y="0"/>
                  </a:lnTo>
                  <a:lnTo>
                    <a:pt x="1121681" y="7645"/>
                  </a:lnTo>
                  <a:lnTo>
                    <a:pt x="1152604" y="28495"/>
                  </a:lnTo>
                  <a:lnTo>
                    <a:pt x="1173454" y="59418"/>
                  </a:lnTo>
                  <a:lnTo>
                    <a:pt x="1181100" y="97281"/>
                  </a:lnTo>
                  <a:lnTo>
                    <a:pt x="1181100" y="486409"/>
                  </a:lnTo>
                  <a:lnTo>
                    <a:pt x="1173454" y="524273"/>
                  </a:lnTo>
                  <a:lnTo>
                    <a:pt x="1152604" y="555196"/>
                  </a:lnTo>
                  <a:lnTo>
                    <a:pt x="1121681" y="576046"/>
                  </a:lnTo>
                  <a:lnTo>
                    <a:pt x="1083818" y="583691"/>
                  </a:lnTo>
                  <a:lnTo>
                    <a:pt x="97282" y="583691"/>
                  </a:lnTo>
                  <a:lnTo>
                    <a:pt x="59418" y="576046"/>
                  </a:lnTo>
                  <a:lnTo>
                    <a:pt x="28495" y="555196"/>
                  </a:lnTo>
                  <a:lnTo>
                    <a:pt x="7645" y="524273"/>
                  </a:lnTo>
                  <a:lnTo>
                    <a:pt x="0" y="486409"/>
                  </a:lnTo>
                  <a:lnTo>
                    <a:pt x="0" y="97281"/>
                  </a:lnTo>
                  <a:close/>
                </a:path>
              </a:pathLst>
            </a:custGeom>
            <a:ln w="9525">
              <a:solidFill>
                <a:srgbClr val="4F6128"/>
              </a:solidFill>
            </a:ln>
          </p:spPr>
          <p:txBody>
            <a:bodyPr wrap="square" lIns="0" tIns="0" rIns="0" bIns="0" rtlCol="0"/>
            <a:lstStyle/>
            <a:p>
              <a:endParaRPr>
                <a:latin typeface="Optima"/>
              </a:endParaRPr>
            </a:p>
          </p:txBody>
        </p:sp>
      </p:grpSp>
      <p:sp>
        <p:nvSpPr>
          <p:cNvPr id="36" name="object 36"/>
          <p:cNvSpPr txBox="1"/>
          <p:nvPr/>
        </p:nvSpPr>
        <p:spPr>
          <a:xfrm>
            <a:off x="7284846" y="4395342"/>
            <a:ext cx="1056005" cy="330200"/>
          </a:xfrm>
          <a:prstGeom prst="rect">
            <a:avLst/>
          </a:prstGeom>
        </p:spPr>
        <p:txBody>
          <a:bodyPr vert="horz" wrap="square" lIns="0" tIns="12065" rIns="0" bIns="0" rtlCol="0">
            <a:spAutoFit/>
          </a:bodyPr>
          <a:lstStyle/>
          <a:p>
            <a:pPr marL="265430" marR="5080" indent="-253365">
              <a:lnSpc>
                <a:spcPct val="100000"/>
              </a:lnSpc>
              <a:spcBef>
                <a:spcPts val="95"/>
              </a:spcBef>
            </a:pPr>
            <a:r>
              <a:rPr sz="1000" b="1" spc="-5" dirty="0">
                <a:latin typeface="Optima"/>
                <a:cs typeface="Calibri"/>
              </a:rPr>
              <a:t>Data</a:t>
            </a:r>
            <a:r>
              <a:rPr sz="1000" b="1" spc="-30" dirty="0">
                <a:latin typeface="Optima"/>
                <a:cs typeface="Calibri"/>
              </a:rPr>
              <a:t> </a:t>
            </a:r>
            <a:r>
              <a:rPr sz="1000" b="1" spc="-5" dirty="0">
                <a:latin typeface="Optima"/>
                <a:cs typeface="Calibri"/>
              </a:rPr>
              <a:t>Upload</a:t>
            </a:r>
            <a:r>
              <a:rPr sz="1000" b="1" spc="-20" dirty="0">
                <a:latin typeface="Optima"/>
                <a:cs typeface="Calibri"/>
              </a:rPr>
              <a:t> </a:t>
            </a:r>
            <a:r>
              <a:rPr sz="1000" b="1" spc="-5" dirty="0">
                <a:latin typeface="Optima"/>
                <a:cs typeface="Calibri"/>
              </a:rPr>
              <a:t>to</a:t>
            </a:r>
            <a:r>
              <a:rPr sz="1000" b="1" spc="-20" dirty="0">
                <a:latin typeface="Optima"/>
                <a:cs typeface="Calibri"/>
              </a:rPr>
              <a:t> </a:t>
            </a:r>
            <a:r>
              <a:rPr sz="1000" b="1" spc="-5" dirty="0">
                <a:latin typeface="Optima"/>
                <a:cs typeface="Calibri"/>
              </a:rPr>
              <a:t>SAP </a:t>
            </a:r>
            <a:r>
              <a:rPr sz="1000" b="1" spc="-210" dirty="0">
                <a:latin typeface="Optima"/>
                <a:cs typeface="Calibri"/>
              </a:rPr>
              <a:t> </a:t>
            </a:r>
            <a:r>
              <a:rPr sz="1000" b="1" spc="-5" dirty="0">
                <a:latin typeface="Optima"/>
                <a:cs typeface="Calibri"/>
              </a:rPr>
              <a:t>S/4</a:t>
            </a:r>
            <a:r>
              <a:rPr sz="1000" b="1" spc="-15" dirty="0">
                <a:latin typeface="Optima"/>
                <a:cs typeface="Calibri"/>
              </a:rPr>
              <a:t> </a:t>
            </a:r>
            <a:r>
              <a:rPr sz="1000" b="1" spc="-5" dirty="0">
                <a:latin typeface="Optima"/>
                <a:cs typeface="Calibri"/>
              </a:rPr>
              <a:t>HANA</a:t>
            </a:r>
            <a:endParaRPr sz="1000">
              <a:latin typeface="Optima"/>
              <a:cs typeface="Calibri"/>
            </a:endParaRPr>
          </a:p>
        </p:txBody>
      </p:sp>
      <p:grpSp>
        <p:nvGrpSpPr>
          <p:cNvPr id="37" name="object 37"/>
          <p:cNvGrpSpPr/>
          <p:nvPr/>
        </p:nvGrpSpPr>
        <p:grpSpPr>
          <a:xfrm>
            <a:off x="1355089" y="864108"/>
            <a:ext cx="7973695" cy="5494655"/>
            <a:chOff x="1355089" y="864108"/>
            <a:chExt cx="7973695" cy="5494655"/>
          </a:xfrm>
        </p:grpSpPr>
        <p:sp>
          <p:nvSpPr>
            <p:cNvPr id="38" name="object 38"/>
            <p:cNvSpPr/>
            <p:nvPr/>
          </p:nvSpPr>
          <p:spPr>
            <a:xfrm>
              <a:off x="2702813" y="3513581"/>
              <a:ext cx="5130165" cy="304800"/>
            </a:xfrm>
            <a:custGeom>
              <a:avLst/>
              <a:gdLst/>
              <a:ahLst/>
              <a:cxnLst/>
              <a:rect l="l" t="t" r="r" b="b"/>
              <a:pathLst>
                <a:path w="5130165" h="304800">
                  <a:moveTo>
                    <a:pt x="0" y="73151"/>
                  </a:moveTo>
                  <a:lnTo>
                    <a:pt x="73152" y="0"/>
                  </a:lnTo>
                  <a:lnTo>
                    <a:pt x="146304" y="73151"/>
                  </a:lnTo>
                  <a:lnTo>
                    <a:pt x="109728" y="73151"/>
                  </a:lnTo>
                  <a:lnTo>
                    <a:pt x="109728" y="231647"/>
                  </a:lnTo>
                  <a:lnTo>
                    <a:pt x="146304" y="231647"/>
                  </a:lnTo>
                  <a:lnTo>
                    <a:pt x="73152" y="304799"/>
                  </a:lnTo>
                  <a:lnTo>
                    <a:pt x="0" y="231647"/>
                  </a:lnTo>
                  <a:lnTo>
                    <a:pt x="36575" y="231647"/>
                  </a:lnTo>
                  <a:lnTo>
                    <a:pt x="36575" y="73151"/>
                  </a:lnTo>
                  <a:lnTo>
                    <a:pt x="0" y="73151"/>
                  </a:lnTo>
                  <a:close/>
                </a:path>
                <a:path w="5130165" h="304800">
                  <a:moveTo>
                    <a:pt x="996696" y="73151"/>
                  </a:moveTo>
                  <a:lnTo>
                    <a:pt x="1069848" y="0"/>
                  </a:lnTo>
                  <a:lnTo>
                    <a:pt x="1143000" y="73151"/>
                  </a:lnTo>
                  <a:lnTo>
                    <a:pt x="1106424" y="73151"/>
                  </a:lnTo>
                  <a:lnTo>
                    <a:pt x="1106424" y="231647"/>
                  </a:lnTo>
                  <a:lnTo>
                    <a:pt x="1143000" y="231647"/>
                  </a:lnTo>
                  <a:lnTo>
                    <a:pt x="1069848" y="304799"/>
                  </a:lnTo>
                  <a:lnTo>
                    <a:pt x="996696" y="231647"/>
                  </a:lnTo>
                  <a:lnTo>
                    <a:pt x="1033272" y="231647"/>
                  </a:lnTo>
                  <a:lnTo>
                    <a:pt x="1033272" y="73151"/>
                  </a:lnTo>
                  <a:lnTo>
                    <a:pt x="996696" y="73151"/>
                  </a:lnTo>
                  <a:close/>
                </a:path>
                <a:path w="5130165" h="304800">
                  <a:moveTo>
                    <a:pt x="1993391" y="73151"/>
                  </a:moveTo>
                  <a:lnTo>
                    <a:pt x="2066544" y="0"/>
                  </a:lnTo>
                  <a:lnTo>
                    <a:pt x="2139696" y="73151"/>
                  </a:lnTo>
                  <a:lnTo>
                    <a:pt x="2103120" y="73151"/>
                  </a:lnTo>
                  <a:lnTo>
                    <a:pt x="2103120" y="231647"/>
                  </a:lnTo>
                  <a:lnTo>
                    <a:pt x="2139696" y="231647"/>
                  </a:lnTo>
                  <a:lnTo>
                    <a:pt x="2066544" y="304799"/>
                  </a:lnTo>
                  <a:lnTo>
                    <a:pt x="1993391" y="231647"/>
                  </a:lnTo>
                  <a:lnTo>
                    <a:pt x="2029968" y="231647"/>
                  </a:lnTo>
                  <a:lnTo>
                    <a:pt x="2029968" y="73151"/>
                  </a:lnTo>
                  <a:lnTo>
                    <a:pt x="1993391" y="73151"/>
                  </a:lnTo>
                  <a:close/>
                </a:path>
                <a:path w="5130165" h="304800">
                  <a:moveTo>
                    <a:pt x="2990088" y="73151"/>
                  </a:moveTo>
                  <a:lnTo>
                    <a:pt x="3063240" y="0"/>
                  </a:lnTo>
                  <a:lnTo>
                    <a:pt x="3136391" y="73151"/>
                  </a:lnTo>
                  <a:lnTo>
                    <a:pt x="3099816" y="73151"/>
                  </a:lnTo>
                  <a:lnTo>
                    <a:pt x="3099816" y="231647"/>
                  </a:lnTo>
                  <a:lnTo>
                    <a:pt x="3136391" y="231647"/>
                  </a:lnTo>
                  <a:lnTo>
                    <a:pt x="3063240" y="304799"/>
                  </a:lnTo>
                  <a:lnTo>
                    <a:pt x="2990088" y="231647"/>
                  </a:lnTo>
                  <a:lnTo>
                    <a:pt x="3026664" y="231647"/>
                  </a:lnTo>
                  <a:lnTo>
                    <a:pt x="3026664" y="73151"/>
                  </a:lnTo>
                  <a:lnTo>
                    <a:pt x="2990088" y="73151"/>
                  </a:lnTo>
                  <a:close/>
                </a:path>
                <a:path w="5130165" h="304800">
                  <a:moveTo>
                    <a:pt x="3986784" y="73151"/>
                  </a:moveTo>
                  <a:lnTo>
                    <a:pt x="4059936" y="0"/>
                  </a:lnTo>
                  <a:lnTo>
                    <a:pt x="4133088" y="73151"/>
                  </a:lnTo>
                  <a:lnTo>
                    <a:pt x="4096512" y="73151"/>
                  </a:lnTo>
                  <a:lnTo>
                    <a:pt x="4096512" y="231647"/>
                  </a:lnTo>
                  <a:lnTo>
                    <a:pt x="4133088" y="231647"/>
                  </a:lnTo>
                  <a:lnTo>
                    <a:pt x="4059936" y="304799"/>
                  </a:lnTo>
                  <a:lnTo>
                    <a:pt x="3986784" y="231647"/>
                  </a:lnTo>
                  <a:lnTo>
                    <a:pt x="4023360" y="231647"/>
                  </a:lnTo>
                  <a:lnTo>
                    <a:pt x="4023360" y="73151"/>
                  </a:lnTo>
                  <a:lnTo>
                    <a:pt x="3986784" y="73151"/>
                  </a:lnTo>
                  <a:close/>
                </a:path>
                <a:path w="5130165" h="304800">
                  <a:moveTo>
                    <a:pt x="4983480" y="73151"/>
                  </a:moveTo>
                  <a:lnTo>
                    <a:pt x="5056632" y="0"/>
                  </a:lnTo>
                  <a:lnTo>
                    <a:pt x="5129784" y="73151"/>
                  </a:lnTo>
                  <a:lnTo>
                    <a:pt x="5093208" y="73151"/>
                  </a:lnTo>
                  <a:lnTo>
                    <a:pt x="5093208" y="231647"/>
                  </a:lnTo>
                  <a:lnTo>
                    <a:pt x="5129784" y="231647"/>
                  </a:lnTo>
                  <a:lnTo>
                    <a:pt x="5056632" y="304799"/>
                  </a:lnTo>
                  <a:lnTo>
                    <a:pt x="4983480" y="231647"/>
                  </a:lnTo>
                  <a:lnTo>
                    <a:pt x="5020056" y="231647"/>
                  </a:lnTo>
                  <a:lnTo>
                    <a:pt x="5020056" y="73151"/>
                  </a:lnTo>
                  <a:lnTo>
                    <a:pt x="4983480" y="73151"/>
                  </a:lnTo>
                  <a:close/>
                </a:path>
              </a:pathLst>
            </a:custGeom>
            <a:ln w="25400">
              <a:solidFill>
                <a:srgbClr val="0F469B"/>
              </a:solidFill>
            </a:ln>
          </p:spPr>
          <p:txBody>
            <a:bodyPr wrap="square" lIns="0" tIns="0" rIns="0" bIns="0" rtlCol="0"/>
            <a:lstStyle/>
            <a:p>
              <a:endParaRPr>
                <a:latin typeface="Optima"/>
              </a:endParaRPr>
            </a:p>
          </p:txBody>
        </p:sp>
        <p:pic>
          <p:nvPicPr>
            <p:cNvPr id="39" name="object 39"/>
            <p:cNvPicPr/>
            <p:nvPr/>
          </p:nvPicPr>
          <p:blipFill>
            <a:blip r:embed="rId11" cstate="print"/>
            <a:stretch>
              <a:fillRect/>
            </a:stretch>
          </p:blipFill>
          <p:spPr>
            <a:xfrm>
              <a:off x="9239752" y="1284729"/>
              <a:ext cx="88847" cy="5073406"/>
            </a:xfrm>
            <a:prstGeom prst="rect">
              <a:avLst/>
            </a:prstGeom>
          </p:spPr>
        </p:pic>
        <p:sp>
          <p:nvSpPr>
            <p:cNvPr id="40" name="object 40"/>
            <p:cNvSpPr/>
            <p:nvPr/>
          </p:nvSpPr>
          <p:spPr>
            <a:xfrm>
              <a:off x="9286494" y="1297686"/>
              <a:ext cx="0" cy="5017135"/>
            </a:xfrm>
            <a:custGeom>
              <a:avLst/>
              <a:gdLst/>
              <a:ahLst/>
              <a:cxnLst/>
              <a:rect l="l" t="t" r="r" b="b"/>
              <a:pathLst>
                <a:path h="5017135">
                  <a:moveTo>
                    <a:pt x="0" y="0"/>
                  </a:moveTo>
                  <a:lnTo>
                    <a:pt x="0" y="5017084"/>
                  </a:lnTo>
                </a:path>
              </a:pathLst>
            </a:custGeom>
            <a:ln w="25400">
              <a:solidFill>
                <a:srgbClr val="0F469B"/>
              </a:solidFill>
            </a:ln>
          </p:spPr>
          <p:txBody>
            <a:bodyPr wrap="square" lIns="0" tIns="0" rIns="0" bIns="0" rtlCol="0"/>
            <a:lstStyle/>
            <a:p>
              <a:endParaRPr>
                <a:latin typeface="Optima"/>
              </a:endParaRPr>
            </a:p>
          </p:txBody>
        </p:sp>
        <p:sp>
          <p:nvSpPr>
            <p:cNvPr id="41" name="object 41"/>
            <p:cNvSpPr/>
            <p:nvPr/>
          </p:nvSpPr>
          <p:spPr>
            <a:xfrm>
              <a:off x="8713470" y="3132581"/>
              <a:ext cx="539750" cy="146685"/>
            </a:xfrm>
            <a:custGeom>
              <a:avLst/>
              <a:gdLst/>
              <a:ahLst/>
              <a:cxnLst/>
              <a:rect l="l" t="t" r="r" b="b"/>
              <a:pathLst>
                <a:path w="539750" h="146685">
                  <a:moveTo>
                    <a:pt x="466344" y="0"/>
                  </a:moveTo>
                  <a:lnTo>
                    <a:pt x="466344" y="36575"/>
                  </a:lnTo>
                  <a:lnTo>
                    <a:pt x="73151" y="36575"/>
                  </a:lnTo>
                  <a:lnTo>
                    <a:pt x="73151" y="0"/>
                  </a:lnTo>
                  <a:lnTo>
                    <a:pt x="0" y="73151"/>
                  </a:lnTo>
                  <a:lnTo>
                    <a:pt x="73151" y="146303"/>
                  </a:lnTo>
                  <a:lnTo>
                    <a:pt x="73151" y="109727"/>
                  </a:lnTo>
                  <a:lnTo>
                    <a:pt x="466344" y="109727"/>
                  </a:lnTo>
                  <a:lnTo>
                    <a:pt x="466344" y="146303"/>
                  </a:lnTo>
                  <a:lnTo>
                    <a:pt x="539496" y="73151"/>
                  </a:lnTo>
                  <a:lnTo>
                    <a:pt x="466344" y="0"/>
                  </a:lnTo>
                  <a:close/>
                </a:path>
              </a:pathLst>
            </a:custGeom>
            <a:solidFill>
              <a:srgbClr val="FFFFFF"/>
            </a:solidFill>
          </p:spPr>
          <p:txBody>
            <a:bodyPr wrap="square" lIns="0" tIns="0" rIns="0" bIns="0" rtlCol="0"/>
            <a:lstStyle/>
            <a:p>
              <a:endParaRPr>
                <a:latin typeface="Optima"/>
              </a:endParaRPr>
            </a:p>
          </p:txBody>
        </p:sp>
        <p:sp>
          <p:nvSpPr>
            <p:cNvPr id="42" name="object 42"/>
            <p:cNvSpPr/>
            <p:nvPr/>
          </p:nvSpPr>
          <p:spPr>
            <a:xfrm>
              <a:off x="8713470" y="3132581"/>
              <a:ext cx="539750" cy="146685"/>
            </a:xfrm>
            <a:custGeom>
              <a:avLst/>
              <a:gdLst/>
              <a:ahLst/>
              <a:cxnLst/>
              <a:rect l="l" t="t" r="r" b="b"/>
              <a:pathLst>
                <a:path w="539750" h="146685">
                  <a:moveTo>
                    <a:pt x="466344" y="0"/>
                  </a:moveTo>
                  <a:lnTo>
                    <a:pt x="539496" y="73151"/>
                  </a:lnTo>
                  <a:lnTo>
                    <a:pt x="466344" y="146303"/>
                  </a:lnTo>
                  <a:lnTo>
                    <a:pt x="466344" y="109727"/>
                  </a:lnTo>
                  <a:lnTo>
                    <a:pt x="73151" y="109727"/>
                  </a:lnTo>
                  <a:lnTo>
                    <a:pt x="73151" y="146303"/>
                  </a:lnTo>
                  <a:lnTo>
                    <a:pt x="0" y="73151"/>
                  </a:lnTo>
                  <a:lnTo>
                    <a:pt x="73151" y="0"/>
                  </a:lnTo>
                  <a:lnTo>
                    <a:pt x="73151" y="36575"/>
                  </a:lnTo>
                  <a:lnTo>
                    <a:pt x="466344" y="36575"/>
                  </a:lnTo>
                  <a:lnTo>
                    <a:pt x="466344" y="0"/>
                  </a:lnTo>
                  <a:close/>
                </a:path>
              </a:pathLst>
            </a:custGeom>
            <a:ln w="25400">
              <a:solidFill>
                <a:srgbClr val="0F469B"/>
              </a:solidFill>
            </a:ln>
          </p:spPr>
          <p:txBody>
            <a:bodyPr wrap="square" lIns="0" tIns="0" rIns="0" bIns="0" rtlCol="0"/>
            <a:lstStyle/>
            <a:p>
              <a:endParaRPr>
                <a:latin typeface="Optima"/>
              </a:endParaRPr>
            </a:p>
          </p:txBody>
        </p:sp>
        <p:sp>
          <p:nvSpPr>
            <p:cNvPr id="43" name="object 43"/>
            <p:cNvSpPr/>
            <p:nvPr/>
          </p:nvSpPr>
          <p:spPr>
            <a:xfrm>
              <a:off x="8722613" y="2756153"/>
              <a:ext cx="539750" cy="146685"/>
            </a:xfrm>
            <a:custGeom>
              <a:avLst/>
              <a:gdLst/>
              <a:ahLst/>
              <a:cxnLst/>
              <a:rect l="l" t="t" r="r" b="b"/>
              <a:pathLst>
                <a:path w="539750" h="146685">
                  <a:moveTo>
                    <a:pt x="466343" y="0"/>
                  </a:moveTo>
                  <a:lnTo>
                    <a:pt x="466343" y="36575"/>
                  </a:lnTo>
                  <a:lnTo>
                    <a:pt x="73151" y="36575"/>
                  </a:lnTo>
                  <a:lnTo>
                    <a:pt x="73151" y="0"/>
                  </a:lnTo>
                  <a:lnTo>
                    <a:pt x="0" y="73151"/>
                  </a:lnTo>
                  <a:lnTo>
                    <a:pt x="73151" y="146304"/>
                  </a:lnTo>
                  <a:lnTo>
                    <a:pt x="73151" y="109728"/>
                  </a:lnTo>
                  <a:lnTo>
                    <a:pt x="466343" y="109728"/>
                  </a:lnTo>
                  <a:lnTo>
                    <a:pt x="466343" y="146304"/>
                  </a:lnTo>
                  <a:lnTo>
                    <a:pt x="539495" y="73151"/>
                  </a:lnTo>
                  <a:lnTo>
                    <a:pt x="466343" y="0"/>
                  </a:lnTo>
                  <a:close/>
                </a:path>
              </a:pathLst>
            </a:custGeom>
            <a:solidFill>
              <a:srgbClr val="FFFFFF"/>
            </a:solidFill>
          </p:spPr>
          <p:txBody>
            <a:bodyPr wrap="square" lIns="0" tIns="0" rIns="0" bIns="0" rtlCol="0"/>
            <a:lstStyle/>
            <a:p>
              <a:endParaRPr>
                <a:latin typeface="Optima"/>
              </a:endParaRPr>
            </a:p>
          </p:txBody>
        </p:sp>
        <p:sp>
          <p:nvSpPr>
            <p:cNvPr id="44" name="object 44"/>
            <p:cNvSpPr/>
            <p:nvPr/>
          </p:nvSpPr>
          <p:spPr>
            <a:xfrm>
              <a:off x="8722613" y="2756153"/>
              <a:ext cx="539750" cy="146685"/>
            </a:xfrm>
            <a:custGeom>
              <a:avLst/>
              <a:gdLst/>
              <a:ahLst/>
              <a:cxnLst/>
              <a:rect l="l" t="t" r="r" b="b"/>
              <a:pathLst>
                <a:path w="539750" h="146685">
                  <a:moveTo>
                    <a:pt x="466343" y="0"/>
                  </a:moveTo>
                  <a:lnTo>
                    <a:pt x="539495" y="73151"/>
                  </a:lnTo>
                  <a:lnTo>
                    <a:pt x="466343" y="146304"/>
                  </a:lnTo>
                  <a:lnTo>
                    <a:pt x="466343" y="109728"/>
                  </a:lnTo>
                  <a:lnTo>
                    <a:pt x="73151" y="109728"/>
                  </a:lnTo>
                  <a:lnTo>
                    <a:pt x="73151" y="146304"/>
                  </a:lnTo>
                  <a:lnTo>
                    <a:pt x="0" y="73151"/>
                  </a:lnTo>
                  <a:lnTo>
                    <a:pt x="73151" y="0"/>
                  </a:lnTo>
                  <a:lnTo>
                    <a:pt x="73151" y="36575"/>
                  </a:lnTo>
                  <a:lnTo>
                    <a:pt x="466343" y="36575"/>
                  </a:lnTo>
                  <a:lnTo>
                    <a:pt x="466343" y="0"/>
                  </a:lnTo>
                  <a:close/>
                </a:path>
              </a:pathLst>
            </a:custGeom>
            <a:ln w="25400">
              <a:solidFill>
                <a:srgbClr val="0F469B"/>
              </a:solidFill>
            </a:ln>
          </p:spPr>
          <p:txBody>
            <a:bodyPr wrap="square" lIns="0" tIns="0" rIns="0" bIns="0" rtlCol="0"/>
            <a:lstStyle/>
            <a:p>
              <a:endParaRPr>
                <a:latin typeface="Optima"/>
              </a:endParaRPr>
            </a:p>
          </p:txBody>
        </p:sp>
        <p:sp>
          <p:nvSpPr>
            <p:cNvPr id="45" name="object 45"/>
            <p:cNvSpPr/>
            <p:nvPr/>
          </p:nvSpPr>
          <p:spPr>
            <a:xfrm>
              <a:off x="8718042" y="2379725"/>
              <a:ext cx="539750" cy="144780"/>
            </a:xfrm>
            <a:custGeom>
              <a:avLst/>
              <a:gdLst/>
              <a:ahLst/>
              <a:cxnLst/>
              <a:rect l="l" t="t" r="r" b="b"/>
              <a:pathLst>
                <a:path w="539750" h="144780">
                  <a:moveTo>
                    <a:pt x="467105" y="0"/>
                  </a:moveTo>
                  <a:lnTo>
                    <a:pt x="467105" y="36195"/>
                  </a:lnTo>
                  <a:lnTo>
                    <a:pt x="72389" y="36195"/>
                  </a:lnTo>
                  <a:lnTo>
                    <a:pt x="72389" y="0"/>
                  </a:lnTo>
                  <a:lnTo>
                    <a:pt x="0" y="72389"/>
                  </a:lnTo>
                  <a:lnTo>
                    <a:pt x="72389" y="144779"/>
                  </a:lnTo>
                  <a:lnTo>
                    <a:pt x="72389" y="108585"/>
                  </a:lnTo>
                  <a:lnTo>
                    <a:pt x="467105" y="108585"/>
                  </a:lnTo>
                  <a:lnTo>
                    <a:pt x="467105" y="144779"/>
                  </a:lnTo>
                  <a:lnTo>
                    <a:pt x="539496" y="72389"/>
                  </a:lnTo>
                  <a:lnTo>
                    <a:pt x="467105" y="0"/>
                  </a:lnTo>
                  <a:close/>
                </a:path>
              </a:pathLst>
            </a:custGeom>
            <a:solidFill>
              <a:srgbClr val="FFFFFF"/>
            </a:solidFill>
          </p:spPr>
          <p:txBody>
            <a:bodyPr wrap="square" lIns="0" tIns="0" rIns="0" bIns="0" rtlCol="0"/>
            <a:lstStyle/>
            <a:p>
              <a:endParaRPr>
                <a:latin typeface="Optima"/>
              </a:endParaRPr>
            </a:p>
          </p:txBody>
        </p:sp>
        <p:sp>
          <p:nvSpPr>
            <p:cNvPr id="46" name="object 46"/>
            <p:cNvSpPr/>
            <p:nvPr/>
          </p:nvSpPr>
          <p:spPr>
            <a:xfrm>
              <a:off x="8718042" y="2379725"/>
              <a:ext cx="539750" cy="144780"/>
            </a:xfrm>
            <a:custGeom>
              <a:avLst/>
              <a:gdLst/>
              <a:ahLst/>
              <a:cxnLst/>
              <a:rect l="l" t="t" r="r" b="b"/>
              <a:pathLst>
                <a:path w="539750" h="144780">
                  <a:moveTo>
                    <a:pt x="467105" y="0"/>
                  </a:moveTo>
                  <a:lnTo>
                    <a:pt x="539496" y="72389"/>
                  </a:lnTo>
                  <a:lnTo>
                    <a:pt x="467105" y="144779"/>
                  </a:lnTo>
                  <a:lnTo>
                    <a:pt x="467105" y="108585"/>
                  </a:lnTo>
                  <a:lnTo>
                    <a:pt x="72389" y="108585"/>
                  </a:lnTo>
                  <a:lnTo>
                    <a:pt x="72389" y="144779"/>
                  </a:lnTo>
                  <a:lnTo>
                    <a:pt x="0" y="72389"/>
                  </a:lnTo>
                  <a:lnTo>
                    <a:pt x="72389" y="0"/>
                  </a:lnTo>
                  <a:lnTo>
                    <a:pt x="72389" y="36195"/>
                  </a:lnTo>
                  <a:lnTo>
                    <a:pt x="467105" y="36195"/>
                  </a:lnTo>
                  <a:lnTo>
                    <a:pt x="467105" y="0"/>
                  </a:lnTo>
                  <a:close/>
                </a:path>
              </a:pathLst>
            </a:custGeom>
            <a:ln w="25399">
              <a:solidFill>
                <a:srgbClr val="0F469B"/>
              </a:solidFill>
            </a:ln>
          </p:spPr>
          <p:txBody>
            <a:bodyPr wrap="square" lIns="0" tIns="0" rIns="0" bIns="0" rtlCol="0"/>
            <a:lstStyle/>
            <a:p>
              <a:endParaRPr>
                <a:latin typeface="Optima"/>
              </a:endParaRPr>
            </a:p>
          </p:txBody>
        </p:sp>
        <p:sp>
          <p:nvSpPr>
            <p:cNvPr id="47" name="object 47"/>
            <p:cNvSpPr/>
            <p:nvPr/>
          </p:nvSpPr>
          <p:spPr>
            <a:xfrm>
              <a:off x="8721089" y="3443478"/>
              <a:ext cx="541020" cy="146685"/>
            </a:xfrm>
            <a:custGeom>
              <a:avLst/>
              <a:gdLst/>
              <a:ahLst/>
              <a:cxnLst/>
              <a:rect l="l" t="t" r="r" b="b"/>
              <a:pathLst>
                <a:path w="541020" h="146685">
                  <a:moveTo>
                    <a:pt x="467867" y="0"/>
                  </a:moveTo>
                  <a:lnTo>
                    <a:pt x="467867" y="36575"/>
                  </a:lnTo>
                  <a:lnTo>
                    <a:pt x="73151" y="36575"/>
                  </a:lnTo>
                  <a:lnTo>
                    <a:pt x="73151" y="0"/>
                  </a:lnTo>
                  <a:lnTo>
                    <a:pt x="0" y="73151"/>
                  </a:lnTo>
                  <a:lnTo>
                    <a:pt x="73151" y="146304"/>
                  </a:lnTo>
                  <a:lnTo>
                    <a:pt x="73151" y="109727"/>
                  </a:lnTo>
                  <a:lnTo>
                    <a:pt x="467867" y="109727"/>
                  </a:lnTo>
                  <a:lnTo>
                    <a:pt x="467867" y="146304"/>
                  </a:lnTo>
                  <a:lnTo>
                    <a:pt x="541019" y="73151"/>
                  </a:lnTo>
                  <a:lnTo>
                    <a:pt x="467867" y="0"/>
                  </a:lnTo>
                  <a:close/>
                </a:path>
              </a:pathLst>
            </a:custGeom>
            <a:solidFill>
              <a:srgbClr val="FFFFFF"/>
            </a:solidFill>
          </p:spPr>
          <p:txBody>
            <a:bodyPr wrap="square" lIns="0" tIns="0" rIns="0" bIns="0" rtlCol="0"/>
            <a:lstStyle/>
            <a:p>
              <a:endParaRPr>
                <a:latin typeface="Optima"/>
              </a:endParaRPr>
            </a:p>
          </p:txBody>
        </p:sp>
        <p:sp>
          <p:nvSpPr>
            <p:cNvPr id="48" name="object 48"/>
            <p:cNvSpPr/>
            <p:nvPr/>
          </p:nvSpPr>
          <p:spPr>
            <a:xfrm>
              <a:off x="8721089" y="3443478"/>
              <a:ext cx="541020" cy="146685"/>
            </a:xfrm>
            <a:custGeom>
              <a:avLst/>
              <a:gdLst/>
              <a:ahLst/>
              <a:cxnLst/>
              <a:rect l="l" t="t" r="r" b="b"/>
              <a:pathLst>
                <a:path w="541020" h="146685">
                  <a:moveTo>
                    <a:pt x="467867" y="0"/>
                  </a:moveTo>
                  <a:lnTo>
                    <a:pt x="541019" y="73151"/>
                  </a:lnTo>
                  <a:lnTo>
                    <a:pt x="467867" y="146304"/>
                  </a:lnTo>
                  <a:lnTo>
                    <a:pt x="467867" y="109727"/>
                  </a:lnTo>
                  <a:lnTo>
                    <a:pt x="73151" y="109727"/>
                  </a:lnTo>
                  <a:lnTo>
                    <a:pt x="73151" y="146304"/>
                  </a:lnTo>
                  <a:lnTo>
                    <a:pt x="0" y="73151"/>
                  </a:lnTo>
                  <a:lnTo>
                    <a:pt x="73151" y="0"/>
                  </a:lnTo>
                  <a:lnTo>
                    <a:pt x="73151" y="36575"/>
                  </a:lnTo>
                  <a:lnTo>
                    <a:pt x="467867" y="36575"/>
                  </a:lnTo>
                  <a:lnTo>
                    <a:pt x="467867" y="0"/>
                  </a:lnTo>
                  <a:close/>
                </a:path>
              </a:pathLst>
            </a:custGeom>
            <a:ln w="25400">
              <a:solidFill>
                <a:srgbClr val="0F469B"/>
              </a:solidFill>
            </a:ln>
          </p:spPr>
          <p:txBody>
            <a:bodyPr wrap="square" lIns="0" tIns="0" rIns="0" bIns="0" rtlCol="0"/>
            <a:lstStyle/>
            <a:p>
              <a:endParaRPr>
                <a:latin typeface="Optima"/>
              </a:endParaRPr>
            </a:p>
          </p:txBody>
        </p:sp>
        <p:pic>
          <p:nvPicPr>
            <p:cNvPr id="49" name="object 49"/>
            <p:cNvPicPr/>
            <p:nvPr/>
          </p:nvPicPr>
          <p:blipFill>
            <a:blip r:embed="rId12" cstate="print"/>
            <a:stretch>
              <a:fillRect/>
            </a:stretch>
          </p:blipFill>
          <p:spPr>
            <a:xfrm>
              <a:off x="1801359" y="1936681"/>
              <a:ext cx="6934231" cy="88847"/>
            </a:xfrm>
            <a:prstGeom prst="rect">
              <a:avLst/>
            </a:prstGeom>
          </p:spPr>
        </p:pic>
        <p:sp>
          <p:nvSpPr>
            <p:cNvPr id="50" name="object 50"/>
            <p:cNvSpPr/>
            <p:nvPr/>
          </p:nvSpPr>
          <p:spPr>
            <a:xfrm>
              <a:off x="1835657" y="1963674"/>
              <a:ext cx="6876415" cy="0"/>
            </a:xfrm>
            <a:custGeom>
              <a:avLst/>
              <a:gdLst/>
              <a:ahLst/>
              <a:cxnLst/>
              <a:rect l="l" t="t" r="r" b="b"/>
              <a:pathLst>
                <a:path w="6876415">
                  <a:moveTo>
                    <a:pt x="0" y="0"/>
                  </a:moveTo>
                  <a:lnTo>
                    <a:pt x="6876034" y="0"/>
                  </a:lnTo>
                </a:path>
              </a:pathLst>
            </a:custGeom>
            <a:ln w="25400">
              <a:solidFill>
                <a:srgbClr val="0F469B"/>
              </a:solidFill>
              <a:prstDash val="sysDash"/>
            </a:ln>
          </p:spPr>
          <p:txBody>
            <a:bodyPr wrap="square" lIns="0" tIns="0" rIns="0" bIns="0" rtlCol="0"/>
            <a:lstStyle/>
            <a:p>
              <a:endParaRPr>
                <a:latin typeface="Optima"/>
              </a:endParaRPr>
            </a:p>
          </p:txBody>
        </p:sp>
        <p:pic>
          <p:nvPicPr>
            <p:cNvPr id="51" name="object 51"/>
            <p:cNvPicPr/>
            <p:nvPr/>
          </p:nvPicPr>
          <p:blipFill>
            <a:blip r:embed="rId13" cstate="print"/>
            <a:stretch>
              <a:fillRect/>
            </a:stretch>
          </p:blipFill>
          <p:spPr>
            <a:xfrm>
              <a:off x="1898903" y="1145770"/>
              <a:ext cx="914400" cy="598516"/>
            </a:xfrm>
            <a:prstGeom prst="rect">
              <a:avLst/>
            </a:prstGeom>
          </p:spPr>
        </p:pic>
        <p:pic>
          <p:nvPicPr>
            <p:cNvPr id="52" name="object 52"/>
            <p:cNvPicPr/>
            <p:nvPr/>
          </p:nvPicPr>
          <p:blipFill>
            <a:blip r:embed="rId14" cstate="print"/>
            <a:stretch>
              <a:fillRect/>
            </a:stretch>
          </p:blipFill>
          <p:spPr>
            <a:xfrm>
              <a:off x="3057144" y="1145770"/>
              <a:ext cx="914400" cy="598516"/>
            </a:xfrm>
            <a:prstGeom prst="rect">
              <a:avLst/>
            </a:prstGeom>
          </p:spPr>
        </p:pic>
        <p:pic>
          <p:nvPicPr>
            <p:cNvPr id="53" name="object 53"/>
            <p:cNvPicPr/>
            <p:nvPr/>
          </p:nvPicPr>
          <p:blipFill>
            <a:blip r:embed="rId15" cstate="print"/>
            <a:stretch>
              <a:fillRect/>
            </a:stretch>
          </p:blipFill>
          <p:spPr>
            <a:xfrm>
              <a:off x="4215383" y="1145770"/>
              <a:ext cx="914400" cy="598516"/>
            </a:xfrm>
            <a:prstGeom prst="rect">
              <a:avLst/>
            </a:prstGeom>
          </p:spPr>
        </p:pic>
        <p:pic>
          <p:nvPicPr>
            <p:cNvPr id="54" name="object 54"/>
            <p:cNvPicPr/>
            <p:nvPr/>
          </p:nvPicPr>
          <p:blipFill>
            <a:blip r:embed="rId16" cstate="print"/>
            <a:stretch>
              <a:fillRect/>
            </a:stretch>
          </p:blipFill>
          <p:spPr>
            <a:xfrm>
              <a:off x="5373624" y="1145770"/>
              <a:ext cx="914400" cy="598516"/>
            </a:xfrm>
            <a:prstGeom prst="rect">
              <a:avLst/>
            </a:prstGeom>
          </p:spPr>
        </p:pic>
        <p:pic>
          <p:nvPicPr>
            <p:cNvPr id="55" name="object 55"/>
            <p:cNvPicPr/>
            <p:nvPr/>
          </p:nvPicPr>
          <p:blipFill>
            <a:blip r:embed="rId17" cstate="print"/>
            <a:stretch>
              <a:fillRect/>
            </a:stretch>
          </p:blipFill>
          <p:spPr>
            <a:xfrm>
              <a:off x="7772399" y="928116"/>
              <a:ext cx="1040892" cy="1040891"/>
            </a:xfrm>
            <a:prstGeom prst="rect">
              <a:avLst/>
            </a:prstGeom>
          </p:spPr>
        </p:pic>
        <p:pic>
          <p:nvPicPr>
            <p:cNvPr id="56" name="object 56"/>
            <p:cNvPicPr/>
            <p:nvPr/>
          </p:nvPicPr>
          <p:blipFill>
            <a:blip r:embed="rId18" cstate="print"/>
            <a:stretch>
              <a:fillRect/>
            </a:stretch>
          </p:blipFill>
          <p:spPr>
            <a:xfrm>
              <a:off x="6789419" y="1085171"/>
              <a:ext cx="882396" cy="694020"/>
            </a:xfrm>
            <a:prstGeom prst="rect">
              <a:avLst/>
            </a:prstGeom>
          </p:spPr>
        </p:pic>
        <p:pic>
          <p:nvPicPr>
            <p:cNvPr id="57" name="object 57"/>
            <p:cNvPicPr/>
            <p:nvPr/>
          </p:nvPicPr>
          <p:blipFill>
            <a:blip r:embed="rId19" cstate="print"/>
            <a:stretch>
              <a:fillRect/>
            </a:stretch>
          </p:blipFill>
          <p:spPr>
            <a:xfrm>
              <a:off x="6377939" y="864108"/>
              <a:ext cx="106616" cy="1155191"/>
            </a:xfrm>
            <a:prstGeom prst="rect">
              <a:avLst/>
            </a:prstGeom>
          </p:spPr>
        </p:pic>
        <p:sp>
          <p:nvSpPr>
            <p:cNvPr id="58" name="object 58"/>
            <p:cNvSpPr/>
            <p:nvPr/>
          </p:nvSpPr>
          <p:spPr>
            <a:xfrm>
              <a:off x="6433566" y="886206"/>
              <a:ext cx="0" cy="1062355"/>
            </a:xfrm>
            <a:custGeom>
              <a:avLst/>
              <a:gdLst/>
              <a:ahLst/>
              <a:cxnLst/>
              <a:rect l="l" t="t" r="r" b="b"/>
              <a:pathLst>
                <a:path h="1062355">
                  <a:moveTo>
                    <a:pt x="0" y="0"/>
                  </a:moveTo>
                  <a:lnTo>
                    <a:pt x="0" y="1061974"/>
                  </a:lnTo>
                </a:path>
              </a:pathLst>
            </a:custGeom>
            <a:ln w="25400">
              <a:solidFill>
                <a:srgbClr val="0F469B"/>
              </a:solidFill>
              <a:prstDash val="sysDash"/>
            </a:ln>
          </p:spPr>
          <p:txBody>
            <a:bodyPr wrap="square" lIns="0" tIns="0" rIns="0" bIns="0" rtlCol="0"/>
            <a:lstStyle/>
            <a:p>
              <a:endParaRPr>
                <a:latin typeface="Optima"/>
              </a:endParaRPr>
            </a:p>
          </p:txBody>
        </p:sp>
        <p:pic>
          <p:nvPicPr>
            <p:cNvPr id="59" name="object 59"/>
            <p:cNvPicPr/>
            <p:nvPr/>
          </p:nvPicPr>
          <p:blipFill>
            <a:blip r:embed="rId20" cstate="print"/>
            <a:stretch>
              <a:fillRect/>
            </a:stretch>
          </p:blipFill>
          <p:spPr>
            <a:xfrm>
              <a:off x="1371599" y="1993391"/>
              <a:ext cx="495300" cy="370332"/>
            </a:xfrm>
            <a:prstGeom prst="rect">
              <a:avLst/>
            </a:prstGeom>
          </p:spPr>
        </p:pic>
        <p:pic>
          <p:nvPicPr>
            <p:cNvPr id="60" name="object 60"/>
            <p:cNvPicPr/>
            <p:nvPr/>
          </p:nvPicPr>
          <p:blipFill>
            <a:blip r:embed="rId20" cstate="print"/>
            <a:stretch>
              <a:fillRect/>
            </a:stretch>
          </p:blipFill>
          <p:spPr>
            <a:xfrm>
              <a:off x="8674608" y="1964436"/>
              <a:ext cx="496824" cy="370332"/>
            </a:xfrm>
            <a:prstGeom prst="rect">
              <a:avLst/>
            </a:prstGeom>
          </p:spPr>
        </p:pic>
        <p:pic>
          <p:nvPicPr>
            <p:cNvPr id="61" name="object 61"/>
            <p:cNvPicPr/>
            <p:nvPr/>
          </p:nvPicPr>
          <p:blipFill>
            <a:blip r:embed="rId12" cstate="print"/>
            <a:stretch>
              <a:fillRect/>
            </a:stretch>
          </p:blipFill>
          <p:spPr>
            <a:xfrm>
              <a:off x="1818123" y="5176705"/>
              <a:ext cx="6934231" cy="88847"/>
            </a:xfrm>
            <a:prstGeom prst="rect">
              <a:avLst/>
            </a:prstGeom>
          </p:spPr>
        </p:pic>
        <p:sp>
          <p:nvSpPr>
            <p:cNvPr id="62" name="object 62"/>
            <p:cNvSpPr/>
            <p:nvPr/>
          </p:nvSpPr>
          <p:spPr>
            <a:xfrm>
              <a:off x="1852421" y="5203698"/>
              <a:ext cx="6876415" cy="0"/>
            </a:xfrm>
            <a:custGeom>
              <a:avLst/>
              <a:gdLst/>
              <a:ahLst/>
              <a:cxnLst/>
              <a:rect l="l" t="t" r="r" b="b"/>
              <a:pathLst>
                <a:path w="6876415">
                  <a:moveTo>
                    <a:pt x="0" y="0"/>
                  </a:moveTo>
                  <a:lnTo>
                    <a:pt x="6876033" y="0"/>
                  </a:lnTo>
                </a:path>
              </a:pathLst>
            </a:custGeom>
            <a:ln w="25400">
              <a:solidFill>
                <a:srgbClr val="0F469B"/>
              </a:solidFill>
              <a:prstDash val="sysDash"/>
            </a:ln>
          </p:spPr>
          <p:txBody>
            <a:bodyPr wrap="square" lIns="0" tIns="0" rIns="0" bIns="0" rtlCol="0"/>
            <a:lstStyle/>
            <a:p>
              <a:endParaRPr>
                <a:latin typeface="Optima"/>
              </a:endParaRPr>
            </a:p>
          </p:txBody>
        </p:sp>
        <p:pic>
          <p:nvPicPr>
            <p:cNvPr id="63" name="object 63"/>
            <p:cNvPicPr/>
            <p:nvPr/>
          </p:nvPicPr>
          <p:blipFill>
            <a:blip r:embed="rId20" cstate="print"/>
            <a:stretch>
              <a:fillRect/>
            </a:stretch>
          </p:blipFill>
          <p:spPr>
            <a:xfrm>
              <a:off x="1371599" y="4765548"/>
              <a:ext cx="495300" cy="370331"/>
            </a:xfrm>
            <a:prstGeom prst="rect">
              <a:avLst/>
            </a:prstGeom>
          </p:spPr>
        </p:pic>
        <p:pic>
          <p:nvPicPr>
            <p:cNvPr id="64" name="object 64"/>
            <p:cNvPicPr/>
            <p:nvPr/>
          </p:nvPicPr>
          <p:blipFill>
            <a:blip r:embed="rId20" cstate="print"/>
            <a:stretch>
              <a:fillRect/>
            </a:stretch>
          </p:blipFill>
          <p:spPr>
            <a:xfrm>
              <a:off x="8718804" y="4814316"/>
              <a:ext cx="496824" cy="368807"/>
            </a:xfrm>
            <a:prstGeom prst="rect">
              <a:avLst/>
            </a:prstGeom>
          </p:spPr>
        </p:pic>
        <p:pic>
          <p:nvPicPr>
            <p:cNvPr id="65" name="object 65"/>
            <p:cNvPicPr/>
            <p:nvPr/>
          </p:nvPicPr>
          <p:blipFill>
            <a:blip r:embed="rId21" cstate="print"/>
            <a:stretch>
              <a:fillRect/>
            </a:stretch>
          </p:blipFill>
          <p:spPr>
            <a:xfrm>
              <a:off x="1749551" y="5462016"/>
              <a:ext cx="547115" cy="676656"/>
            </a:xfrm>
            <a:prstGeom prst="rect">
              <a:avLst/>
            </a:prstGeom>
          </p:spPr>
        </p:pic>
        <p:pic>
          <p:nvPicPr>
            <p:cNvPr id="66" name="object 66"/>
            <p:cNvPicPr/>
            <p:nvPr/>
          </p:nvPicPr>
          <p:blipFill>
            <a:blip r:embed="rId22" cstate="print"/>
            <a:stretch>
              <a:fillRect/>
            </a:stretch>
          </p:blipFill>
          <p:spPr>
            <a:xfrm>
              <a:off x="2348483" y="5402579"/>
              <a:ext cx="1059180" cy="795527"/>
            </a:xfrm>
            <a:prstGeom prst="rect">
              <a:avLst/>
            </a:prstGeom>
          </p:spPr>
        </p:pic>
        <p:pic>
          <p:nvPicPr>
            <p:cNvPr id="67" name="object 67"/>
            <p:cNvPicPr/>
            <p:nvPr/>
          </p:nvPicPr>
          <p:blipFill>
            <a:blip r:embed="rId23" cstate="print"/>
            <a:stretch>
              <a:fillRect/>
            </a:stretch>
          </p:blipFill>
          <p:spPr>
            <a:xfrm>
              <a:off x="3380232" y="5303519"/>
              <a:ext cx="995172" cy="993647"/>
            </a:xfrm>
            <a:prstGeom prst="rect">
              <a:avLst/>
            </a:prstGeom>
          </p:spPr>
        </p:pic>
        <p:pic>
          <p:nvPicPr>
            <p:cNvPr id="68" name="object 68"/>
            <p:cNvPicPr/>
            <p:nvPr/>
          </p:nvPicPr>
          <p:blipFill>
            <a:blip r:embed="rId24" cstate="print"/>
            <a:stretch>
              <a:fillRect/>
            </a:stretch>
          </p:blipFill>
          <p:spPr>
            <a:xfrm>
              <a:off x="4517793" y="5436108"/>
              <a:ext cx="943904" cy="728472"/>
            </a:xfrm>
            <a:prstGeom prst="rect">
              <a:avLst/>
            </a:prstGeom>
          </p:spPr>
        </p:pic>
        <p:pic>
          <p:nvPicPr>
            <p:cNvPr id="69" name="object 69"/>
            <p:cNvPicPr/>
            <p:nvPr/>
          </p:nvPicPr>
          <p:blipFill>
            <a:blip r:embed="rId25" cstate="print"/>
            <a:stretch>
              <a:fillRect/>
            </a:stretch>
          </p:blipFill>
          <p:spPr>
            <a:xfrm>
              <a:off x="5687956" y="5500889"/>
              <a:ext cx="1203443" cy="589248"/>
            </a:xfrm>
            <a:prstGeom prst="rect">
              <a:avLst/>
            </a:prstGeom>
          </p:spPr>
        </p:pic>
        <p:pic>
          <p:nvPicPr>
            <p:cNvPr id="70" name="object 70"/>
            <p:cNvPicPr/>
            <p:nvPr/>
          </p:nvPicPr>
          <p:blipFill>
            <a:blip r:embed="rId26" cstate="print"/>
            <a:stretch>
              <a:fillRect/>
            </a:stretch>
          </p:blipFill>
          <p:spPr>
            <a:xfrm>
              <a:off x="8433939" y="5530636"/>
              <a:ext cx="644404" cy="646094"/>
            </a:xfrm>
            <a:prstGeom prst="rect">
              <a:avLst/>
            </a:prstGeom>
          </p:spPr>
        </p:pic>
        <p:pic>
          <p:nvPicPr>
            <p:cNvPr id="71" name="object 71"/>
            <p:cNvPicPr/>
            <p:nvPr/>
          </p:nvPicPr>
          <p:blipFill>
            <a:blip r:embed="rId27" cstate="print"/>
            <a:stretch>
              <a:fillRect/>
            </a:stretch>
          </p:blipFill>
          <p:spPr>
            <a:xfrm>
              <a:off x="6999731" y="5629655"/>
              <a:ext cx="1248155" cy="396240"/>
            </a:xfrm>
            <a:prstGeom prst="rect">
              <a:avLst/>
            </a:prstGeom>
          </p:spPr>
        </p:pic>
        <p:sp>
          <p:nvSpPr>
            <p:cNvPr id="72" name="object 72"/>
            <p:cNvSpPr/>
            <p:nvPr/>
          </p:nvSpPr>
          <p:spPr>
            <a:xfrm>
              <a:off x="1367789" y="4539234"/>
              <a:ext cx="486409" cy="146685"/>
            </a:xfrm>
            <a:custGeom>
              <a:avLst/>
              <a:gdLst/>
              <a:ahLst/>
              <a:cxnLst/>
              <a:rect l="l" t="t" r="r" b="b"/>
              <a:pathLst>
                <a:path w="486410" h="146685">
                  <a:moveTo>
                    <a:pt x="413003" y="0"/>
                  </a:moveTo>
                  <a:lnTo>
                    <a:pt x="413003" y="36576"/>
                  </a:lnTo>
                  <a:lnTo>
                    <a:pt x="73151" y="36576"/>
                  </a:lnTo>
                  <a:lnTo>
                    <a:pt x="73151" y="0"/>
                  </a:lnTo>
                  <a:lnTo>
                    <a:pt x="0" y="73152"/>
                  </a:lnTo>
                  <a:lnTo>
                    <a:pt x="73151" y="146304"/>
                  </a:lnTo>
                  <a:lnTo>
                    <a:pt x="73151" y="109728"/>
                  </a:lnTo>
                  <a:lnTo>
                    <a:pt x="413003" y="109728"/>
                  </a:lnTo>
                  <a:lnTo>
                    <a:pt x="413003" y="146304"/>
                  </a:lnTo>
                  <a:lnTo>
                    <a:pt x="486155" y="73152"/>
                  </a:lnTo>
                  <a:lnTo>
                    <a:pt x="413003" y="0"/>
                  </a:lnTo>
                  <a:close/>
                </a:path>
              </a:pathLst>
            </a:custGeom>
            <a:solidFill>
              <a:srgbClr val="FFFFFF"/>
            </a:solidFill>
          </p:spPr>
          <p:txBody>
            <a:bodyPr wrap="square" lIns="0" tIns="0" rIns="0" bIns="0" rtlCol="0"/>
            <a:lstStyle/>
            <a:p>
              <a:endParaRPr>
                <a:latin typeface="Optima"/>
              </a:endParaRPr>
            </a:p>
          </p:txBody>
        </p:sp>
        <p:sp>
          <p:nvSpPr>
            <p:cNvPr id="73" name="object 73"/>
            <p:cNvSpPr/>
            <p:nvPr/>
          </p:nvSpPr>
          <p:spPr>
            <a:xfrm>
              <a:off x="1367789" y="4539234"/>
              <a:ext cx="486409" cy="146685"/>
            </a:xfrm>
            <a:custGeom>
              <a:avLst/>
              <a:gdLst/>
              <a:ahLst/>
              <a:cxnLst/>
              <a:rect l="l" t="t" r="r" b="b"/>
              <a:pathLst>
                <a:path w="486410" h="146685">
                  <a:moveTo>
                    <a:pt x="413003" y="0"/>
                  </a:moveTo>
                  <a:lnTo>
                    <a:pt x="486155" y="73152"/>
                  </a:lnTo>
                  <a:lnTo>
                    <a:pt x="413003" y="146304"/>
                  </a:lnTo>
                  <a:lnTo>
                    <a:pt x="413003" y="109728"/>
                  </a:lnTo>
                  <a:lnTo>
                    <a:pt x="73151" y="109728"/>
                  </a:lnTo>
                  <a:lnTo>
                    <a:pt x="73151" y="146304"/>
                  </a:lnTo>
                  <a:lnTo>
                    <a:pt x="0" y="73152"/>
                  </a:lnTo>
                  <a:lnTo>
                    <a:pt x="73151" y="0"/>
                  </a:lnTo>
                  <a:lnTo>
                    <a:pt x="73151" y="36576"/>
                  </a:lnTo>
                  <a:lnTo>
                    <a:pt x="413003" y="36576"/>
                  </a:lnTo>
                  <a:lnTo>
                    <a:pt x="413003" y="0"/>
                  </a:lnTo>
                  <a:close/>
                </a:path>
              </a:pathLst>
            </a:custGeom>
            <a:ln w="25400">
              <a:solidFill>
                <a:srgbClr val="0F469B"/>
              </a:solidFill>
            </a:ln>
          </p:spPr>
          <p:txBody>
            <a:bodyPr wrap="square" lIns="0" tIns="0" rIns="0" bIns="0" rtlCol="0"/>
            <a:lstStyle/>
            <a:p>
              <a:endParaRPr>
                <a:latin typeface="Optima"/>
              </a:endParaRPr>
            </a:p>
          </p:txBody>
        </p:sp>
        <p:sp>
          <p:nvSpPr>
            <p:cNvPr id="74" name="object 74"/>
            <p:cNvSpPr/>
            <p:nvPr/>
          </p:nvSpPr>
          <p:spPr>
            <a:xfrm>
              <a:off x="1376933" y="4162805"/>
              <a:ext cx="486409" cy="146685"/>
            </a:xfrm>
            <a:custGeom>
              <a:avLst/>
              <a:gdLst/>
              <a:ahLst/>
              <a:cxnLst/>
              <a:rect l="l" t="t" r="r" b="b"/>
              <a:pathLst>
                <a:path w="486410" h="146685">
                  <a:moveTo>
                    <a:pt x="413003" y="0"/>
                  </a:moveTo>
                  <a:lnTo>
                    <a:pt x="413003" y="36576"/>
                  </a:lnTo>
                  <a:lnTo>
                    <a:pt x="73152" y="36576"/>
                  </a:lnTo>
                  <a:lnTo>
                    <a:pt x="73152" y="0"/>
                  </a:lnTo>
                  <a:lnTo>
                    <a:pt x="0" y="73152"/>
                  </a:lnTo>
                  <a:lnTo>
                    <a:pt x="73152" y="146304"/>
                  </a:lnTo>
                  <a:lnTo>
                    <a:pt x="73152" y="109728"/>
                  </a:lnTo>
                  <a:lnTo>
                    <a:pt x="413003" y="109728"/>
                  </a:lnTo>
                  <a:lnTo>
                    <a:pt x="413003" y="146304"/>
                  </a:lnTo>
                  <a:lnTo>
                    <a:pt x="486155" y="73152"/>
                  </a:lnTo>
                  <a:lnTo>
                    <a:pt x="413003" y="0"/>
                  </a:lnTo>
                  <a:close/>
                </a:path>
              </a:pathLst>
            </a:custGeom>
            <a:solidFill>
              <a:srgbClr val="FFFFFF"/>
            </a:solidFill>
          </p:spPr>
          <p:txBody>
            <a:bodyPr wrap="square" lIns="0" tIns="0" rIns="0" bIns="0" rtlCol="0"/>
            <a:lstStyle/>
            <a:p>
              <a:endParaRPr>
                <a:latin typeface="Optima"/>
              </a:endParaRPr>
            </a:p>
          </p:txBody>
        </p:sp>
        <p:sp>
          <p:nvSpPr>
            <p:cNvPr id="75" name="object 75"/>
            <p:cNvSpPr/>
            <p:nvPr/>
          </p:nvSpPr>
          <p:spPr>
            <a:xfrm>
              <a:off x="1376933" y="4162805"/>
              <a:ext cx="486409" cy="146685"/>
            </a:xfrm>
            <a:custGeom>
              <a:avLst/>
              <a:gdLst/>
              <a:ahLst/>
              <a:cxnLst/>
              <a:rect l="l" t="t" r="r" b="b"/>
              <a:pathLst>
                <a:path w="486410" h="146685">
                  <a:moveTo>
                    <a:pt x="413003" y="0"/>
                  </a:moveTo>
                  <a:lnTo>
                    <a:pt x="486155" y="73152"/>
                  </a:lnTo>
                  <a:lnTo>
                    <a:pt x="413003" y="146304"/>
                  </a:lnTo>
                  <a:lnTo>
                    <a:pt x="413003" y="109728"/>
                  </a:lnTo>
                  <a:lnTo>
                    <a:pt x="73152" y="109728"/>
                  </a:lnTo>
                  <a:lnTo>
                    <a:pt x="73152" y="146304"/>
                  </a:lnTo>
                  <a:lnTo>
                    <a:pt x="0" y="73152"/>
                  </a:lnTo>
                  <a:lnTo>
                    <a:pt x="73152" y="0"/>
                  </a:lnTo>
                  <a:lnTo>
                    <a:pt x="73152" y="36576"/>
                  </a:lnTo>
                  <a:lnTo>
                    <a:pt x="413003" y="36576"/>
                  </a:lnTo>
                  <a:lnTo>
                    <a:pt x="413003" y="0"/>
                  </a:lnTo>
                  <a:close/>
                </a:path>
              </a:pathLst>
            </a:custGeom>
            <a:ln w="25400">
              <a:solidFill>
                <a:srgbClr val="0F469B"/>
              </a:solidFill>
            </a:ln>
          </p:spPr>
          <p:txBody>
            <a:bodyPr wrap="square" lIns="0" tIns="0" rIns="0" bIns="0" rtlCol="0"/>
            <a:lstStyle/>
            <a:p>
              <a:endParaRPr>
                <a:latin typeface="Optima"/>
              </a:endParaRPr>
            </a:p>
          </p:txBody>
        </p:sp>
        <p:sp>
          <p:nvSpPr>
            <p:cNvPr id="76" name="object 76"/>
            <p:cNvSpPr/>
            <p:nvPr/>
          </p:nvSpPr>
          <p:spPr>
            <a:xfrm>
              <a:off x="1372361" y="3786378"/>
              <a:ext cx="486409" cy="146685"/>
            </a:xfrm>
            <a:custGeom>
              <a:avLst/>
              <a:gdLst/>
              <a:ahLst/>
              <a:cxnLst/>
              <a:rect l="l" t="t" r="r" b="b"/>
              <a:pathLst>
                <a:path w="486410" h="146685">
                  <a:moveTo>
                    <a:pt x="413004" y="0"/>
                  </a:moveTo>
                  <a:lnTo>
                    <a:pt x="413004" y="36576"/>
                  </a:lnTo>
                  <a:lnTo>
                    <a:pt x="73151" y="36576"/>
                  </a:lnTo>
                  <a:lnTo>
                    <a:pt x="73151" y="0"/>
                  </a:lnTo>
                  <a:lnTo>
                    <a:pt x="0" y="73152"/>
                  </a:lnTo>
                  <a:lnTo>
                    <a:pt x="73151" y="146304"/>
                  </a:lnTo>
                  <a:lnTo>
                    <a:pt x="73151" y="109728"/>
                  </a:lnTo>
                  <a:lnTo>
                    <a:pt x="413004" y="109728"/>
                  </a:lnTo>
                  <a:lnTo>
                    <a:pt x="413004" y="146304"/>
                  </a:lnTo>
                  <a:lnTo>
                    <a:pt x="486156" y="73152"/>
                  </a:lnTo>
                  <a:lnTo>
                    <a:pt x="413004" y="0"/>
                  </a:lnTo>
                  <a:close/>
                </a:path>
              </a:pathLst>
            </a:custGeom>
            <a:solidFill>
              <a:srgbClr val="FFFFFF"/>
            </a:solidFill>
          </p:spPr>
          <p:txBody>
            <a:bodyPr wrap="square" lIns="0" tIns="0" rIns="0" bIns="0" rtlCol="0"/>
            <a:lstStyle/>
            <a:p>
              <a:endParaRPr>
                <a:latin typeface="Optima"/>
              </a:endParaRPr>
            </a:p>
          </p:txBody>
        </p:sp>
        <p:sp>
          <p:nvSpPr>
            <p:cNvPr id="77" name="object 77"/>
            <p:cNvSpPr/>
            <p:nvPr/>
          </p:nvSpPr>
          <p:spPr>
            <a:xfrm>
              <a:off x="1372361" y="3786378"/>
              <a:ext cx="486409" cy="146685"/>
            </a:xfrm>
            <a:custGeom>
              <a:avLst/>
              <a:gdLst/>
              <a:ahLst/>
              <a:cxnLst/>
              <a:rect l="l" t="t" r="r" b="b"/>
              <a:pathLst>
                <a:path w="486410" h="146685">
                  <a:moveTo>
                    <a:pt x="413004" y="0"/>
                  </a:moveTo>
                  <a:lnTo>
                    <a:pt x="486156" y="73152"/>
                  </a:lnTo>
                  <a:lnTo>
                    <a:pt x="413004" y="146304"/>
                  </a:lnTo>
                  <a:lnTo>
                    <a:pt x="413004" y="109728"/>
                  </a:lnTo>
                  <a:lnTo>
                    <a:pt x="73151" y="109728"/>
                  </a:lnTo>
                  <a:lnTo>
                    <a:pt x="73151" y="146304"/>
                  </a:lnTo>
                  <a:lnTo>
                    <a:pt x="0" y="73152"/>
                  </a:lnTo>
                  <a:lnTo>
                    <a:pt x="73151" y="0"/>
                  </a:lnTo>
                  <a:lnTo>
                    <a:pt x="73151" y="36576"/>
                  </a:lnTo>
                  <a:lnTo>
                    <a:pt x="413004" y="36576"/>
                  </a:lnTo>
                  <a:lnTo>
                    <a:pt x="413004" y="0"/>
                  </a:lnTo>
                  <a:close/>
                </a:path>
              </a:pathLst>
            </a:custGeom>
            <a:ln w="25400">
              <a:solidFill>
                <a:srgbClr val="0F469B"/>
              </a:solidFill>
            </a:ln>
          </p:spPr>
          <p:txBody>
            <a:bodyPr wrap="square" lIns="0" tIns="0" rIns="0" bIns="0" rtlCol="0"/>
            <a:lstStyle/>
            <a:p>
              <a:endParaRPr>
                <a:latin typeface="Optima"/>
              </a:endParaRPr>
            </a:p>
          </p:txBody>
        </p:sp>
        <p:pic>
          <p:nvPicPr>
            <p:cNvPr id="78" name="object 78"/>
            <p:cNvPicPr/>
            <p:nvPr/>
          </p:nvPicPr>
          <p:blipFill>
            <a:blip r:embed="rId28" cstate="print"/>
            <a:stretch>
              <a:fillRect/>
            </a:stretch>
          </p:blipFill>
          <p:spPr>
            <a:xfrm>
              <a:off x="1912619" y="2302763"/>
              <a:ext cx="6717792" cy="1219200"/>
            </a:xfrm>
            <a:prstGeom prst="rect">
              <a:avLst/>
            </a:prstGeom>
          </p:spPr>
        </p:pic>
        <p:pic>
          <p:nvPicPr>
            <p:cNvPr id="79" name="object 79"/>
            <p:cNvPicPr/>
            <p:nvPr/>
          </p:nvPicPr>
          <p:blipFill>
            <a:blip r:embed="rId29" cstate="print"/>
            <a:stretch>
              <a:fillRect/>
            </a:stretch>
          </p:blipFill>
          <p:spPr>
            <a:xfrm>
              <a:off x="1959863" y="2330196"/>
              <a:ext cx="6627876" cy="1129283"/>
            </a:xfrm>
            <a:prstGeom prst="rect">
              <a:avLst/>
            </a:prstGeom>
          </p:spPr>
        </p:pic>
        <p:sp>
          <p:nvSpPr>
            <p:cNvPr id="80" name="object 80"/>
            <p:cNvSpPr/>
            <p:nvPr/>
          </p:nvSpPr>
          <p:spPr>
            <a:xfrm>
              <a:off x="1959863" y="2330196"/>
              <a:ext cx="6628130" cy="1129665"/>
            </a:xfrm>
            <a:custGeom>
              <a:avLst/>
              <a:gdLst/>
              <a:ahLst/>
              <a:cxnLst/>
              <a:rect l="l" t="t" r="r" b="b"/>
              <a:pathLst>
                <a:path w="6628130" h="1129664">
                  <a:moveTo>
                    <a:pt x="0" y="188213"/>
                  </a:moveTo>
                  <a:lnTo>
                    <a:pt x="6727" y="138200"/>
                  </a:lnTo>
                  <a:lnTo>
                    <a:pt x="25710" y="93246"/>
                  </a:lnTo>
                  <a:lnTo>
                    <a:pt x="55149" y="55149"/>
                  </a:lnTo>
                  <a:lnTo>
                    <a:pt x="93246" y="25710"/>
                  </a:lnTo>
                  <a:lnTo>
                    <a:pt x="138200" y="6727"/>
                  </a:lnTo>
                  <a:lnTo>
                    <a:pt x="188213" y="0"/>
                  </a:lnTo>
                  <a:lnTo>
                    <a:pt x="6439662" y="0"/>
                  </a:lnTo>
                  <a:lnTo>
                    <a:pt x="6489675" y="6727"/>
                  </a:lnTo>
                  <a:lnTo>
                    <a:pt x="6534629" y="25710"/>
                  </a:lnTo>
                  <a:lnTo>
                    <a:pt x="6572726" y="55149"/>
                  </a:lnTo>
                  <a:lnTo>
                    <a:pt x="6602165" y="93246"/>
                  </a:lnTo>
                  <a:lnTo>
                    <a:pt x="6621148" y="138200"/>
                  </a:lnTo>
                  <a:lnTo>
                    <a:pt x="6627876" y="188213"/>
                  </a:lnTo>
                  <a:lnTo>
                    <a:pt x="6627876" y="941069"/>
                  </a:lnTo>
                  <a:lnTo>
                    <a:pt x="6621148" y="991083"/>
                  </a:lnTo>
                  <a:lnTo>
                    <a:pt x="6602165" y="1036037"/>
                  </a:lnTo>
                  <a:lnTo>
                    <a:pt x="6572726" y="1074134"/>
                  </a:lnTo>
                  <a:lnTo>
                    <a:pt x="6534629" y="1103573"/>
                  </a:lnTo>
                  <a:lnTo>
                    <a:pt x="6489675" y="1122556"/>
                  </a:lnTo>
                  <a:lnTo>
                    <a:pt x="6439662" y="1129283"/>
                  </a:lnTo>
                  <a:lnTo>
                    <a:pt x="188213" y="1129283"/>
                  </a:lnTo>
                  <a:lnTo>
                    <a:pt x="138200" y="1122556"/>
                  </a:lnTo>
                  <a:lnTo>
                    <a:pt x="93246" y="1103573"/>
                  </a:lnTo>
                  <a:lnTo>
                    <a:pt x="55149" y="1074134"/>
                  </a:lnTo>
                  <a:lnTo>
                    <a:pt x="25710" y="1036037"/>
                  </a:lnTo>
                  <a:lnTo>
                    <a:pt x="6727" y="991083"/>
                  </a:lnTo>
                  <a:lnTo>
                    <a:pt x="0" y="941069"/>
                  </a:lnTo>
                  <a:lnTo>
                    <a:pt x="0" y="188213"/>
                  </a:lnTo>
                  <a:close/>
                </a:path>
              </a:pathLst>
            </a:custGeom>
            <a:ln w="9524">
              <a:solidFill>
                <a:srgbClr val="0F469B"/>
              </a:solidFill>
            </a:ln>
          </p:spPr>
          <p:txBody>
            <a:bodyPr wrap="square" lIns="0" tIns="0" rIns="0" bIns="0" rtlCol="0"/>
            <a:lstStyle/>
            <a:p>
              <a:endParaRPr>
                <a:latin typeface="Optima"/>
              </a:endParaRPr>
            </a:p>
          </p:txBody>
        </p:sp>
        <p:pic>
          <p:nvPicPr>
            <p:cNvPr id="81" name="object 81"/>
            <p:cNvPicPr/>
            <p:nvPr/>
          </p:nvPicPr>
          <p:blipFill>
            <a:blip r:embed="rId30" cstate="print"/>
            <a:stretch>
              <a:fillRect/>
            </a:stretch>
          </p:blipFill>
          <p:spPr>
            <a:xfrm>
              <a:off x="1950719" y="2770619"/>
              <a:ext cx="1327404" cy="652284"/>
            </a:xfrm>
            <a:prstGeom prst="rect">
              <a:avLst/>
            </a:prstGeom>
          </p:spPr>
        </p:pic>
        <p:pic>
          <p:nvPicPr>
            <p:cNvPr id="82" name="object 82"/>
            <p:cNvPicPr/>
            <p:nvPr/>
          </p:nvPicPr>
          <p:blipFill>
            <a:blip r:embed="rId31" cstate="print"/>
            <a:stretch>
              <a:fillRect/>
            </a:stretch>
          </p:blipFill>
          <p:spPr>
            <a:xfrm>
              <a:off x="2068067" y="2866656"/>
              <a:ext cx="1117104" cy="499859"/>
            </a:xfrm>
            <a:prstGeom prst="rect">
              <a:avLst/>
            </a:prstGeom>
          </p:spPr>
        </p:pic>
        <p:pic>
          <p:nvPicPr>
            <p:cNvPr id="83" name="object 83"/>
            <p:cNvPicPr/>
            <p:nvPr/>
          </p:nvPicPr>
          <p:blipFill>
            <a:blip r:embed="rId32" cstate="print"/>
            <a:stretch>
              <a:fillRect/>
            </a:stretch>
          </p:blipFill>
          <p:spPr>
            <a:xfrm>
              <a:off x="1997963" y="2798063"/>
              <a:ext cx="1237488" cy="562356"/>
            </a:xfrm>
            <a:prstGeom prst="rect">
              <a:avLst/>
            </a:prstGeom>
          </p:spPr>
        </p:pic>
        <p:sp>
          <p:nvSpPr>
            <p:cNvPr id="84" name="object 84"/>
            <p:cNvSpPr/>
            <p:nvPr/>
          </p:nvSpPr>
          <p:spPr>
            <a:xfrm>
              <a:off x="1997963" y="2798063"/>
              <a:ext cx="1237615" cy="562610"/>
            </a:xfrm>
            <a:custGeom>
              <a:avLst/>
              <a:gdLst/>
              <a:ahLst/>
              <a:cxnLst/>
              <a:rect l="l" t="t" r="r" b="b"/>
              <a:pathLst>
                <a:path w="1237614" h="562610">
                  <a:moveTo>
                    <a:pt x="0" y="93725"/>
                  </a:moveTo>
                  <a:lnTo>
                    <a:pt x="7358" y="57221"/>
                  </a:lnTo>
                  <a:lnTo>
                    <a:pt x="27431" y="27432"/>
                  </a:lnTo>
                  <a:lnTo>
                    <a:pt x="57221" y="7358"/>
                  </a:lnTo>
                  <a:lnTo>
                    <a:pt x="93725" y="0"/>
                  </a:lnTo>
                  <a:lnTo>
                    <a:pt x="1143762" y="0"/>
                  </a:lnTo>
                  <a:lnTo>
                    <a:pt x="1180266" y="7358"/>
                  </a:lnTo>
                  <a:lnTo>
                    <a:pt x="1210056" y="27432"/>
                  </a:lnTo>
                  <a:lnTo>
                    <a:pt x="1230129" y="57221"/>
                  </a:lnTo>
                  <a:lnTo>
                    <a:pt x="1237488" y="93725"/>
                  </a:lnTo>
                  <a:lnTo>
                    <a:pt x="1237488" y="468630"/>
                  </a:lnTo>
                  <a:lnTo>
                    <a:pt x="1230129" y="505134"/>
                  </a:lnTo>
                  <a:lnTo>
                    <a:pt x="1210056" y="534924"/>
                  </a:lnTo>
                  <a:lnTo>
                    <a:pt x="1180266" y="554997"/>
                  </a:lnTo>
                  <a:lnTo>
                    <a:pt x="1143762" y="562356"/>
                  </a:lnTo>
                  <a:lnTo>
                    <a:pt x="93725" y="562356"/>
                  </a:lnTo>
                  <a:lnTo>
                    <a:pt x="57221" y="554997"/>
                  </a:lnTo>
                  <a:lnTo>
                    <a:pt x="27431"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grpSp>
      <p:pic>
        <p:nvPicPr>
          <p:cNvPr id="85" name="object 85"/>
          <p:cNvPicPr/>
          <p:nvPr/>
        </p:nvPicPr>
        <p:blipFill>
          <a:blip r:embed="rId33" cstate="print"/>
          <a:stretch>
            <a:fillRect/>
          </a:stretch>
        </p:blipFill>
        <p:spPr>
          <a:xfrm>
            <a:off x="8967216" y="6416038"/>
            <a:ext cx="617220" cy="402336"/>
          </a:xfrm>
          <a:prstGeom prst="rect">
            <a:avLst/>
          </a:prstGeom>
        </p:spPr>
      </p:pic>
      <p:grpSp>
        <p:nvGrpSpPr>
          <p:cNvPr id="86" name="object 86"/>
          <p:cNvGrpSpPr/>
          <p:nvPr/>
        </p:nvGrpSpPr>
        <p:grpSpPr>
          <a:xfrm>
            <a:off x="621791" y="1444811"/>
            <a:ext cx="524510" cy="1894839"/>
            <a:chOff x="621791" y="1444811"/>
            <a:chExt cx="524510" cy="1894839"/>
          </a:xfrm>
        </p:grpSpPr>
        <p:pic>
          <p:nvPicPr>
            <p:cNvPr id="87" name="object 87"/>
            <p:cNvPicPr/>
            <p:nvPr/>
          </p:nvPicPr>
          <p:blipFill>
            <a:blip r:embed="rId34" cstate="print"/>
            <a:stretch>
              <a:fillRect/>
            </a:stretch>
          </p:blipFill>
          <p:spPr>
            <a:xfrm>
              <a:off x="702692" y="1444811"/>
              <a:ext cx="380807" cy="431172"/>
            </a:xfrm>
            <a:prstGeom prst="rect">
              <a:avLst/>
            </a:prstGeom>
          </p:spPr>
        </p:pic>
        <p:pic>
          <p:nvPicPr>
            <p:cNvPr id="88" name="object 88"/>
            <p:cNvPicPr/>
            <p:nvPr/>
          </p:nvPicPr>
          <p:blipFill>
            <a:blip r:embed="rId35" cstate="print"/>
            <a:stretch>
              <a:fillRect/>
            </a:stretch>
          </p:blipFill>
          <p:spPr>
            <a:xfrm>
              <a:off x="621791" y="1865376"/>
              <a:ext cx="524256" cy="524256"/>
            </a:xfrm>
            <a:prstGeom prst="rect">
              <a:avLst/>
            </a:prstGeom>
          </p:spPr>
        </p:pic>
        <p:pic>
          <p:nvPicPr>
            <p:cNvPr id="89" name="object 89"/>
            <p:cNvPicPr/>
            <p:nvPr/>
          </p:nvPicPr>
          <p:blipFill>
            <a:blip r:embed="rId36" cstate="print"/>
            <a:stretch>
              <a:fillRect/>
            </a:stretch>
          </p:blipFill>
          <p:spPr>
            <a:xfrm>
              <a:off x="699911" y="2840736"/>
              <a:ext cx="368017" cy="498348"/>
            </a:xfrm>
            <a:prstGeom prst="rect">
              <a:avLst/>
            </a:prstGeom>
          </p:spPr>
        </p:pic>
        <p:pic>
          <p:nvPicPr>
            <p:cNvPr id="90" name="object 90"/>
            <p:cNvPicPr/>
            <p:nvPr/>
          </p:nvPicPr>
          <p:blipFill>
            <a:blip r:embed="rId37" cstate="print"/>
            <a:stretch>
              <a:fillRect/>
            </a:stretch>
          </p:blipFill>
          <p:spPr>
            <a:xfrm>
              <a:off x="635507" y="2322576"/>
              <a:ext cx="496823" cy="498348"/>
            </a:xfrm>
            <a:prstGeom prst="rect">
              <a:avLst/>
            </a:prstGeom>
          </p:spPr>
        </p:pic>
      </p:grpSp>
      <p:pic>
        <p:nvPicPr>
          <p:cNvPr id="91" name="object 91"/>
          <p:cNvPicPr/>
          <p:nvPr/>
        </p:nvPicPr>
        <p:blipFill>
          <a:blip r:embed="rId38" cstate="print"/>
          <a:stretch>
            <a:fillRect/>
          </a:stretch>
        </p:blipFill>
        <p:spPr>
          <a:xfrm>
            <a:off x="663109" y="4454652"/>
            <a:ext cx="446221" cy="496824"/>
          </a:xfrm>
          <a:prstGeom prst="rect">
            <a:avLst/>
          </a:prstGeom>
        </p:spPr>
      </p:pic>
      <p:grpSp>
        <p:nvGrpSpPr>
          <p:cNvPr id="92" name="object 92"/>
          <p:cNvGrpSpPr/>
          <p:nvPr/>
        </p:nvGrpSpPr>
        <p:grpSpPr>
          <a:xfrm>
            <a:off x="644651" y="3389419"/>
            <a:ext cx="478790" cy="980440"/>
            <a:chOff x="644651" y="3389419"/>
            <a:chExt cx="478790" cy="980440"/>
          </a:xfrm>
        </p:grpSpPr>
        <p:pic>
          <p:nvPicPr>
            <p:cNvPr id="93" name="object 93"/>
            <p:cNvPicPr/>
            <p:nvPr/>
          </p:nvPicPr>
          <p:blipFill>
            <a:blip r:embed="rId39" cstate="print"/>
            <a:stretch>
              <a:fillRect/>
            </a:stretch>
          </p:blipFill>
          <p:spPr>
            <a:xfrm>
              <a:off x="644651" y="3389419"/>
              <a:ext cx="478536" cy="449492"/>
            </a:xfrm>
            <a:prstGeom prst="rect">
              <a:avLst/>
            </a:prstGeom>
          </p:spPr>
        </p:pic>
        <p:pic>
          <p:nvPicPr>
            <p:cNvPr id="94" name="object 94"/>
            <p:cNvPicPr/>
            <p:nvPr/>
          </p:nvPicPr>
          <p:blipFill>
            <a:blip r:embed="rId40" cstate="print"/>
            <a:stretch>
              <a:fillRect/>
            </a:stretch>
          </p:blipFill>
          <p:spPr>
            <a:xfrm>
              <a:off x="672866" y="3882939"/>
              <a:ext cx="418646" cy="486889"/>
            </a:xfrm>
            <a:prstGeom prst="rect">
              <a:avLst/>
            </a:prstGeom>
          </p:spPr>
        </p:pic>
      </p:grpSp>
      <p:pic>
        <p:nvPicPr>
          <p:cNvPr id="95" name="object 95"/>
          <p:cNvPicPr/>
          <p:nvPr/>
        </p:nvPicPr>
        <p:blipFill>
          <a:blip r:embed="rId41" cstate="print"/>
          <a:stretch>
            <a:fillRect/>
          </a:stretch>
        </p:blipFill>
        <p:spPr>
          <a:xfrm>
            <a:off x="688848" y="5030723"/>
            <a:ext cx="390144" cy="527304"/>
          </a:xfrm>
          <a:prstGeom prst="rect">
            <a:avLst/>
          </a:prstGeom>
        </p:spPr>
      </p:pic>
      <p:sp>
        <p:nvSpPr>
          <p:cNvPr id="96" name="object 96"/>
          <p:cNvSpPr txBox="1"/>
          <p:nvPr/>
        </p:nvSpPr>
        <p:spPr>
          <a:xfrm>
            <a:off x="614273" y="922985"/>
            <a:ext cx="516890" cy="392430"/>
          </a:xfrm>
          <a:prstGeom prst="rect">
            <a:avLst/>
          </a:prstGeom>
        </p:spPr>
        <p:txBody>
          <a:bodyPr vert="horz" wrap="square" lIns="0" tIns="12700" rIns="0" bIns="0" rtlCol="0">
            <a:spAutoFit/>
          </a:bodyPr>
          <a:lstStyle/>
          <a:p>
            <a:pPr algn="ctr">
              <a:lnSpc>
                <a:spcPct val="100000"/>
              </a:lnSpc>
              <a:spcBef>
                <a:spcPts val="100"/>
              </a:spcBef>
            </a:pPr>
            <a:r>
              <a:rPr sz="1200" b="1" spc="-10" dirty="0">
                <a:solidFill>
                  <a:srgbClr val="0F469B"/>
                </a:solidFill>
                <a:latin typeface="Optima"/>
                <a:cs typeface="Calibri"/>
              </a:rPr>
              <a:t>Data</a:t>
            </a:r>
            <a:endParaRPr sz="1200">
              <a:latin typeface="Optima"/>
              <a:cs typeface="Calibri"/>
            </a:endParaRPr>
          </a:p>
          <a:p>
            <a:pPr algn="ctr">
              <a:lnSpc>
                <a:spcPct val="100000"/>
              </a:lnSpc>
              <a:spcBef>
                <a:spcPts val="5"/>
              </a:spcBef>
            </a:pPr>
            <a:r>
              <a:rPr sz="1200" b="1" spc="-5" dirty="0">
                <a:solidFill>
                  <a:srgbClr val="0F469B"/>
                </a:solidFill>
                <a:latin typeface="Optima"/>
                <a:cs typeface="Calibri"/>
              </a:rPr>
              <a:t>Sources</a:t>
            </a:r>
            <a:endParaRPr sz="1200">
              <a:latin typeface="Optima"/>
              <a:cs typeface="Calibri"/>
            </a:endParaRPr>
          </a:p>
        </p:txBody>
      </p:sp>
      <p:pic>
        <p:nvPicPr>
          <p:cNvPr id="97" name="object 97"/>
          <p:cNvPicPr/>
          <p:nvPr/>
        </p:nvPicPr>
        <p:blipFill>
          <a:blip r:embed="rId42" cstate="print"/>
          <a:stretch>
            <a:fillRect/>
          </a:stretch>
        </p:blipFill>
        <p:spPr>
          <a:xfrm>
            <a:off x="626363" y="5649467"/>
            <a:ext cx="512064" cy="510539"/>
          </a:xfrm>
          <a:prstGeom prst="rect">
            <a:avLst/>
          </a:prstGeom>
        </p:spPr>
      </p:pic>
      <p:sp>
        <p:nvSpPr>
          <p:cNvPr id="98" name="object 98"/>
          <p:cNvSpPr txBox="1"/>
          <p:nvPr/>
        </p:nvSpPr>
        <p:spPr>
          <a:xfrm>
            <a:off x="1528952" y="2934461"/>
            <a:ext cx="120014" cy="711835"/>
          </a:xfrm>
          <a:prstGeom prst="rect">
            <a:avLst/>
          </a:prstGeom>
        </p:spPr>
        <p:txBody>
          <a:bodyPr vert="horz" wrap="square" lIns="0" tIns="12700" rIns="0" bIns="0" rtlCol="0">
            <a:spAutoFit/>
          </a:bodyPr>
          <a:lstStyle/>
          <a:p>
            <a:pPr marL="12700" marR="5080" algn="just">
              <a:lnSpc>
                <a:spcPct val="100000"/>
              </a:lnSpc>
              <a:spcBef>
                <a:spcPts val="100"/>
              </a:spcBef>
            </a:pPr>
            <a:r>
              <a:rPr sz="1500" b="1" dirty="0">
                <a:latin typeface="Optima"/>
                <a:cs typeface="Calibri"/>
              </a:rPr>
              <a:t>E  T  L</a:t>
            </a:r>
            <a:endParaRPr sz="1500">
              <a:latin typeface="Optima"/>
              <a:cs typeface="Calibri"/>
            </a:endParaRPr>
          </a:p>
        </p:txBody>
      </p:sp>
      <p:sp>
        <p:nvSpPr>
          <p:cNvPr id="99" name="object 99"/>
          <p:cNvSpPr txBox="1"/>
          <p:nvPr/>
        </p:nvSpPr>
        <p:spPr>
          <a:xfrm>
            <a:off x="2174239" y="2907283"/>
            <a:ext cx="883285" cy="330200"/>
          </a:xfrm>
          <a:prstGeom prst="rect">
            <a:avLst/>
          </a:prstGeom>
        </p:spPr>
        <p:txBody>
          <a:bodyPr vert="horz" wrap="square" lIns="0" tIns="12065" rIns="0" bIns="0" rtlCol="0">
            <a:spAutoFit/>
          </a:bodyPr>
          <a:lstStyle/>
          <a:p>
            <a:pPr marL="169545" marR="5080" indent="-157480">
              <a:lnSpc>
                <a:spcPct val="100000"/>
              </a:lnSpc>
              <a:spcBef>
                <a:spcPts val="95"/>
              </a:spcBef>
            </a:pPr>
            <a:r>
              <a:rPr sz="1000" b="1" dirty="0">
                <a:latin typeface="Optima"/>
                <a:cs typeface="Calibri"/>
              </a:rPr>
              <a:t>M</a:t>
            </a:r>
            <a:r>
              <a:rPr sz="1000" b="1" spc="-5" dirty="0">
                <a:latin typeface="Optima"/>
                <a:cs typeface="Calibri"/>
              </a:rPr>
              <a:t>ater</a:t>
            </a:r>
            <a:r>
              <a:rPr sz="1000" b="1" spc="-10" dirty="0">
                <a:latin typeface="Optima"/>
                <a:cs typeface="Calibri"/>
              </a:rPr>
              <a:t>i</a:t>
            </a:r>
            <a:r>
              <a:rPr sz="1000" b="1" spc="-5" dirty="0">
                <a:latin typeface="Optima"/>
                <a:cs typeface="Calibri"/>
              </a:rPr>
              <a:t>al</a:t>
            </a:r>
            <a:r>
              <a:rPr sz="1000" b="1" spc="-10" dirty="0">
                <a:latin typeface="Optima"/>
                <a:cs typeface="Calibri"/>
              </a:rPr>
              <a:t> </a:t>
            </a:r>
            <a:r>
              <a:rPr sz="1000" b="1" dirty="0">
                <a:latin typeface="Optima"/>
                <a:cs typeface="Calibri"/>
              </a:rPr>
              <a:t>M</a:t>
            </a:r>
            <a:r>
              <a:rPr sz="1000" b="1" spc="-5" dirty="0">
                <a:latin typeface="Optima"/>
                <a:cs typeface="Calibri"/>
              </a:rPr>
              <a:t>aster  (Products)</a:t>
            </a:r>
            <a:endParaRPr sz="1000">
              <a:latin typeface="Optima"/>
              <a:cs typeface="Calibri"/>
            </a:endParaRPr>
          </a:p>
        </p:txBody>
      </p:sp>
      <p:grpSp>
        <p:nvGrpSpPr>
          <p:cNvPr id="100" name="object 100"/>
          <p:cNvGrpSpPr/>
          <p:nvPr/>
        </p:nvGrpSpPr>
        <p:grpSpPr>
          <a:xfrm>
            <a:off x="3250692" y="2770619"/>
            <a:ext cx="2032000" cy="652780"/>
            <a:chOff x="3250692" y="2770619"/>
            <a:chExt cx="2032000" cy="652780"/>
          </a:xfrm>
        </p:grpSpPr>
        <p:pic>
          <p:nvPicPr>
            <p:cNvPr id="101" name="object 101"/>
            <p:cNvPicPr/>
            <p:nvPr/>
          </p:nvPicPr>
          <p:blipFill>
            <a:blip r:embed="rId43" cstate="print"/>
            <a:stretch>
              <a:fillRect/>
            </a:stretch>
          </p:blipFill>
          <p:spPr>
            <a:xfrm>
              <a:off x="3250692" y="2770619"/>
              <a:ext cx="1024153" cy="652284"/>
            </a:xfrm>
            <a:prstGeom prst="rect">
              <a:avLst/>
            </a:prstGeom>
          </p:spPr>
        </p:pic>
        <p:pic>
          <p:nvPicPr>
            <p:cNvPr id="102" name="object 102"/>
            <p:cNvPicPr/>
            <p:nvPr/>
          </p:nvPicPr>
          <p:blipFill>
            <a:blip r:embed="rId44" cstate="print"/>
            <a:stretch>
              <a:fillRect/>
            </a:stretch>
          </p:blipFill>
          <p:spPr>
            <a:xfrm>
              <a:off x="3253740" y="2942780"/>
              <a:ext cx="1016520" cy="347535"/>
            </a:xfrm>
            <a:prstGeom prst="rect">
              <a:avLst/>
            </a:prstGeom>
          </p:spPr>
        </p:pic>
        <p:pic>
          <p:nvPicPr>
            <p:cNvPr id="103" name="object 103"/>
            <p:cNvPicPr/>
            <p:nvPr/>
          </p:nvPicPr>
          <p:blipFill>
            <a:blip r:embed="rId45" cstate="print"/>
            <a:stretch>
              <a:fillRect/>
            </a:stretch>
          </p:blipFill>
          <p:spPr>
            <a:xfrm>
              <a:off x="3297936" y="2798063"/>
              <a:ext cx="934212" cy="562356"/>
            </a:xfrm>
            <a:prstGeom prst="rect">
              <a:avLst/>
            </a:prstGeom>
          </p:spPr>
        </p:pic>
        <p:sp>
          <p:nvSpPr>
            <p:cNvPr id="104" name="object 104"/>
            <p:cNvSpPr/>
            <p:nvPr/>
          </p:nvSpPr>
          <p:spPr>
            <a:xfrm>
              <a:off x="3297936" y="2798063"/>
              <a:ext cx="934719" cy="562610"/>
            </a:xfrm>
            <a:custGeom>
              <a:avLst/>
              <a:gdLst/>
              <a:ahLst/>
              <a:cxnLst/>
              <a:rect l="l" t="t" r="r" b="b"/>
              <a:pathLst>
                <a:path w="934720" h="562610">
                  <a:moveTo>
                    <a:pt x="0" y="93725"/>
                  </a:moveTo>
                  <a:lnTo>
                    <a:pt x="7358" y="57221"/>
                  </a:lnTo>
                  <a:lnTo>
                    <a:pt x="27432" y="27432"/>
                  </a:lnTo>
                  <a:lnTo>
                    <a:pt x="57221" y="7358"/>
                  </a:lnTo>
                  <a:lnTo>
                    <a:pt x="93725" y="0"/>
                  </a:lnTo>
                  <a:lnTo>
                    <a:pt x="840486" y="0"/>
                  </a:lnTo>
                  <a:lnTo>
                    <a:pt x="876990" y="7358"/>
                  </a:lnTo>
                  <a:lnTo>
                    <a:pt x="906779" y="27432"/>
                  </a:lnTo>
                  <a:lnTo>
                    <a:pt x="926853" y="57221"/>
                  </a:lnTo>
                  <a:lnTo>
                    <a:pt x="934212" y="93725"/>
                  </a:lnTo>
                  <a:lnTo>
                    <a:pt x="934212" y="468630"/>
                  </a:lnTo>
                  <a:lnTo>
                    <a:pt x="926853" y="505134"/>
                  </a:lnTo>
                  <a:lnTo>
                    <a:pt x="906779" y="534924"/>
                  </a:lnTo>
                  <a:lnTo>
                    <a:pt x="876990" y="554997"/>
                  </a:lnTo>
                  <a:lnTo>
                    <a:pt x="840486" y="562356"/>
                  </a:lnTo>
                  <a:lnTo>
                    <a:pt x="93725" y="562356"/>
                  </a:lnTo>
                  <a:lnTo>
                    <a:pt x="57221" y="554997"/>
                  </a:lnTo>
                  <a:lnTo>
                    <a:pt x="27432"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pic>
          <p:nvPicPr>
            <p:cNvPr id="105" name="object 105"/>
            <p:cNvPicPr/>
            <p:nvPr/>
          </p:nvPicPr>
          <p:blipFill>
            <a:blip r:embed="rId43" cstate="print"/>
            <a:stretch>
              <a:fillRect/>
            </a:stretch>
          </p:blipFill>
          <p:spPr>
            <a:xfrm>
              <a:off x="4256532" y="2770619"/>
              <a:ext cx="1024153" cy="652284"/>
            </a:xfrm>
            <a:prstGeom prst="rect">
              <a:avLst/>
            </a:prstGeom>
          </p:spPr>
        </p:pic>
        <p:pic>
          <p:nvPicPr>
            <p:cNvPr id="106" name="object 106"/>
            <p:cNvPicPr/>
            <p:nvPr/>
          </p:nvPicPr>
          <p:blipFill>
            <a:blip r:embed="rId46" cstate="print"/>
            <a:stretch>
              <a:fillRect/>
            </a:stretch>
          </p:blipFill>
          <p:spPr>
            <a:xfrm>
              <a:off x="4255008" y="2942780"/>
              <a:ext cx="1027188" cy="347535"/>
            </a:xfrm>
            <a:prstGeom prst="rect">
              <a:avLst/>
            </a:prstGeom>
          </p:spPr>
        </p:pic>
        <p:pic>
          <p:nvPicPr>
            <p:cNvPr id="107" name="object 107"/>
            <p:cNvPicPr/>
            <p:nvPr/>
          </p:nvPicPr>
          <p:blipFill>
            <a:blip r:embed="rId47" cstate="print"/>
            <a:stretch>
              <a:fillRect/>
            </a:stretch>
          </p:blipFill>
          <p:spPr>
            <a:xfrm>
              <a:off x="4303776" y="2798063"/>
              <a:ext cx="934212" cy="562356"/>
            </a:xfrm>
            <a:prstGeom prst="rect">
              <a:avLst/>
            </a:prstGeom>
          </p:spPr>
        </p:pic>
        <p:sp>
          <p:nvSpPr>
            <p:cNvPr id="108" name="object 108"/>
            <p:cNvSpPr/>
            <p:nvPr/>
          </p:nvSpPr>
          <p:spPr>
            <a:xfrm>
              <a:off x="4303776" y="2798063"/>
              <a:ext cx="934719" cy="562610"/>
            </a:xfrm>
            <a:custGeom>
              <a:avLst/>
              <a:gdLst/>
              <a:ahLst/>
              <a:cxnLst/>
              <a:rect l="l" t="t" r="r" b="b"/>
              <a:pathLst>
                <a:path w="934720" h="562610">
                  <a:moveTo>
                    <a:pt x="0" y="93725"/>
                  </a:moveTo>
                  <a:lnTo>
                    <a:pt x="7358" y="57221"/>
                  </a:lnTo>
                  <a:lnTo>
                    <a:pt x="27432" y="27432"/>
                  </a:lnTo>
                  <a:lnTo>
                    <a:pt x="57221" y="7358"/>
                  </a:lnTo>
                  <a:lnTo>
                    <a:pt x="93725" y="0"/>
                  </a:lnTo>
                  <a:lnTo>
                    <a:pt x="840486" y="0"/>
                  </a:lnTo>
                  <a:lnTo>
                    <a:pt x="876990" y="7358"/>
                  </a:lnTo>
                  <a:lnTo>
                    <a:pt x="906779" y="27432"/>
                  </a:lnTo>
                  <a:lnTo>
                    <a:pt x="926853" y="57221"/>
                  </a:lnTo>
                  <a:lnTo>
                    <a:pt x="934212" y="93725"/>
                  </a:lnTo>
                  <a:lnTo>
                    <a:pt x="934212" y="468630"/>
                  </a:lnTo>
                  <a:lnTo>
                    <a:pt x="926853" y="505134"/>
                  </a:lnTo>
                  <a:lnTo>
                    <a:pt x="906779" y="534924"/>
                  </a:lnTo>
                  <a:lnTo>
                    <a:pt x="876990" y="554997"/>
                  </a:lnTo>
                  <a:lnTo>
                    <a:pt x="840486" y="562356"/>
                  </a:lnTo>
                  <a:lnTo>
                    <a:pt x="93725" y="562356"/>
                  </a:lnTo>
                  <a:lnTo>
                    <a:pt x="57221" y="554997"/>
                  </a:lnTo>
                  <a:lnTo>
                    <a:pt x="27432"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grpSp>
      <p:sp>
        <p:nvSpPr>
          <p:cNvPr id="109" name="object 109"/>
          <p:cNvSpPr txBox="1"/>
          <p:nvPr/>
        </p:nvSpPr>
        <p:spPr>
          <a:xfrm>
            <a:off x="3359658" y="2983483"/>
            <a:ext cx="1821180" cy="166071"/>
          </a:xfrm>
          <a:prstGeom prst="rect">
            <a:avLst/>
          </a:prstGeom>
        </p:spPr>
        <p:txBody>
          <a:bodyPr vert="horz" wrap="square" lIns="0" tIns="12065" rIns="0" bIns="0" rtlCol="0">
            <a:spAutoFit/>
          </a:bodyPr>
          <a:lstStyle/>
          <a:p>
            <a:pPr marL="12700">
              <a:lnSpc>
                <a:spcPct val="100000"/>
              </a:lnSpc>
              <a:spcBef>
                <a:spcPts val="95"/>
              </a:spcBef>
              <a:tabLst>
                <a:tab pos="1015365" algn="l"/>
              </a:tabLst>
            </a:pPr>
            <a:r>
              <a:rPr sz="1000" b="1" spc="-10" dirty="0">
                <a:latin typeface="Optima"/>
                <a:cs typeface="Calibri"/>
              </a:rPr>
              <a:t>S</a:t>
            </a:r>
            <a:r>
              <a:rPr sz="1000" b="1" spc="-5" dirty="0">
                <a:latin typeface="Optima"/>
                <a:cs typeface="Calibri"/>
              </a:rPr>
              <a:t>er</a:t>
            </a:r>
            <a:r>
              <a:rPr sz="1000" b="1" spc="-10" dirty="0">
                <a:latin typeface="Optima"/>
                <a:cs typeface="Calibri"/>
              </a:rPr>
              <a:t>vi</a:t>
            </a:r>
            <a:r>
              <a:rPr sz="1000" b="1" spc="-5" dirty="0">
                <a:latin typeface="Optima"/>
                <a:cs typeface="Calibri"/>
              </a:rPr>
              <a:t>ce</a:t>
            </a:r>
            <a:r>
              <a:rPr sz="1000" b="1" dirty="0">
                <a:latin typeface="Optima"/>
                <a:cs typeface="Calibri"/>
              </a:rPr>
              <a:t> M</a:t>
            </a:r>
            <a:r>
              <a:rPr sz="1000" b="1" spc="-5" dirty="0">
                <a:latin typeface="Optima"/>
                <a:cs typeface="Calibri"/>
              </a:rPr>
              <a:t>aster</a:t>
            </a:r>
            <a:r>
              <a:rPr sz="1000" b="1" dirty="0">
                <a:latin typeface="Optima"/>
                <a:cs typeface="Calibri"/>
              </a:rPr>
              <a:t>	</a:t>
            </a:r>
            <a:r>
              <a:rPr sz="1000" b="1" spc="-10" dirty="0">
                <a:latin typeface="Optima"/>
                <a:cs typeface="Calibri"/>
              </a:rPr>
              <a:t>Ve</a:t>
            </a:r>
            <a:r>
              <a:rPr sz="1000" b="1" dirty="0">
                <a:latin typeface="Optima"/>
                <a:cs typeface="Calibri"/>
              </a:rPr>
              <a:t>n</a:t>
            </a:r>
            <a:r>
              <a:rPr sz="1000" b="1" spc="-5" dirty="0">
                <a:latin typeface="Optima"/>
                <a:cs typeface="Calibri"/>
              </a:rPr>
              <a:t>dor</a:t>
            </a:r>
            <a:r>
              <a:rPr sz="1000" b="1" spc="-20" dirty="0">
                <a:latin typeface="Optima"/>
                <a:cs typeface="Calibri"/>
              </a:rPr>
              <a:t> </a:t>
            </a:r>
            <a:r>
              <a:rPr sz="1000" b="1" dirty="0">
                <a:latin typeface="Optima"/>
                <a:cs typeface="Calibri"/>
              </a:rPr>
              <a:t>M</a:t>
            </a:r>
            <a:r>
              <a:rPr sz="1000" b="1" spc="-5" dirty="0">
                <a:latin typeface="Optima"/>
                <a:cs typeface="Calibri"/>
              </a:rPr>
              <a:t>aster</a:t>
            </a:r>
            <a:endParaRPr sz="1000">
              <a:latin typeface="Optima"/>
              <a:cs typeface="Calibri"/>
            </a:endParaRPr>
          </a:p>
        </p:txBody>
      </p:sp>
      <p:grpSp>
        <p:nvGrpSpPr>
          <p:cNvPr id="110" name="object 110"/>
          <p:cNvGrpSpPr/>
          <p:nvPr/>
        </p:nvGrpSpPr>
        <p:grpSpPr>
          <a:xfrm>
            <a:off x="5250179" y="2770619"/>
            <a:ext cx="1026160" cy="652780"/>
            <a:chOff x="5250179" y="2770619"/>
            <a:chExt cx="1026160" cy="652780"/>
          </a:xfrm>
        </p:grpSpPr>
        <p:pic>
          <p:nvPicPr>
            <p:cNvPr id="111" name="object 111"/>
            <p:cNvPicPr/>
            <p:nvPr/>
          </p:nvPicPr>
          <p:blipFill>
            <a:blip r:embed="rId48" cstate="print"/>
            <a:stretch>
              <a:fillRect/>
            </a:stretch>
          </p:blipFill>
          <p:spPr>
            <a:xfrm>
              <a:off x="5250179" y="2770619"/>
              <a:ext cx="1025664" cy="652284"/>
            </a:xfrm>
            <a:prstGeom prst="rect">
              <a:avLst/>
            </a:prstGeom>
          </p:spPr>
        </p:pic>
        <p:pic>
          <p:nvPicPr>
            <p:cNvPr id="112" name="object 112"/>
            <p:cNvPicPr/>
            <p:nvPr/>
          </p:nvPicPr>
          <p:blipFill>
            <a:blip r:embed="rId49" cstate="print"/>
            <a:stretch>
              <a:fillRect/>
            </a:stretch>
          </p:blipFill>
          <p:spPr>
            <a:xfrm>
              <a:off x="5388863" y="2866656"/>
              <a:ext cx="771156" cy="499859"/>
            </a:xfrm>
            <a:prstGeom prst="rect">
              <a:avLst/>
            </a:prstGeom>
          </p:spPr>
        </p:pic>
        <p:pic>
          <p:nvPicPr>
            <p:cNvPr id="113" name="object 113"/>
            <p:cNvPicPr/>
            <p:nvPr/>
          </p:nvPicPr>
          <p:blipFill>
            <a:blip r:embed="rId50" cstate="print"/>
            <a:stretch>
              <a:fillRect/>
            </a:stretch>
          </p:blipFill>
          <p:spPr>
            <a:xfrm>
              <a:off x="5297423" y="2798063"/>
              <a:ext cx="935736" cy="562356"/>
            </a:xfrm>
            <a:prstGeom prst="rect">
              <a:avLst/>
            </a:prstGeom>
          </p:spPr>
        </p:pic>
        <p:sp>
          <p:nvSpPr>
            <p:cNvPr id="114" name="object 114"/>
            <p:cNvSpPr/>
            <p:nvPr/>
          </p:nvSpPr>
          <p:spPr>
            <a:xfrm>
              <a:off x="5297423" y="2798063"/>
              <a:ext cx="935990" cy="562610"/>
            </a:xfrm>
            <a:custGeom>
              <a:avLst/>
              <a:gdLst/>
              <a:ahLst/>
              <a:cxnLst/>
              <a:rect l="l" t="t" r="r" b="b"/>
              <a:pathLst>
                <a:path w="935989" h="562610">
                  <a:moveTo>
                    <a:pt x="0" y="93725"/>
                  </a:moveTo>
                  <a:lnTo>
                    <a:pt x="7358" y="57221"/>
                  </a:lnTo>
                  <a:lnTo>
                    <a:pt x="27432" y="27432"/>
                  </a:lnTo>
                  <a:lnTo>
                    <a:pt x="57221" y="7358"/>
                  </a:lnTo>
                  <a:lnTo>
                    <a:pt x="93725" y="0"/>
                  </a:lnTo>
                  <a:lnTo>
                    <a:pt x="842010" y="0"/>
                  </a:lnTo>
                  <a:lnTo>
                    <a:pt x="878514" y="7358"/>
                  </a:lnTo>
                  <a:lnTo>
                    <a:pt x="908303" y="27432"/>
                  </a:lnTo>
                  <a:lnTo>
                    <a:pt x="928377" y="57221"/>
                  </a:lnTo>
                  <a:lnTo>
                    <a:pt x="935736" y="93725"/>
                  </a:lnTo>
                  <a:lnTo>
                    <a:pt x="935736" y="468630"/>
                  </a:lnTo>
                  <a:lnTo>
                    <a:pt x="928377" y="505134"/>
                  </a:lnTo>
                  <a:lnTo>
                    <a:pt x="908303" y="534924"/>
                  </a:lnTo>
                  <a:lnTo>
                    <a:pt x="878514" y="554997"/>
                  </a:lnTo>
                  <a:lnTo>
                    <a:pt x="842010" y="562356"/>
                  </a:lnTo>
                  <a:lnTo>
                    <a:pt x="93725" y="562356"/>
                  </a:lnTo>
                  <a:lnTo>
                    <a:pt x="57221" y="554997"/>
                  </a:lnTo>
                  <a:lnTo>
                    <a:pt x="27432"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grpSp>
      <p:sp>
        <p:nvSpPr>
          <p:cNvPr id="115" name="object 115"/>
          <p:cNvSpPr txBox="1"/>
          <p:nvPr/>
        </p:nvSpPr>
        <p:spPr>
          <a:xfrm>
            <a:off x="5496305" y="2907283"/>
            <a:ext cx="536575" cy="330200"/>
          </a:xfrm>
          <a:prstGeom prst="rect">
            <a:avLst/>
          </a:prstGeom>
        </p:spPr>
        <p:txBody>
          <a:bodyPr vert="horz" wrap="square" lIns="0" tIns="12065" rIns="0" bIns="0" rtlCol="0">
            <a:spAutoFit/>
          </a:bodyPr>
          <a:lstStyle/>
          <a:p>
            <a:pPr marL="79375" marR="5080" indent="-67310">
              <a:lnSpc>
                <a:spcPct val="100000"/>
              </a:lnSpc>
              <a:spcBef>
                <a:spcPts val="95"/>
              </a:spcBef>
            </a:pPr>
            <a:r>
              <a:rPr sz="1000" b="1" spc="-10" dirty="0">
                <a:latin typeface="Optima"/>
                <a:cs typeface="Calibri"/>
              </a:rPr>
              <a:t>C</a:t>
            </a:r>
            <a:r>
              <a:rPr sz="1000" b="1" spc="-5" dirty="0">
                <a:latin typeface="Optima"/>
                <a:cs typeface="Calibri"/>
              </a:rPr>
              <a:t>ustomer  Master</a:t>
            </a:r>
            <a:endParaRPr sz="1000">
              <a:latin typeface="Optima"/>
              <a:cs typeface="Calibri"/>
            </a:endParaRPr>
          </a:p>
        </p:txBody>
      </p:sp>
      <p:grpSp>
        <p:nvGrpSpPr>
          <p:cNvPr id="116" name="object 116"/>
          <p:cNvGrpSpPr/>
          <p:nvPr/>
        </p:nvGrpSpPr>
        <p:grpSpPr>
          <a:xfrm>
            <a:off x="7203947" y="2770619"/>
            <a:ext cx="1397635" cy="652780"/>
            <a:chOff x="7203947" y="2770619"/>
            <a:chExt cx="1397635" cy="652780"/>
          </a:xfrm>
        </p:grpSpPr>
        <p:pic>
          <p:nvPicPr>
            <p:cNvPr id="117" name="object 117"/>
            <p:cNvPicPr/>
            <p:nvPr/>
          </p:nvPicPr>
          <p:blipFill>
            <a:blip r:embed="rId51" cstate="print"/>
            <a:stretch>
              <a:fillRect/>
            </a:stretch>
          </p:blipFill>
          <p:spPr>
            <a:xfrm>
              <a:off x="7203947" y="2770619"/>
              <a:ext cx="1397507" cy="652284"/>
            </a:xfrm>
            <a:prstGeom prst="rect">
              <a:avLst/>
            </a:prstGeom>
          </p:spPr>
        </p:pic>
        <p:pic>
          <p:nvPicPr>
            <p:cNvPr id="118" name="object 118"/>
            <p:cNvPicPr/>
            <p:nvPr/>
          </p:nvPicPr>
          <p:blipFill>
            <a:blip r:embed="rId52" cstate="print"/>
            <a:stretch>
              <a:fillRect/>
            </a:stretch>
          </p:blipFill>
          <p:spPr>
            <a:xfrm>
              <a:off x="7284719" y="2866656"/>
              <a:ext cx="1260335" cy="499859"/>
            </a:xfrm>
            <a:prstGeom prst="rect">
              <a:avLst/>
            </a:prstGeom>
          </p:spPr>
        </p:pic>
        <p:pic>
          <p:nvPicPr>
            <p:cNvPr id="119" name="object 119"/>
            <p:cNvPicPr/>
            <p:nvPr/>
          </p:nvPicPr>
          <p:blipFill>
            <a:blip r:embed="rId53" cstate="print"/>
            <a:stretch>
              <a:fillRect/>
            </a:stretch>
          </p:blipFill>
          <p:spPr>
            <a:xfrm>
              <a:off x="7251191" y="2798063"/>
              <a:ext cx="1307591" cy="562356"/>
            </a:xfrm>
            <a:prstGeom prst="rect">
              <a:avLst/>
            </a:prstGeom>
          </p:spPr>
        </p:pic>
        <p:sp>
          <p:nvSpPr>
            <p:cNvPr id="120" name="object 120"/>
            <p:cNvSpPr/>
            <p:nvPr/>
          </p:nvSpPr>
          <p:spPr>
            <a:xfrm>
              <a:off x="7251191" y="2798063"/>
              <a:ext cx="1308100" cy="562610"/>
            </a:xfrm>
            <a:custGeom>
              <a:avLst/>
              <a:gdLst/>
              <a:ahLst/>
              <a:cxnLst/>
              <a:rect l="l" t="t" r="r" b="b"/>
              <a:pathLst>
                <a:path w="1308100" h="562610">
                  <a:moveTo>
                    <a:pt x="0" y="93725"/>
                  </a:moveTo>
                  <a:lnTo>
                    <a:pt x="7358" y="57221"/>
                  </a:lnTo>
                  <a:lnTo>
                    <a:pt x="27431" y="27432"/>
                  </a:lnTo>
                  <a:lnTo>
                    <a:pt x="57221" y="7358"/>
                  </a:lnTo>
                  <a:lnTo>
                    <a:pt x="93725" y="0"/>
                  </a:lnTo>
                  <a:lnTo>
                    <a:pt x="1213865" y="0"/>
                  </a:lnTo>
                  <a:lnTo>
                    <a:pt x="1250370" y="7358"/>
                  </a:lnTo>
                  <a:lnTo>
                    <a:pt x="1280159" y="27432"/>
                  </a:lnTo>
                  <a:lnTo>
                    <a:pt x="1300233" y="57221"/>
                  </a:lnTo>
                  <a:lnTo>
                    <a:pt x="1307591" y="93725"/>
                  </a:lnTo>
                  <a:lnTo>
                    <a:pt x="1307591" y="468630"/>
                  </a:lnTo>
                  <a:lnTo>
                    <a:pt x="1300233" y="505134"/>
                  </a:lnTo>
                  <a:lnTo>
                    <a:pt x="1280159" y="534924"/>
                  </a:lnTo>
                  <a:lnTo>
                    <a:pt x="1250370" y="554997"/>
                  </a:lnTo>
                  <a:lnTo>
                    <a:pt x="1213865" y="562356"/>
                  </a:lnTo>
                  <a:lnTo>
                    <a:pt x="93725" y="562356"/>
                  </a:lnTo>
                  <a:lnTo>
                    <a:pt x="57221" y="554997"/>
                  </a:lnTo>
                  <a:lnTo>
                    <a:pt x="27431"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grpSp>
      <p:sp>
        <p:nvSpPr>
          <p:cNvPr id="121" name="object 121"/>
          <p:cNvSpPr txBox="1"/>
          <p:nvPr/>
        </p:nvSpPr>
        <p:spPr>
          <a:xfrm>
            <a:off x="7392161" y="2907283"/>
            <a:ext cx="1025525" cy="330200"/>
          </a:xfrm>
          <a:prstGeom prst="rect">
            <a:avLst/>
          </a:prstGeom>
        </p:spPr>
        <p:txBody>
          <a:bodyPr vert="horz" wrap="square" lIns="0" tIns="12065" rIns="0" bIns="0" rtlCol="0">
            <a:spAutoFit/>
          </a:bodyPr>
          <a:lstStyle/>
          <a:p>
            <a:pPr marL="325120" marR="5080" indent="-312420">
              <a:lnSpc>
                <a:spcPct val="100000"/>
              </a:lnSpc>
              <a:spcBef>
                <a:spcPts val="95"/>
              </a:spcBef>
            </a:pPr>
            <a:r>
              <a:rPr sz="1000" b="1" spc="-5" dirty="0">
                <a:latin typeface="Optima"/>
                <a:cs typeface="Calibri"/>
              </a:rPr>
              <a:t>Plant</a:t>
            </a:r>
            <a:r>
              <a:rPr sz="1000" b="1" spc="-45" dirty="0">
                <a:latin typeface="Optima"/>
                <a:cs typeface="Calibri"/>
              </a:rPr>
              <a:t> </a:t>
            </a:r>
            <a:r>
              <a:rPr sz="1000" b="1" spc="-5" dirty="0">
                <a:latin typeface="Optima"/>
                <a:cs typeface="Calibri"/>
              </a:rPr>
              <a:t>Maintenance </a:t>
            </a:r>
            <a:r>
              <a:rPr sz="1000" b="1" spc="-210" dirty="0">
                <a:latin typeface="Optima"/>
                <a:cs typeface="Calibri"/>
              </a:rPr>
              <a:t> </a:t>
            </a:r>
            <a:r>
              <a:rPr sz="1000" b="1" spc="-5" dirty="0">
                <a:latin typeface="Optima"/>
                <a:cs typeface="Calibri"/>
              </a:rPr>
              <a:t>Master</a:t>
            </a:r>
            <a:endParaRPr sz="1000">
              <a:latin typeface="Optima"/>
              <a:cs typeface="Calibri"/>
            </a:endParaRPr>
          </a:p>
        </p:txBody>
      </p:sp>
      <p:sp>
        <p:nvSpPr>
          <p:cNvPr id="122" name="object 122"/>
          <p:cNvSpPr txBox="1"/>
          <p:nvPr/>
        </p:nvSpPr>
        <p:spPr>
          <a:xfrm>
            <a:off x="3941826" y="2348611"/>
            <a:ext cx="2701290" cy="421640"/>
          </a:xfrm>
          <a:prstGeom prst="rect">
            <a:avLst/>
          </a:prstGeom>
        </p:spPr>
        <p:txBody>
          <a:bodyPr vert="horz" wrap="square" lIns="0" tIns="12065" rIns="0" bIns="0" rtlCol="0">
            <a:spAutoFit/>
          </a:bodyPr>
          <a:lstStyle/>
          <a:p>
            <a:pPr marL="887094" marR="5080" indent="-875030">
              <a:lnSpc>
                <a:spcPct val="100000"/>
              </a:lnSpc>
              <a:spcBef>
                <a:spcPts val="95"/>
              </a:spcBef>
            </a:pPr>
            <a:r>
              <a:rPr sz="1300" b="1" spc="-15" dirty="0">
                <a:latin typeface="Optima"/>
                <a:cs typeface="Calibri"/>
              </a:rPr>
              <a:t>Master</a:t>
            </a:r>
            <a:r>
              <a:rPr sz="1300" b="1" dirty="0">
                <a:latin typeface="Optima"/>
                <a:cs typeface="Calibri"/>
              </a:rPr>
              <a:t> </a:t>
            </a:r>
            <a:r>
              <a:rPr sz="1300" b="1" spc="-15" dirty="0">
                <a:latin typeface="Optima"/>
                <a:cs typeface="Calibri"/>
              </a:rPr>
              <a:t>Data</a:t>
            </a:r>
            <a:r>
              <a:rPr sz="1300" b="1" spc="15" dirty="0">
                <a:latin typeface="Optima"/>
                <a:cs typeface="Calibri"/>
              </a:rPr>
              <a:t> </a:t>
            </a:r>
            <a:r>
              <a:rPr sz="1300" b="1" spc="-15" dirty="0">
                <a:latin typeface="Optima"/>
                <a:cs typeface="Calibri"/>
              </a:rPr>
              <a:t>Record</a:t>
            </a:r>
            <a:r>
              <a:rPr sz="1300" b="1" spc="30" dirty="0">
                <a:latin typeface="Optima"/>
                <a:cs typeface="Calibri"/>
              </a:rPr>
              <a:t> </a:t>
            </a:r>
            <a:r>
              <a:rPr sz="1300" b="1" spc="-10" dirty="0">
                <a:latin typeface="Optima"/>
                <a:cs typeface="Calibri"/>
              </a:rPr>
              <a:t>Manager</a:t>
            </a:r>
            <a:r>
              <a:rPr sz="1300" b="1" spc="15" dirty="0">
                <a:latin typeface="Optima"/>
                <a:cs typeface="Calibri"/>
              </a:rPr>
              <a:t> </a:t>
            </a:r>
            <a:r>
              <a:rPr sz="1300" b="1" spc="-5" dirty="0">
                <a:latin typeface="Optima"/>
                <a:cs typeface="Calibri"/>
              </a:rPr>
              <a:t>(iMDRM) </a:t>
            </a:r>
            <a:r>
              <a:rPr sz="1300" b="1" spc="-280" dirty="0">
                <a:latin typeface="Optima"/>
                <a:cs typeface="Calibri"/>
              </a:rPr>
              <a:t> </a:t>
            </a:r>
            <a:r>
              <a:rPr sz="1300" b="1" spc="-5" dirty="0">
                <a:latin typeface="Optima"/>
                <a:cs typeface="Calibri"/>
              </a:rPr>
              <a:t>[Governance]</a:t>
            </a:r>
            <a:endParaRPr sz="1300">
              <a:latin typeface="Optima"/>
              <a:cs typeface="Calibri"/>
            </a:endParaRPr>
          </a:p>
        </p:txBody>
      </p:sp>
      <p:grpSp>
        <p:nvGrpSpPr>
          <p:cNvPr id="123" name="object 123"/>
          <p:cNvGrpSpPr/>
          <p:nvPr/>
        </p:nvGrpSpPr>
        <p:grpSpPr>
          <a:xfrm>
            <a:off x="6211823" y="2787383"/>
            <a:ext cx="1024255" cy="652780"/>
            <a:chOff x="6211823" y="2787383"/>
            <a:chExt cx="1024255" cy="652780"/>
          </a:xfrm>
        </p:grpSpPr>
        <p:pic>
          <p:nvPicPr>
            <p:cNvPr id="124" name="object 124"/>
            <p:cNvPicPr/>
            <p:nvPr/>
          </p:nvPicPr>
          <p:blipFill>
            <a:blip r:embed="rId43" cstate="print"/>
            <a:stretch>
              <a:fillRect/>
            </a:stretch>
          </p:blipFill>
          <p:spPr>
            <a:xfrm>
              <a:off x="6211823" y="2787383"/>
              <a:ext cx="1024153" cy="652284"/>
            </a:xfrm>
            <a:prstGeom prst="rect">
              <a:avLst/>
            </a:prstGeom>
          </p:spPr>
        </p:pic>
        <p:pic>
          <p:nvPicPr>
            <p:cNvPr id="125" name="object 125"/>
            <p:cNvPicPr/>
            <p:nvPr/>
          </p:nvPicPr>
          <p:blipFill>
            <a:blip r:embed="rId54" cstate="print"/>
            <a:stretch>
              <a:fillRect/>
            </a:stretch>
          </p:blipFill>
          <p:spPr>
            <a:xfrm>
              <a:off x="6347459" y="2883420"/>
              <a:ext cx="781812" cy="499859"/>
            </a:xfrm>
            <a:prstGeom prst="rect">
              <a:avLst/>
            </a:prstGeom>
          </p:spPr>
        </p:pic>
        <p:pic>
          <p:nvPicPr>
            <p:cNvPr id="126" name="object 126"/>
            <p:cNvPicPr/>
            <p:nvPr/>
          </p:nvPicPr>
          <p:blipFill>
            <a:blip r:embed="rId55" cstate="print"/>
            <a:stretch>
              <a:fillRect/>
            </a:stretch>
          </p:blipFill>
          <p:spPr>
            <a:xfrm>
              <a:off x="6259067" y="2814828"/>
              <a:ext cx="934212" cy="562356"/>
            </a:xfrm>
            <a:prstGeom prst="rect">
              <a:avLst/>
            </a:prstGeom>
          </p:spPr>
        </p:pic>
        <p:sp>
          <p:nvSpPr>
            <p:cNvPr id="127" name="object 127"/>
            <p:cNvSpPr/>
            <p:nvPr/>
          </p:nvSpPr>
          <p:spPr>
            <a:xfrm>
              <a:off x="6259067" y="2814828"/>
              <a:ext cx="934719" cy="562610"/>
            </a:xfrm>
            <a:custGeom>
              <a:avLst/>
              <a:gdLst/>
              <a:ahLst/>
              <a:cxnLst/>
              <a:rect l="l" t="t" r="r" b="b"/>
              <a:pathLst>
                <a:path w="934720" h="562610">
                  <a:moveTo>
                    <a:pt x="0" y="93725"/>
                  </a:moveTo>
                  <a:lnTo>
                    <a:pt x="7358" y="57221"/>
                  </a:lnTo>
                  <a:lnTo>
                    <a:pt x="27432" y="27432"/>
                  </a:lnTo>
                  <a:lnTo>
                    <a:pt x="57221" y="7358"/>
                  </a:lnTo>
                  <a:lnTo>
                    <a:pt x="93726" y="0"/>
                  </a:lnTo>
                  <a:lnTo>
                    <a:pt x="840486" y="0"/>
                  </a:lnTo>
                  <a:lnTo>
                    <a:pt x="876990" y="7358"/>
                  </a:lnTo>
                  <a:lnTo>
                    <a:pt x="906780" y="27432"/>
                  </a:lnTo>
                  <a:lnTo>
                    <a:pt x="926853" y="57221"/>
                  </a:lnTo>
                  <a:lnTo>
                    <a:pt x="934212" y="93725"/>
                  </a:lnTo>
                  <a:lnTo>
                    <a:pt x="934212" y="468630"/>
                  </a:lnTo>
                  <a:lnTo>
                    <a:pt x="926853" y="505134"/>
                  </a:lnTo>
                  <a:lnTo>
                    <a:pt x="906780" y="534924"/>
                  </a:lnTo>
                  <a:lnTo>
                    <a:pt x="876990" y="554997"/>
                  </a:lnTo>
                  <a:lnTo>
                    <a:pt x="840486" y="562356"/>
                  </a:lnTo>
                  <a:lnTo>
                    <a:pt x="93726" y="562356"/>
                  </a:lnTo>
                  <a:lnTo>
                    <a:pt x="57221" y="554997"/>
                  </a:lnTo>
                  <a:lnTo>
                    <a:pt x="27431" y="534924"/>
                  </a:lnTo>
                  <a:lnTo>
                    <a:pt x="7358" y="505134"/>
                  </a:lnTo>
                  <a:lnTo>
                    <a:pt x="0" y="468630"/>
                  </a:lnTo>
                  <a:lnTo>
                    <a:pt x="0" y="93725"/>
                  </a:lnTo>
                  <a:close/>
                </a:path>
              </a:pathLst>
            </a:custGeom>
            <a:ln w="9525">
              <a:solidFill>
                <a:srgbClr val="0C449B"/>
              </a:solidFill>
            </a:ln>
          </p:spPr>
          <p:txBody>
            <a:bodyPr wrap="square" lIns="0" tIns="0" rIns="0" bIns="0" rtlCol="0"/>
            <a:lstStyle/>
            <a:p>
              <a:endParaRPr>
                <a:latin typeface="Optima"/>
              </a:endParaRPr>
            </a:p>
          </p:txBody>
        </p:sp>
      </p:grpSp>
      <p:sp>
        <p:nvSpPr>
          <p:cNvPr id="128" name="object 128"/>
          <p:cNvSpPr txBox="1"/>
          <p:nvPr/>
        </p:nvSpPr>
        <p:spPr>
          <a:xfrm>
            <a:off x="6454902" y="2924048"/>
            <a:ext cx="544195" cy="330200"/>
          </a:xfrm>
          <a:prstGeom prst="rect">
            <a:avLst/>
          </a:prstGeom>
        </p:spPr>
        <p:txBody>
          <a:bodyPr vert="horz" wrap="square" lIns="0" tIns="12065" rIns="0" bIns="0" rtlCol="0">
            <a:spAutoFit/>
          </a:bodyPr>
          <a:lstStyle/>
          <a:p>
            <a:pPr marL="82550" marR="5080" indent="-70485">
              <a:lnSpc>
                <a:spcPct val="100000"/>
              </a:lnSpc>
              <a:spcBef>
                <a:spcPts val="95"/>
              </a:spcBef>
            </a:pPr>
            <a:r>
              <a:rPr sz="1000" b="1" spc="-15" dirty="0">
                <a:latin typeface="Optima"/>
                <a:cs typeface="Calibri"/>
              </a:rPr>
              <a:t>E</a:t>
            </a:r>
            <a:r>
              <a:rPr sz="1000" b="1" spc="-5" dirty="0">
                <a:latin typeface="Optima"/>
                <a:cs typeface="Calibri"/>
              </a:rPr>
              <a:t>mp</a:t>
            </a:r>
            <a:r>
              <a:rPr sz="1000" b="1" spc="-10" dirty="0">
                <a:latin typeface="Optima"/>
                <a:cs typeface="Calibri"/>
              </a:rPr>
              <a:t>l</a:t>
            </a:r>
            <a:r>
              <a:rPr sz="1000" b="1" spc="-5" dirty="0">
                <a:latin typeface="Optima"/>
                <a:cs typeface="Calibri"/>
              </a:rPr>
              <a:t>o</a:t>
            </a:r>
            <a:r>
              <a:rPr sz="1000" b="1" spc="-10" dirty="0">
                <a:latin typeface="Optima"/>
                <a:cs typeface="Calibri"/>
              </a:rPr>
              <a:t>y</a:t>
            </a:r>
            <a:r>
              <a:rPr sz="1000" b="1" spc="-5" dirty="0">
                <a:latin typeface="Optima"/>
                <a:cs typeface="Calibri"/>
              </a:rPr>
              <a:t>ee  Master</a:t>
            </a:r>
            <a:endParaRPr sz="1000">
              <a:latin typeface="Optima"/>
              <a:cs typeface="Calibri"/>
            </a:endParaRPr>
          </a:p>
        </p:txBody>
      </p:sp>
      <p:grpSp>
        <p:nvGrpSpPr>
          <p:cNvPr id="129" name="object 129"/>
          <p:cNvGrpSpPr/>
          <p:nvPr/>
        </p:nvGrpSpPr>
        <p:grpSpPr>
          <a:xfrm>
            <a:off x="7315200" y="2374379"/>
            <a:ext cx="1102360" cy="405765"/>
            <a:chOff x="7315200" y="2374379"/>
            <a:chExt cx="1102360" cy="405765"/>
          </a:xfrm>
        </p:grpSpPr>
        <p:pic>
          <p:nvPicPr>
            <p:cNvPr id="130" name="object 130"/>
            <p:cNvPicPr/>
            <p:nvPr/>
          </p:nvPicPr>
          <p:blipFill>
            <a:blip r:embed="rId56" cstate="print"/>
            <a:stretch>
              <a:fillRect/>
            </a:stretch>
          </p:blipFill>
          <p:spPr>
            <a:xfrm>
              <a:off x="7315200" y="2374379"/>
              <a:ext cx="1101852" cy="405396"/>
            </a:xfrm>
            <a:prstGeom prst="rect">
              <a:avLst/>
            </a:prstGeom>
          </p:spPr>
        </p:pic>
        <p:pic>
          <p:nvPicPr>
            <p:cNvPr id="131" name="object 131"/>
            <p:cNvPicPr/>
            <p:nvPr/>
          </p:nvPicPr>
          <p:blipFill>
            <a:blip r:embed="rId57" cstate="print"/>
            <a:stretch>
              <a:fillRect/>
            </a:stretch>
          </p:blipFill>
          <p:spPr>
            <a:xfrm>
              <a:off x="7365492" y="2423096"/>
              <a:ext cx="1001268" cy="347535"/>
            </a:xfrm>
            <a:prstGeom prst="rect">
              <a:avLst/>
            </a:prstGeom>
          </p:spPr>
        </p:pic>
        <p:pic>
          <p:nvPicPr>
            <p:cNvPr id="132" name="object 132"/>
            <p:cNvPicPr/>
            <p:nvPr/>
          </p:nvPicPr>
          <p:blipFill>
            <a:blip r:embed="rId58" cstate="print"/>
            <a:stretch>
              <a:fillRect/>
            </a:stretch>
          </p:blipFill>
          <p:spPr>
            <a:xfrm>
              <a:off x="7362444" y="2401823"/>
              <a:ext cx="1011935" cy="315467"/>
            </a:xfrm>
            <a:prstGeom prst="rect">
              <a:avLst/>
            </a:prstGeom>
          </p:spPr>
        </p:pic>
        <p:sp>
          <p:nvSpPr>
            <p:cNvPr id="133" name="object 133"/>
            <p:cNvSpPr/>
            <p:nvPr/>
          </p:nvSpPr>
          <p:spPr>
            <a:xfrm>
              <a:off x="7362444" y="2401823"/>
              <a:ext cx="1012190" cy="315595"/>
            </a:xfrm>
            <a:custGeom>
              <a:avLst/>
              <a:gdLst/>
              <a:ahLst/>
              <a:cxnLst/>
              <a:rect l="l" t="t" r="r" b="b"/>
              <a:pathLst>
                <a:path w="1012190" h="315594">
                  <a:moveTo>
                    <a:pt x="0" y="52577"/>
                  </a:moveTo>
                  <a:lnTo>
                    <a:pt x="4125" y="32093"/>
                  </a:lnTo>
                  <a:lnTo>
                    <a:pt x="15382" y="15382"/>
                  </a:lnTo>
                  <a:lnTo>
                    <a:pt x="32093" y="4125"/>
                  </a:lnTo>
                  <a:lnTo>
                    <a:pt x="52577" y="0"/>
                  </a:lnTo>
                  <a:lnTo>
                    <a:pt x="959357" y="0"/>
                  </a:lnTo>
                  <a:lnTo>
                    <a:pt x="979842" y="4125"/>
                  </a:lnTo>
                  <a:lnTo>
                    <a:pt x="996553" y="15382"/>
                  </a:lnTo>
                  <a:lnTo>
                    <a:pt x="1007810" y="32093"/>
                  </a:lnTo>
                  <a:lnTo>
                    <a:pt x="1011935" y="52577"/>
                  </a:lnTo>
                  <a:lnTo>
                    <a:pt x="1011935" y="262889"/>
                  </a:lnTo>
                  <a:lnTo>
                    <a:pt x="1007810" y="283374"/>
                  </a:lnTo>
                  <a:lnTo>
                    <a:pt x="996553" y="300085"/>
                  </a:lnTo>
                  <a:lnTo>
                    <a:pt x="979842" y="311342"/>
                  </a:lnTo>
                  <a:lnTo>
                    <a:pt x="959357" y="315467"/>
                  </a:lnTo>
                  <a:lnTo>
                    <a:pt x="52577" y="315467"/>
                  </a:lnTo>
                  <a:lnTo>
                    <a:pt x="32093" y="311342"/>
                  </a:lnTo>
                  <a:lnTo>
                    <a:pt x="15382" y="300085"/>
                  </a:lnTo>
                  <a:lnTo>
                    <a:pt x="4125" y="283374"/>
                  </a:lnTo>
                  <a:lnTo>
                    <a:pt x="0" y="262889"/>
                  </a:lnTo>
                  <a:lnTo>
                    <a:pt x="0" y="52577"/>
                  </a:lnTo>
                  <a:close/>
                </a:path>
              </a:pathLst>
            </a:custGeom>
            <a:ln w="9525">
              <a:solidFill>
                <a:srgbClr val="0C449B"/>
              </a:solidFill>
            </a:ln>
          </p:spPr>
          <p:txBody>
            <a:bodyPr wrap="square" lIns="0" tIns="0" rIns="0" bIns="0" rtlCol="0"/>
            <a:lstStyle/>
            <a:p>
              <a:endParaRPr>
                <a:latin typeface="Optima"/>
              </a:endParaRPr>
            </a:p>
          </p:txBody>
        </p:sp>
      </p:grpSp>
      <p:sp>
        <p:nvSpPr>
          <p:cNvPr id="134" name="object 134"/>
          <p:cNvSpPr txBox="1"/>
          <p:nvPr/>
        </p:nvSpPr>
        <p:spPr>
          <a:xfrm>
            <a:off x="7471664" y="2464435"/>
            <a:ext cx="793750" cy="166071"/>
          </a:xfrm>
          <a:prstGeom prst="rect">
            <a:avLst/>
          </a:prstGeom>
        </p:spPr>
        <p:txBody>
          <a:bodyPr vert="horz" wrap="square" lIns="0" tIns="12065" rIns="0" bIns="0" rtlCol="0">
            <a:spAutoFit/>
          </a:bodyPr>
          <a:lstStyle/>
          <a:p>
            <a:pPr marL="12700">
              <a:lnSpc>
                <a:spcPct val="100000"/>
              </a:lnSpc>
              <a:spcBef>
                <a:spcPts val="95"/>
              </a:spcBef>
            </a:pPr>
            <a:r>
              <a:rPr sz="1000" b="1" spc="-10" dirty="0">
                <a:latin typeface="Optima"/>
                <a:cs typeface="Calibri"/>
              </a:rPr>
              <a:t>D</a:t>
            </a:r>
            <a:r>
              <a:rPr sz="1000" b="1" spc="-5" dirty="0">
                <a:latin typeface="Optima"/>
                <a:cs typeface="Calibri"/>
              </a:rPr>
              <a:t>ata</a:t>
            </a:r>
            <a:r>
              <a:rPr sz="1000" b="1" spc="-10" dirty="0">
                <a:latin typeface="Optima"/>
                <a:cs typeface="Calibri"/>
              </a:rPr>
              <a:t> A</a:t>
            </a:r>
            <a:r>
              <a:rPr sz="1000" b="1" spc="-5" dirty="0">
                <a:latin typeface="Optima"/>
                <a:cs typeface="Calibri"/>
              </a:rPr>
              <a:t>rch</a:t>
            </a:r>
            <a:r>
              <a:rPr sz="1000" b="1" spc="-10" dirty="0">
                <a:latin typeface="Optima"/>
                <a:cs typeface="Calibri"/>
              </a:rPr>
              <a:t>ivi</a:t>
            </a:r>
            <a:r>
              <a:rPr sz="1000" b="1" spc="-5" dirty="0">
                <a:latin typeface="Optima"/>
                <a:cs typeface="Calibri"/>
              </a:rPr>
              <a:t>ng</a:t>
            </a:r>
            <a:endParaRPr sz="1000">
              <a:latin typeface="Optima"/>
              <a:cs typeface="Calibri"/>
            </a:endParaRPr>
          </a:p>
        </p:txBody>
      </p:sp>
      <p:sp>
        <p:nvSpPr>
          <p:cNvPr id="135" name="object 135"/>
          <p:cNvSpPr txBox="1"/>
          <p:nvPr/>
        </p:nvSpPr>
        <p:spPr>
          <a:xfrm>
            <a:off x="5788914" y="6614261"/>
            <a:ext cx="1501140" cy="212238"/>
          </a:xfrm>
          <a:prstGeom prst="rect">
            <a:avLst/>
          </a:prstGeom>
        </p:spPr>
        <p:txBody>
          <a:bodyPr vert="horz" wrap="square" lIns="0" tIns="12065" rIns="0" bIns="0" rtlCol="0">
            <a:spAutoFit/>
          </a:bodyPr>
          <a:lstStyle/>
          <a:p>
            <a:pPr marL="12700">
              <a:lnSpc>
                <a:spcPct val="100000"/>
              </a:lnSpc>
              <a:spcBef>
                <a:spcPts val="95"/>
              </a:spcBef>
            </a:pPr>
            <a:r>
              <a:rPr sz="1300" b="1" spc="-10" dirty="0">
                <a:solidFill>
                  <a:srgbClr val="1F487C"/>
                </a:solidFill>
                <a:latin typeface="Optima"/>
                <a:cs typeface="Calibri"/>
                <a:hlinkClick r:id="rId59"/>
              </a:rPr>
              <a:t>www.piloggroup.com</a:t>
            </a:r>
            <a:endParaRPr sz="1300">
              <a:latin typeface="Optima"/>
              <a:cs typeface="Calibri"/>
            </a:endParaRPr>
          </a:p>
        </p:txBody>
      </p:sp>
      <p:sp>
        <p:nvSpPr>
          <p:cNvPr id="136" name="object 136"/>
          <p:cNvSpPr txBox="1"/>
          <p:nvPr/>
        </p:nvSpPr>
        <p:spPr>
          <a:xfrm>
            <a:off x="345744" y="6582257"/>
            <a:ext cx="54546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Optima"/>
                <a:cs typeface="Arial MT"/>
              </a:rPr>
              <a:t>PiLog</a:t>
            </a:r>
            <a:endParaRPr sz="1600" dirty="0">
              <a:latin typeface="Optima"/>
              <a:cs typeface="Arial MT"/>
            </a:endParaRPr>
          </a:p>
        </p:txBody>
      </p:sp>
      <p:sp>
        <p:nvSpPr>
          <p:cNvPr id="137" name="object 137"/>
          <p:cNvSpPr txBox="1"/>
          <p:nvPr/>
        </p:nvSpPr>
        <p:spPr>
          <a:xfrm>
            <a:off x="12037568" y="6483197"/>
            <a:ext cx="12890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Optima"/>
                <a:cs typeface="Calibri"/>
              </a:rPr>
              <a:t>1</a:t>
            </a:r>
            <a:endParaRPr sz="1600">
              <a:latin typeface="Optima"/>
              <a:cs typeface="Calibri"/>
            </a:endParaRPr>
          </a:p>
        </p:txBody>
      </p:sp>
      <p:pic>
        <p:nvPicPr>
          <p:cNvPr id="139" name="object 139"/>
          <p:cNvPicPr/>
          <p:nvPr/>
        </p:nvPicPr>
        <p:blipFill>
          <a:blip r:embed="rId60" cstate="print"/>
          <a:stretch>
            <a:fillRect/>
          </a:stretch>
        </p:blipFill>
        <p:spPr>
          <a:xfrm>
            <a:off x="9739063" y="3092686"/>
            <a:ext cx="1006957" cy="4177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8000"/>
          </a:xfrm>
          <a:prstGeom prst="rect">
            <a:avLst/>
          </a:prstGeom>
        </p:spPr>
      </p:pic>
      <p:sp>
        <p:nvSpPr>
          <p:cNvPr id="3" name="object 3"/>
          <p:cNvSpPr txBox="1"/>
          <p:nvPr/>
        </p:nvSpPr>
        <p:spPr>
          <a:xfrm>
            <a:off x="414324" y="2817367"/>
            <a:ext cx="3914140" cy="1092607"/>
          </a:xfrm>
          <a:prstGeom prst="rect">
            <a:avLst/>
          </a:prstGeom>
        </p:spPr>
        <p:txBody>
          <a:bodyPr vert="horz" wrap="square" lIns="0" tIns="53340" rIns="0" bIns="0" rtlCol="0">
            <a:spAutoFit/>
          </a:bodyPr>
          <a:lstStyle/>
          <a:p>
            <a:pPr marL="12700" marR="5080">
              <a:lnSpc>
                <a:spcPts val="2720"/>
              </a:lnSpc>
              <a:spcBef>
                <a:spcPts val="420"/>
              </a:spcBef>
            </a:pPr>
            <a:r>
              <a:rPr sz="2500" b="1" spc="-15" dirty="0">
                <a:solidFill>
                  <a:srgbClr val="FFFFFF"/>
                </a:solidFill>
                <a:latin typeface="+mj-lt"/>
                <a:cs typeface="Calibri"/>
              </a:rPr>
              <a:t>Data </a:t>
            </a:r>
            <a:r>
              <a:rPr sz="2500" b="1" spc="-5" dirty="0">
                <a:solidFill>
                  <a:srgbClr val="FFFFFF"/>
                </a:solidFill>
                <a:latin typeface="+mj-lt"/>
                <a:cs typeface="Calibri"/>
              </a:rPr>
              <a:t>Management (Cleansing </a:t>
            </a:r>
            <a:r>
              <a:rPr sz="2500" b="1" spc="-555" dirty="0">
                <a:solidFill>
                  <a:srgbClr val="FFFFFF"/>
                </a:solidFill>
                <a:latin typeface="+mj-lt"/>
                <a:cs typeface="Calibri"/>
              </a:rPr>
              <a:t> </a:t>
            </a:r>
            <a:r>
              <a:rPr sz="2500" b="1" spc="-5" dirty="0">
                <a:solidFill>
                  <a:srgbClr val="FFFFFF"/>
                </a:solidFill>
                <a:latin typeface="+mj-lt"/>
                <a:cs typeface="Calibri"/>
              </a:rPr>
              <a:t>&amp; </a:t>
            </a:r>
            <a:r>
              <a:rPr sz="2500" b="1" spc="-10" dirty="0">
                <a:solidFill>
                  <a:srgbClr val="FFFFFF"/>
                </a:solidFill>
                <a:latin typeface="+mj-lt"/>
                <a:cs typeface="Calibri"/>
              </a:rPr>
              <a:t>Standardization</a:t>
            </a:r>
            <a:r>
              <a:rPr lang="en-IN" sz="2500" b="1" spc="-10" dirty="0">
                <a:solidFill>
                  <a:srgbClr val="FFFFFF"/>
                </a:solidFill>
                <a:latin typeface="+mj-lt"/>
                <a:cs typeface="Calibri"/>
              </a:rPr>
              <a:t> for Material Master</a:t>
            </a:r>
            <a:r>
              <a:rPr sz="2500" b="1" spc="-10" dirty="0">
                <a:solidFill>
                  <a:srgbClr val="FFFFFF"/>
                </a:solidFill>
                <a:latin typeface="+mj-lt"/>
                <a:cs typeface="Calibri"/>
              </a:rPr>
              <a:t>)</a:t>
            </a:r>
            <a:endParaRPr sz="2500" dirty="0">
              <a:latin typeface="+mj-lt"/>
              <a:cs typeface="Calibri"/>
            </a:endParaRPr>
          </a:p>
        </p:txBody>
      </p:sp>
      <p:sp>
        <p:nvSpPr>
          <p:cNvPr id="4" name="object 4"/>
          <p:cNvSpPr txBox="1"/>
          <p:nvPr/>
        </p:nvSpPr>
        <p:spPr>
          <a:xfrm>
            <a:off x="11177651" y="6329781"/>
            <a:ext cx="128270" cy="258276"/>
          </a:xfrm>
          <a:prstGeom prst="rect">
            <a:avLst/>
          </a:prstGeom>
        </p:spPr>
        <p:txBody>
          <a:bodyPr vert="horz" wrap="square" lIns="0" tIns="0" rIns="0" bIns="0" rtlCol="0">
            <a:spAutoFit/>
          </a:bodyPr>
          <a:lstStyle/>
          <a:p>
            <a:pPr>
              <a:lnSpc>
                <a:spcPts val="950"/>
              </a:lnSpc>
            </a:pPr>
            <a:r>
              <a:rPr sz="1000" spc="-10" dirty="0">
                <a:solidFill>
                  <a:srgbClr val="888888"/>
                </a:solidFill>
                <a:latin typeface="+mj-lt"/>
                <a:cs typeface="Calibri"/>
              </a:rPr>
              <a:t>14</a:t>
            </a:r>
            <a:endParaRPr sz="1000">
              <a:latin typeface="+mj-lt"/>
              <a:cs typeface="Calibri"/>
            </a:endParaRPr>
          </a:p>
        </p:txBody>
      </p:sp>
      <p:pic>
        <p:nvPicPr>
          <p:cNvPr id="5" name="object 5"/>
          <p:cNvPicPr/>
          <p:nvPr/>
        </p:nvPicPr>
        <p:blipFill>
          <a:blip r:embed="rId3" cstate="print"/>
          <a:stretch>
            <a:fillRect/>
          </a:stretch>
        </p:blipFill>
        <p:spPr>
          <a:xfrm>
            <a:off x="10949940" y="6309359"/>
            <a:ext cx="1219200" cy="542542"/>
          </a:xfrm>
          <a:prstGeom prst="rect">
            <a:avLst/>
          </a:prstGeom>
        </p:spPr>
      </p:pic>
      <p:sp>
        <p:nvSpPr>
          <p:cNvPr id="6" name="object 6"/>
          <p:cNvSpPr txBox="1"/>
          <p:nvPr/>
        </p:nvSpPr>
        <p:spPr>
          <a:xfrm>
            <a:off x="5989065" y="942848"/>
            <a:ext cx="4000500" cy="1732280"/>
          </a:xfrm>
          <a:prstGeom prst="rect">
            <a:avLst/>
          </a:prstGeom>
        </p:spPr>
        <p:txBody>
          <a:bodyPr vert="horz" wrap="square" lIns="0" tIns="12065" rIns="0" bIns="0" rtlCol="0">
            <a:spAutoFit/>
          </a:bodyPr>
          <a:lstStyle/>
          <a:p>
            <a:pPr marL="355600" indent="-342900">
              <a:lnSpc>
                <a:spcPct val="100000"/>
              </a:lnSpc>
              <a:spcBef>
                <a:spcPts val="95"/>
              </a:spcBef>
              <a:buAutoNum type="arabicPeriod"/>
              <a:tabLst>
                <a:tab pos="354965" algn="l"/>
                <a:tab pos="355600" algn="l"/>
              </a:tabLst>
            </a:pPr>
            <a:r>
              <a:rPr sz="1600" b="1" spc="-30" dirty="0">
                <a:solidFill>
                  <a:srgbClr val="0F469B"/>
                </a:solidFill>
                <a:latin typeface="+mj-lt"/>
                <a:cs typeface="Calibri"/>
              </a:rPr>
              <a:t>Taxonomy</a:t>
            </a:r>
            <a:r>
              <a:rPr sz="1600" b="1" spc="-20" dirty="0">
                <a:solidFill>
                  <a:srgbClr val="0F469B"/>
                </a:solidFill>
                <a:latin typeface="+mj-lt"/>
                <a:cs typeface="Calibri"/>
              </a:rPr>
              <a:t> </a:t>
            </a:r>
            <a:r>
              <a:rPr sz="1600" b="1" spc="-10" dirty="0">
                <a:solidFill>
                  <a:srgbClr val="0F469B"/>
                </a:solidFill>
                <a:latin typeface="+mj-lt"/>
                <a:cs typeface="Calibri"/>
              </a:rPr>
              <a:t>Management</a:t>
            </a:r>
            <a:endParaRPr sz="1600" dirty="0">
              <a:latin typeface="+mj-lt"/>
              <a:cs typeface="Calibri"/>
            </a:endParaRPr>
          </a:p>
          <a:p>
            <a:pPr>
              <a:lnSpc>
                <a:spcPct val="100000"/>
              </a:lnSpc>
              <a:spcBef>
                <a:spcPts val="30"/>
              </a:spcBef>
              <a:buClr>
                <a:srgbClr val="0F469B"/>
              </a:buClr>
              <a:buFont typeface="Calibri"/>
              <a:buAutoNum type="arabicPeriod"/>
            </a:pPr>
            <a:endParaRPr sz="1550" dirty="0">
              <a:latin typeface="+mj-lt"/>
              <a:cs typeface="Calibri"/>
            </a:endParaRPr>
          </a:p>
          <a:p>
            <a:pPr marL="355600" indent="-342900">
              <a:lnSpc>
                <a:spcPct val="100000"/>
              </a:lnSpc>
              <a:buAutoNum type="arabicPeriod"/>
              <a:tabLst>
                <a:tab pos="354965" algn="l"/>
                <a:tab pos="355600" algn="l"/>
              </a:tabLst>
            </a:pPr>
            <a:r>
              <a:rPr sz="1600" b="1" spc="-10" dirty="0">
                <a:solidFill>
                  <a:srgbClr val="0F469B"/>
                </a:solidFill>
                <a:latin typeface="+mj-lt"/>
                <a:cs typeface="Calibri"/>
              </a:rPr>
              <a:t>Cleansing</a:t>
            </a:r>
            <a:r>
              <a:rPr sz="1600" b="1" spc="-5" dirty="0">
                <a:solidFill>
                  <a:srgbClr val="0F469B"/>
                </a:solidFill>
                <a:latin typeface="+mj-lt"/>
                <a:cs typeface="Calibri"/>
              </a:rPr>
              <a:t> of</a:t>
            </a:r>
            <a:r>
              <a:rPr sz="1600" b="1" spc="5" dirty="0">
                <a:solidFill>
                  <a:srgbClr val="0F469B"/>
                </a:solidFill>
                <a:latin typeface="+mj-lt"/>
                <a:cs typeface="Calibri"/>
              </a:rPr>
              <a:t> </a:t>
            </a:r>
            <a:r>
              <a:rPr sz="1600" b="1" spc="-10" dirty="0">
                <a:solidFill>
                  <a:srgbClr val="0F469B"/>
                </a:solidFill>
                <a:latin typeface="+mj-lt"/>
                <a:cs typeface="Calibri"/>
              </a:rPr>
              <a:t>existing</a:t>
            </a:r>
            <a:r>
              <a:rPr sz="1600" b="1" dirty="0">
                <a:solidFill>
                  <a:srgbClr val="0F469B"/>
                </a:solidFill>
                <a:latin typeface="+mj-lt"/>
                <a:cs typeface="Calibri"/>
              </a:rPr>
              <a:t> </a:t>
            </a:r>
            <a:r>
              <a:rPr sz="1600" b="1" spc="-15" dirty="0">
                <a:solidFill>
                  <a:srgbClr val="0F469B"/>
                </a:solidFill>
                <a:latin typeface="+mj-lt"/>
                <a:cs typeface="Calibri"/>
              </a:rPr>
              <a:t>data</a:t>
            </a:r>
            <a:r>
              <a:rPr sz="1600" b="1" spc="-10" dirty="0">
                <a:solidFill>
                  <a:srgbClr val="0F469B"/>
                </a:solidFill>
                <a:latin typeface="+mj-lt"/>
                <a:cs typeface="Calibri"/>
              </a:rPr>
              <a:t> for</a:t>
            </a:r>
            <a:r>
              <a:rPr sz="1600" b="1" spc="15" dirty="0">
                <a:solidFill>
                  <a:srgbClr val="0F469B"/>
                </a:solidFill>
                <a:latin typeface="+mj-lt"/>
                <a:cs typeface="Calibri"/>
              </a:rPr>
              <a:t> </a:t>
            </a:r>
            <a:r>
              <a:rPr sz="1600" b="1" spc="-5" dirty="0">
                <a:solidFill>
                  <a:srgbClr val="0F469B"/>
                </a:solidFill>
                <a:latin typeface="+mj-lt"/>
                <a:cs typeface="Calibri"/>
              </a:rPr>
              <a:t>each </a:t>
            </a:r>
            <a:r>
              <a:rPr lang="en-IN" sz="1600" b="1" spc="-10" dirty="0">
                <a:solidFill>
                  <a:srgbClr val="0F469B"/>
                </a:solidFill>
                <a:latin typeface="+mj-lt"/>
                <a:cs typeface="Calibri"/>
              </a:rPr>
              <a:t>record</a:t>
            </a:r>
            <a:endParaRPr sz="1600" dirty="0">
              <a:latin typeface="+mj-lt"/>
              <a:cs typeface="Calibri"/>
            </a:endParaRPr>
          </a:p>
          <a:p>
            <a:pPr>
              <a:lnSpc>
                <a:spcPct val="100000"/>
              </a:lnSpc>
              <a:spcBef>
                <a:spcPts val="25"/>
              </a:spcBef>
              <a:buClr>
                <a:srgbClr val="0F469B"/>
              </a:buClr>
              <a:buFont typeface="Calibri"/>
              <a:buAutoNum type="arabicPeriod"/>
            </a:pPr>
            <a:endParaRPr sz="1550" dirty="0">
              <a:latin typeface="+mj-lt"/>
              <a:cs typeface="Calibri"/>
            </a:endParaRPr>
          </a:p>
          <a:p>
            <a:pPr marL="355600" indent="-342900">
              <a:lnSpc>
                <a:spcPct val="100000"/>
              </a:lnSpc>
              <a:buAutoNum type="arabicPeriod"/>
              <a:tabLst>
                <a:tab pos="354965" algn="l"/>
                <a:tab pos="355600" algn="l"/>
              </a:tabLst>
            </a:pPr>
            <a:r>
              <a:rPr sz="1600" b="1" spc="-5" dirty="0">
                <a:solidFill>
                  <a:srgbClr val="0F469B"/>
                </a:solidFill>
                <a:latin typeface="+mj-lt"/>
                <a:cs typeface="Calibri"/>
              </a:rPr>
              <a:t>Addition of</a:t>
            </a:r>
            <a:r>
              <a:rPr sz="1600" b="1" dirty="0">
                <a:solidFill>
                  <a:srgbClr val="0F469B"/>
                </a:solidFill>
                <a:latin typeface="+mj-lt"/>
                <a:cs typeface="Calibri"/>
              </a:rPr>
              <a:t> </a:t>
            </a:r>
            <a:r>
              <a:rPr sz="1600" b="1" spc="-10" dirty="0">
                <a:solidFill>
                  <a:srgbClr val="0F469B"/>
                </a:solidFill>
                <a:latin typeface="+mj-lt"/>
                <a:cs typeface="Calibri"/>
              </a:rPr>
              <a:t>missing</a:t>
            </a:r>
            <a:r>
              <a:rPr sz="1600" b="1" spc="5" dirty="0">
                <a:solidFill>
                  <a:srgbClr val="0F469B"/>
                </a:solidFill>
                <a:latin typeface="+mj-lt"/>
                <a:cs typeface="Calibri"/>
              </a:rPr>
              <a:t> </a:t>
            </a:r>
            <a:r>
              <a:rPr sz="1600" b="1" spc="-10" dirty="0">
                <a:solidFill>
                  <a:srgbClr val="0F469B"/>
                </a:solidFill>
                <a:latin typeface="+mj-lt"/>
                <a:cs typeface="Calibri"/>
              </a:rPr>
              <a:t>data</a:t>
            </a:r>
            <a:r>
              <a:rPr sz="1600" b="1" spc="-5" dirty="0">
                <a:solidFill>
                  <a:srgbClr val="0F469B"/>
                </a:solidFill>
                <a:latin typeface="+mj-lt"/>
                <a:cs typeface="Calibri"/>
              </a:rPr>
              <a:t> </a:t>
            </a:r>
            <a:r>
              <a:rPr sz="1600" b="1" spc="-10" dirty="0">
                <a:solidFill>
                  <a:srgbClr val="0F469B"/>
                </a:solidFill>
                <a:latin typeface="+mj-lt"/>
                <a:cs typeface="Calibri"/>
              </a:rPr>
              <a:t>for</a:t>
            </a:r>
            <a:r>
              <a:rPr sz="1600" b="1" spc="-5" dirty="0">
                <a:solidFill>
                  <a:srgbClr val="0F469B"/>
                </a:solidFill>
                <a:latin typeface="+mj-lt"/>
                <a:cs typeface="Calibri"/>
              </a:rPr>
              <a:t> each</a:t>
            </a:r>
            <a:r>
              <a:rPr sz="1600" b="1" dirty="0">
                <a:solidFill>
                  <a:srgbClr val="0F469B"/>
                </a:solidFill>
                <a:latin typeface="+mj-lt"/>
                <a:cs typeface="Calibri"/>
              </a:rPr>
              <a:t> </a:t>
            </a:r>
            <a:r>
              <a:rPr sz="1600" b="1" spc="-10" dirty="0">
                <a:solidFill>
                  <a:srgbClr val="0F469B"/>
                </a:solidFill>
                <a:latin typeface="+mj-lt"/>
                <a:cs typeface="Calibri"/>
              </a:rPr>
              <a:t>spare</a:t>
            </a:r>
            <a:endParaRPr sz="1600" dirty="0">
              <a:latin typeface="+mj-lt"/>
              <a:cs typeface="Calibri"/>
            </a:endParaRPr>
          </a:p>
          <a:p>
            <a:pPr>
              <a:lnSpc>
                <a:spcPct val="100000"/>
              </a:lnSpc>
              <a:spcBef>
                <a:spcPts val="30"/>
              </a:spcBef>
              <a:buClr>
                <a:srgbClr val="0F469B"/>
              </a:buClr>
              <a:buFont typeface="Calibri"/>
              <a:buAutoNum type="arabicPeriod"/>
            </a:pPr>
            <a:endParaRPr sz="1550" dirty="0">
              <a:latin typeface="+mj-lt"/>
              <a:cs typeface="Calibri"/>
            </a:endParaRPr>
          </a:p>
          <a:p>
            <a:pPr marL="355600" indent="-342900">
              <a:lnSpc>
                <a:spcPct val="100000"/>
              </a:lnSpc>
              <a:buAutoNum type="arabicPeriod"/>
              <a:tabLst>
                <a:tab pos="354965" algn="l"/>
                <a:tab pos="355600" algn="l"/>
              </a:tabLst>
            </a:pPr>
            <a:r>
              <a:rPr sz="1600" b="1" spc="-10" dirty="0">
                <a:solidFill>
                  <a:srgbClr val="0F469B"/>
                </a:solidFill>
                <a:latin typeface="+mj-lt"/>
                <a:cs typeface="Calibri"/>
              </a:rPr>
              <a:t>Identification</a:t>
            </a:r>
            <a:r>
              <a:rPr sz="1600" b="1" dirty="0">
                <a:solidFill>
                  <a:srgbClr val="0F469B"/>
                </a:solidFill>
                <a:latin typeface="+mj-lt"/>
                <a:cs typeface="Calibri"/>
              </a:rPr>
              <a:t> </a:t>
            </a:r>
            <a:r>
              <a:rPr sz="1600" b="1" spc="-5" dirty="0">
                <a:solidFill>
                  <a:srgbClr val="0F469B"/>
                </a:solidFill>
                <a:latin typeface="+mj-lt"/>
                <a:cs typeface="Calibri"/>
              </a:rPr>
              <a:t>of</a:t>
            </a:r>
            <a:r>
              <a:rPr sz="1600" b="1" dirty="0">
                <a:solidFill>
                  <a:srgbClr val="0F469B"/>
                </a:solidFill>
                <a:latin typeface="+mj-lt"/>
                <a:cs typeface="Calibri"/>
              </a:rPr>
              <a:t> </a:t>
            </a:r>
            <a:r>
              <a:rPr sz="1600" b="1" spc="-10" dirty="0">
                <a:solidFill>
                  <a:srgbClr val="0F469B"/>
                </a:solidFill>
                <a:latin typeface="+mj-lt"/>
                <a:cs typeface="Calibri"/>
              </a:rPr>
              <a:t>duplicate</a:t>
            </a:r>
            <a:r>
              <a:rPr sz="1600" b="1" spc="15" dirty="0">
                <a:solidFill>
                  <a:srgbClr val="0F469B"/>
                </a:solidFill>
                <a:latin typeface="+mj-lt"/>
                <a:cs typeface="Calibri"/>
              </a:rPr>
              <a:t> </a:t>
            </a:r>
            <a:r>
              <a:rPr sz="1600" b="1" spc="-5" dirty="0">
                <a:solidFill>
                  <a:srgbClr val="0F469B"/>
                </a:solidFill>
                <a:latin typeface="+mj-lt"/>
                <a:cs typeface="Calibri"/>
              </a:rPr>
              <a:t>Codes</a:t>
            </a:r>
            <a:endParaRPr sz="1600" dirty="0">
              <a:latin typeface="+mj-lt"/>
              <a:cs typeface="Calibri"/>
            </a:endParaRPr>
          </a:p>
        </p:txBody>
      </p:sp>
      <p:sp>
        <p:nvSpPr>
          <p:cNvPr id="7" name="object 7"/>
          <p:cNvSpPr txBox="1"/>
          <p:nvPr/>
        </p:nvSpPr>
        <p:spPr>
          <a:xfrm>
            <a:off x="5989065" y="2894202"/>
            <a:ext cx="5344795" cy="513080"/>
          </a:xfrm>
          <a:prstGeom prst="rect">
            <a:avLst/>
          </a:prstGeom>
        </p:spPr>
        <p:txBody>
          <a:bodyPr vert="horz" wrap="square" lIns="0" tIns="12065" rIns="0" bIns="0" rtlCol="0">
            <a:spAutoFit/>
          </a:bodyPr>
          <a:lstStyle/>
          <a:p>
            <a:pPr marL="355600" marR="5080" indent="-342900">
              <a:lnSpc>
                <a:spcPct val="100000"/>
              </a:lnSpc>
              <a:spcBef>
                <a:spcPts val="95"/>
              </a:spcBef>
              <a:tabLst>
                <a:tab pos="354965" algn="l"/>
              </a:tabLst>
            </a:pPr>
            <a:r>
              <a:rPr sz="1600" b="1" spc="-5" dirty="0">
                <a:solidFill>
                  <a:srgbClr val="0F469B"/>
                </a:solidFill>
                <a:latin typeface="+mj-lt"/>
                <a:cs typeface="Calibri"/>
              </a:rPr>
              <a:t>5.	</a:t>
            </a:r>
            <a:r>
              <a:rPr sz="1600" b="1" spc="-10" dirty="0">
                <a:solidFill>
                  <a:srgbClr val="0F469B"/>
                </a:solidFill>
                <a:latin typeface="+mj-lt"/>
                <a:cs typeface="Calibri"/>
              </a:rPr>
              <a:t>Creation</a:t>
            </a:r>
            <a:r>
              <a:rPr sz="1600" b="1" spc="-5" dirty="0">
                <a:solidFill>
                  <a:srgbClr val="0F469B"/>
                </a:solidFill>
                <a:latin typeface="+mj-lt"/>
                <a:cs typeface="Calibri"/>
              </a:rPr>
              <a:t> of</a:t>
            </a:r>
            <a:r>
              <a:rPr sz="1600" b="1" spc="15" dirty="0">
                <a:solidFill>
                  <a:srgbClr val="0F469B"/>
                </a:solidFill>
                <a:latin typeface="+mj-lt"/>
                <a:cs typeface="Calibri"/>
              </a:rPr>
              <a:t> </a:t>
            </a:r>
            <a:r>
              <a:rPr sz="1600" b="1" spc="-10" dirty="0">
                <a:solidFill>
                  <a:srgbClr val="0F469B"/>
                </a:solidFill>
                <a:latin typeface="+mj-lt"/>
                <a:cs typeface="Calibri"/>
              </a:rPr>
              <a:t>standardized</a:t>
            </a:r>
            <a:r>
              <a:rPr sz="1600" b="1" spc="20" dirty="0">
                <a:solidFill>
                  <a:srgbClr val="0F469B"/>
                </a:solidFill>
                <a:latin typeface="+mj-lt"/>
                <a:cs typeface="Calibri"/>
              </a:rPr>
              <a:t> </a:t>
            </a:r>
            <a:r>
              <a:rPr sz="1600" b="1" spc="-10" dirty="0">
                <a:solidFill>
                  <a:srgbClr val="0F469B"/>
                </a:solidFill>
                <a:latin typeface="+mj-lt"/>
                <a:cs typeface="Calibri"/>
              </a:rPr>
              <a:t>spare</a:t>
            </a:r>
            <a:r>
              <a:rPr sz="1600" b="1" spc="10" dirty="0">
                <a:solidFill>
                  <a:srgbClr val="0F469B"/>
                </a:solidFill>
                <a:latin typeface="+mj-lt"/>
                <a:cs typeface="Calibri"/>
              </a:rPr>
              <a:t> </a:t>
            </a:r>
            <a:r>
              <a:rPr sz="1600" b="1" spc="-10" dirty="0">
                <a:solidFill>
                  <a:srgbClr val="0F469B"/>
                </a:solidFill>
                <a:latin typeface="+mj-lt"/>
                <a:cs typeface="Calibri"/>
              </a:rPr>
              <a:t>details</a:t>
            </a:r>
            <a:r>
              <a:rPr sz="1600" b="1" spc="-5" dirty="0">
                <a:solidFill>
                  <a:srgbClr val="0F469B"/>
                </a:solidFill>
                <a:latin typeface="+mj-lt"/>
                <a:cs typeface="Calibri"/>
              </a:rPr>
              <a:t> in</a:t>
            </a:r>
            <a:r>
              <a:rPr sz="1600" b="1" spc="5" dirty="0">
                <a:solidFill>
                  <a:srgbClr val="0F469B"/>
                </a:solidFill>
                <a:latin typeface="+mj-lt"/>
                <a:cs typeface="Calibri"/>
              </a:rPr>
              <a:t> </a:t>
            </a:r>
            <a:r>
              <a:rPr sz="1600" b="1" spc="-10" dirty="0">
                <a:solidFill>
                  <a:srgbClr val="0F469B"/>
                </a:solidFill>
                <a:latin typeface="+mj-lt"/>
                <a:cs typeface="Calibri"/>
              </a:rPr>
              <a:t>accordance</a:t>
            </a:r>
            <a:r>
              <a:rPr sz="1600" b="1" spc="40" dirty="0">
                <a:solidFill>
                  <a:srgbClr val="0F469B"/>
                </a:solidFill>
                <a:latin typeface="+mj-lt"/>
                <a:cs typeface="Calibri"/>
              </a:rPr>
              <a:t> </a:t>
            </a:r>
            <a:r>
              <a:rPr sz="1600" b="1" spc="-10" dirty="0">
                <a:solidFill>
                  <a:srgbClr val="0F469B"/>
                </a:solidFill>
                <a:latin typeface="+mj-lt"/>
                <a:cs typeface="Calibri"/>
              </a:rPr>
              <a:t>to</a:t>
            </a:r>
            <a:r>
              <a:rPr sz="1600" b="1" spc="5" dirty="0">
                <a:solidFill>
                  <a:srgbClr val="0F469B"/>
                </a:solidFill>
                <a:latin typeface="+mj-lt"/>
                <a:cs typeface="Calibri"/>
              </a:rPr>
              <a:t> </a:t>
            </a:r>
            <a:r>
              <a:rPr lang="en-IN" sz="1600" b="1" spc="-5" dirty="0">
                <a:solidFill>
                  <a:srgbClr val="0F469B"/>
                </a:solidFill>
                <a:latin typeface="+mj-lt"/>
                <a:cs typeface="Calibri"/>
              </a:rPr>
              <a:t>S/4 HANA</a:t>
            </a:r>
            <a:r>
              <a:rPr sz="1600" b="1" spc="-5" dirty="0">
                <a:solidFill>
                  <a:srgbClr val="0F469B"/>
                </a:solidFill>
                <a:latin typeface="+mj-lt"/>
                <a:cs typeface="Calibri"/>
              </a:rPr>
              <a:t> </a:t>
            </a:r>
            <a:r>
              <a:rPr sz="1600" b="1" spc="-345" dirty="0">
                <a:solidFill>
                  <a:srgbClr val="0F469B"/>
                </a:solidFill>
                <a:latin typeface="+mj-lt"/>
                <a:cs typeface="Calibri"/>
              </a:rPr>
              <a:t> </a:t>
            </a:r>
            <a:r>
              <a:rPr sz="1600" b="1" spc="-15" dirty="0">
                <a:solidFill>
                  <a:srgbClr val="0F469B"/>
                </a:solidFill>
                <a:latin typeface="+mj-lt"/>
                <a:cs typeface="Calibri"/>
              </a:rPr>
              <a:t>requirement</a:t>
            </a:r>
            <a:endParaRPr sz="1600" dirty="0">
              <a:latin typeface="+mj-lt"/>
              <a:cs typeface="Calibri"/>
            </a:endParaRPr>
          </a:p>
        </p:txBody>
      </p:sp>
      <p:sp>
        <p:nvSpPr>
          <p:cNvPr id="8" name="object 8"/>
          <p:cNvSpPr txBox="1"/>
          <p:nvPr/>
        </p:nvSpPr>
        <p:spPr>
          <a:xfrm>
            <a:off x="5989065" y="3625722"/>
            <a:ext cx="5285740" cy="1488440"/>
          </a:xfrm>
          <a:prstGeom prst="rect">
            <a:avLst/>
          </a:prstGeom>
        </p:spPr>
        <p:txBody>
          <a:bodyPr vert="horz" wrap="square" lIns="0" tIns="12065" rIns="0" bIns="0" rtlCol="0">
            <a:spAutoFit/>
          </a:bodyPr>
          <a:lstStyle/>
          <a:p>
            <a:pPr marL="355600" indent="-342900">
              <a:lnSpc>
                <a:spcPct val="100000"/>
              </a:lnSpc>
              <a:spcBef>
                <a:spcPts val="95"/>
              </a:spcBef>
              <a:buAutoNum type="arabicPeriod" startAt="6"/>
              <a:tabLst>
                <a:tab pos="354965" algn="l"/>
                <a:tab pos="355600" algn="l"/>
              </a:tabLst>
            </a:pPr>
            <a:r>
              <a:rPr sz="1600" b="1" spc="-5" dirty="0">
                <a:solidFill>
                  <a:srgbClr val="0F469B"/>
                </a:solidFill>
                <a:latin typeface="+mj-lt"/>
                <a:cs typeface="Calibri"/>
              </a:rPr>
              <a:t>Addition</a:t>
            </a:r>
            <a:r>
              <a:rPr sz="1600" b="1" spc="5" dirty="0">
                <a:solidFill>
                  <a:srgbClr val="0F469B"/>
                </a:solidFill>
                <a:latin typeface="+mj-lt"/>
                <a:cs typeface="Calibri"/>
              </a:rPr>
              <a:t> </a:t>
            </a:r>
            <a:r>
              <a:rPr sz="1600" b="1" spc="-5" dirty="0">
                <a:solidFill>
                  <a:srgbClr val="0F469B"/>
                </a:solidFill>
                <a:latin typeface="+mj-lt"/>
                <a:cs typeface="Calibri"/>
              </a:rPr>
              <a:t>and</a:t>
            </a:r>
            <a:r>
              <a:rPr sz="1600" b="1" spc="20" dirty="0">
                <a:solidFill>
                  <a:srgbClr val="0F469B"/>
                </a:solidFill>
                <a:latin typeface="+mj-lt"/>
                <a:cs typeface="Calibri"/>
              </a:rPr>
              <a:t> </a:t>
            </a:r>
            <a:r>
              <a:rPr sz="1600" b="1" spc="-10" dirty="0">
                <a:solidFill>
                  <a:srgbClr val="0F469B"/>
                </a:solidFill>
                <a:latin typeface="+mj-lt"/>
                <a:cs typeface="Calibri"/>
              </a:rPr>
              <a:t>supply</a:t>
            </a:r>
            <a:r>
              <a:rPr sz="1600" b="1" spc="45" dirty="0">
                <a:solidFill>
                  <a:srgbClr val="0F469B"/>
                </a:solidFill>
                <a:latin typeface="+mj-lt"/>
                <a:cs typeface="Calibri"/>
              </a:rPr>
              <a:t> </a:t>
            </a:r>
            <a:r>
              <a:rPr sz="1600" b="1" spc="-5" dirty="0">
                <a:solidFill>
                  <a:srgbClr val="0F469B"/>
                </a:solidFill>
                <a:latin typeface="+mj-lt"/>
                <a:cs typeface="Calibri"/>
              </a:rPr>
              <a:t>of</a:t>
            </a:r>
            <a:r>
              <a:rPr sz="1600" b="1" spc="15" dirty="0">
                <a:solidFill>
                  <a:srgbClr val="0F469B"/>
                </a:solidFill>
                <a:latin typeface="+mj-lt"/>
                <a:cs typeface="Calibri"/>
              </a:rPr>
              <a:t> </a:t>
            </a:r>
            <a:r>
              <a:rPr sz="1600" b="1" spc="-10" dirty="0">
                <a:solidFill>
                  <a:srgbClr val="0F469B"/>
                </a:solidFill>
                <a:latin typeface="+mj-lt"/>
                <a:cs typeface="Calibri"/>
              </a:rPr>
              <a:t>technical</a:t>
            </a:r>
            <a:r>
              <a:rPr sz="1600" b="1" spc="5" dirty="0">
                <a:solidFill>
                  <a:srgbClr val="0F469B"/>
                </a:solidFill>
                <a:latin typeface="+mj-lt"/>
                <a:cs typeface="Calibri"/>
              </a:rPr>
              <a:t> </a:t>
            </a:r>
            <a:r>
              <a:rPr sz="1600" b="1" spc="-10" dirty="0">
                <a:solidFill>
                  <a:srgbClr val="0F469B"/>
                </a:solidFill>
                <a:latin typeface="+mj-lt"/>
                <a:cs typeface="Calibri"/>
              </a:rPr>
              <a:t>details</a:t>
            </a:r>
            <a:r>
              <a:rPr sz="1600" b="1" spc="-5" dirty="0">
                <a:solidFill>
                  <a:srgbClr val="0F469B"/>
                </a:solidFill>
                <a:latin typeface="+mj-lt"/>
                <a:cs typeface="Calibri"/>
              </a:rPr>
              <a:t> of</a:t>
            </a:r>
            <a:r>
              <a:rPr sz="1600" b="1" spc="15" dirty="0">
                <a:solidFill>
                  <a:srgbClr val="0F469B"/>
                </a:solidFill>
                <a:latin typeface="+mj-lt"/>
                <a:cs typeface="Calibri"/>
              </a:rPr>
              <a:t> </a:t>
            </a:r>
            <a:r>
              <a:rPr sz="1600" b="1" spc="-10" dirty="0">
                <a:solidFill>
                  <a:srgbClr val="0F469B"/>
                </a:solidFill>
                <a:latin typeface="+mj-lt"/>
                <a:cs typeface="Calibri"/>
              </a:rPr>
              <a:t>the</a:t>
            </a:r>
            <a:r>
              <a:rPr sz="1600" b="1" dirty="0">
                <a:solidFill>
                  <a:srgbClr val="0F469B"/>
                </a:solidFill>
                <a:latin typeface="+mj-lt"/>
                <a:cs typeface="Calibri"/>
              </a:rPr>
              <a:t> </a:t>
            </a:r>
            <a:r>
              <a:rPr sz="1600" b="1" spc="-10" dirty="0">
                <a:solidFill>
                  <a:srgbClr val="0F469B"/>
                </a:solidFill>
                <a:latin typeface="+mj-lt"/>
                <a:cs typeface="Calibri"/>
              </a:rPr>
              <a:t>spares</a:t>
            </a:r>
            <a:endParaRPr sz="1600" dirty="0">
              <a:latin typeface="+mj-lt"/>
              <a:cs typeface="Calibri"/>
            </a:endParaRPr>
          </a:p>
          <a:p>
            <a:pPr>
              <a:lnSpc>
                <a:spcPct val="100000"/>
              </a:lnSpc>
              <a:spcBef>
                <a:spcPts val="30"/>
              </a:spcBef>
              <a:buClr>
                <a:srgbClr val="0F469B"/>
              </a:buClr>
              <a:buFont typeface="Calibri"/>
              <a:buAutoNum type="arabicPeriod" startAt="6"/>
            </a:pPr>
            <a:endParaRPr sz="1550" dirty="0">
              <a:latin typeface="+mj-lt"/>
              <a:cs typeface="Calibri"/>
            </a:endParaRPr>
          </a:p>
          <a:p>
            <a:pPr marL="355600" indent="-342900">
              <a:lnSpc>
                <a:spcPct val="100000"/>
              </a:lnSpc>
              <a:buAutoNum type="arabicPeriod" startAt="6"/>
              <a:tabLst>
                <a:tab pos="354965" algn="l"/>
                <a:tab pos="355600" algn="l"/>
              </a:tabLst>
            </a:pPr>
            <a:r>
              <a:rPr sz="1600" b="1" spc="-10" dirty="0">
                <a:solidFill>
                  <a:srgbClr val="0F469B"/>
                </a:solidFill>
                <a:latin typeface="+mj-lt"/>
                <a:cs typeface="Calibri"/>
              </a:rPr>
              <a:t>Creation</a:t>
            </a:r>
            <a:r>
              <a:rPr sz="1600" b="1" spc="-20" dirty="0">
                <a:solidFill>
                  <a:srgbClr val="0F469B"/>
                </a:solidFill>
                <a:latin typeface="+mj-lt"/>
                <a:cs typeface="Calibri"/>
              </a:rPr>
              <a:t> </a:t>
            </a:r>
            <a:r>
              <a:rPr sz="1600" b="1" spc="-5" dirty="0">
                <a:solidFill>
                  <a:srgbClr val="0F469B"/>
                </a:solidFill>
                <a:latin typeface="+mj-lt"/>
                <a:cs typeface="Calibri"/>
              </a:rPr>
              <a:t>of</a:t>
            </a:r>
            <a:r>
              <a:rPr sz="1600" b="1" spc="5" dirty="0">
                <a:solidFill>
                  <a:srgbClr val="0F469B"/>
                </a:solidFill>
                <a:latin typeface="+mj-lt"/>
                <a:cs typeface="Calibri"/>
              </a:rPr>
              <a:t> </a:t>
            </a:r>
            <a:r>
              <a:rPr sz="1600" b="1" spc="-15" dirty="0">
                <a:solidFill>
                  <a:srgbClr val="0F469B"/>
                </a:solidFill>
                <a:latin typeface="+mj-lt"/>
                <a:cs typeface="Calibri"/>
              </a:rPr>
              <a:t>taxonomy</a:t>
            </a:r>
            <a:r>
              <a:rPr sz="1600" b="1" dirty="0">
                <a:solidFill>
                  <a:srgbClr val="0F469B"/>
                </a:solidFill>
                <a:latin typeface="+mj-lt"/>
                <a:cs typeface="Calibri"/>
              </a:rPr>
              <a:t> </a:t>
            </a:r>
            <a:r>
              <a:rPr sz="1600" b="1" spc="-10" dirty="0">
                <a:solidFill>
                  <a:srgbClr val="0F469B"/>
                </a:solidFill>
                <a:latin typeface="+mj-lt"/>
                <a:cs typeface="Calibri"/>
              </a:rPr>
              <a:t>for</a:t>
            </a:r>
            <a:r>
              <a:rPr sz="1600" b="1" spc="10" dirty="0">
                <a:solidFill>
                  <a:srgbClr val="0F469B"/>
                </a:solidFill>
                <a:latin typeface="+mj-lt"/>
                <a:cs typeface="Calibri"/>
              </a:rPr>
              <a:t> </a:t>
            </a:r>
            <a:r>
              <a:rPr sz="1600" b="1" spc="-5" dirty="0">
                <a:solidFill>
                  <a:srgbClr val="0F469B"/>
                </a:solidFill>
                <a:latin typeface="+mj-lt"/>
                <a:cs typeface="Calibri"/>
              </a:rPr>
              <a:t>coding</a:t>
            </a:r>
            <a:r>
              <a:rPr sz="1600" b="1" spc="10" dirty="0">
                <a:solidFill>
                  <a:srgbClr val="0F469B"/>
                </a:solidFill>
                <a:latin typeface="+mj-lt"/>
                <a:cs typeface="Calibri"/>
              </a:rPr>
              <a:t> </a:t>
            </a:r>
            <a:r>
              <a:rPr sz="1600" b="1" spc="-5" dirty="0">
                <a:solidFill>
                  <a:srgbClr val="0F469B"/>
                </a:solidFill>
                <a:latin typeface="+mj-lt"/>
                <a:cs typeface="Calibri"/>
              </a:rPr>
              <a:t>and implementation</a:t>
            </a:r>
            <a:endParaRPr sz="1600" dirty="0">
              <a:latin typeface="+mj-lt"/>
              <a:cs typeface="Calibri"/>
            </a:endParaRPr>
          </a:p>
          <a:p>
            <a:pPr>
              <a:lnSpc>
                <a:spcPct val="100000"/>
              </a:lnSpc>
              <a:spcBef>
                <a:spcPts val="25"/>
              </a:spcBef>
              <a:buClr>
                <a:srgbClr val="0F469B"/>
              </a:buClr>
              <a:buFont typeface="Calibri"/>
              <a:buAutoNum type="arabicPeriod" startAt="6"/>
            </a:pPr>
            <a:endParaRPr sz="1550" dirty="0">
              <a:latin typeface="+mj-lt"/>
              <a:cs typeface="Calibri"/>
            </a:endParaRPr>
          </a:p>
          <a:p>
            <a:pPr marL="355600" marR="5080" indent="-342900">
              <a:lnSpc>
                <a:spcPct val="100000"/>
              </a:lnSpc>
              <a:buAutoNum type="arabicPeriod" startAt="6"/>
              <a:tabLst>
                <a:tab pos="354965" algn="l"/>
                <a:tab pos="355600" algn="l"/>
              </a:tabLst>
            </a:pPr>
            <a:r>
              <a:rPr sz="1600" b="1" spc="-10" dirty="0">
                <a:solidFill>
                  <a:srgbClr val="0F469B"/>
                </a:solidFill>
                <a:latin typeface="+mj-lt"/>
                <a:cs typeface="Calibri"/>
              </a:rPr>
              <a:t>Creation </a:t>
            </a:r>
            <a:r>
              <a:rPr sz="1600" b="1" spc="-5" dirty="0">
                <a:solidFill>
                  <a:srgbClr val="0F469B"/>
                </a:solidFill>
                <a:latin typeface="+mj-lt"/>
                <a:cs typeface="Calibri"/>
              </a:rPr>
              <a:t>of</a:t>
            </a:r>
            <a:r>
              <a:rPr sz="1600" b="1" spc="15" dirty="0">
                <a:solidFill>
                  <a:srgbClr val="0F469B"/>
                </a:solidFill>
                <a:latin typeface="+mj-lt"/>
                <a:cs typeface="Calibri"/>
              </a:rPr>
              <a:t> </a:t>
            </a:r>
            <a:r>
              <a:rPr sz="1600" b="1" spc="-15" dirty="0">
                <a:solidFill>
                  <a:srgbClr val="0F469B"/>
                </a:solidFill>
                <a:latin typeface="+mj-lt"/>
                <a:cs typeface="Calibri"/>
              </a:rPr>
              <a:t>master</a:t>
            </a:r>
            <a:r>
              <a:rPr sz="1600" b="1" spc="10" dirty="0">
                <a:solidFill>
                  <a:srgbClr val="0F469B"/>
                </a:solidFill>
                <a:latin typeface="+mj-lt"/>
                <a:cs typeface="Calibri"/>
              </a:rPr>
              <a:t> </a:t>
            </a:r>
            <a:r>
              <a:rPr sz="1600" b="1" spc="-10" dirty="0">
                <a:solidFill>
                  <a:srgbClr val="0F469B"/>
                </a:solidFill>
                <a:latin typeface="+mj-lt"/>
                <a:cs typeface="Calibri"/>
              </a:rPr>
              <a:t>spare</a:t>
            </a:r>
            <a:r>
              <a:rPr sz="1600" b="1" spc="10" dirty="0">
                <a:solidFill>
                  <a:srgbClr val="0F469B"/>
                </a:solidFill>
                <a:latin typeface="+mj-lt"/>
                <a:cs typeface="Calibri"/>
              </a:rPr>
              <a:t> </a:t>
            </a:r>
            <a:r>
              <a:rPr sz="1600" b="1" spc="-10" dirty="0">
                <a:solidFill>
                  <a:srgbClr val="0F469B"/>
                </a:solidFill>
                <a:latin typeface="+mj-lt"/>
                <a:cs typeface="Calibri"/>
              </a:rPr>
              <a:t>data</a:t>
            </a:r>
            <a:r>
              <a:rPr sz="1600" b="1" spc="-5" dirty="0">
                <a:solidFill>
                  <a:srgbClr val="0F469B"/>
                </a:solidFill>
                <a:latin typeface="+mj-lt"/>
                <a:cs typeface="Calibri"/>
              </a:rPr>
              <a:t> base</a:t>
            </a:r>
            <a:r>
              <a:rPr sz="1600" b="1" spc="15" dirty="0">
                <a:solidFill>
                  <a:srgbClr val="0F469B"/>
                </a:solidFill>
                <a:latin typeface="+mj-lt"/>
                <a:cs typeface="Calibri"/>
              </a:rPr>
              <a:t> </a:t>
            </a:r>
            <a:r>
              <a:rPr sz="1600" b="1" spc="-10" dirty="0">
                <a:solidFill>
                  <a:srgbClr val="0F469B"/>
                </a:solidFill>
                <a:latin typeface="+mj-lt"/>
                <a:cs typeface="Calibri"/>
              </a:rPr>
              <a:t>catalogue </a:t>
            </a:r>
            <a:r>
              <a:rPr sz="1600" b="1" spc="-5" dirty="0">
                <a:solidFill>
                  <a:srgbClr val="0F469B"/>
                </a:solidFill>
                <a:latin typeface="+mj-lt"/>
                <a:cs typeface="Calibri"/>
              </a:rPr>
              <a:t>as</a:t>
            </a:r>
            <a:r>
              <a:rPr sz="1600" b="1" spc="5" dirty="0">
                <a:solidFill>
                  <a:srgbClr val="0F469B"/>
                </a:solidFill>
                <a:latin typeface="+mj-lt"/>
                <a:cs typeface="Calibri"/>
              </a:rPr>
              <a:t> </a:t>
            </a:r>
            <a:r>
              <a:rPr sz="1600" b="1" spc="-5" dirty="0">
                <a:solidFill>
                  <a:srgbClr val="0F469B"/>
                </a:solidFill>
                <a:latin typeface="+mj-lt"/>
                <a:cs typeface="Calibri"/>
              </a:rPr>
              <a:t>per</a:t>
            </a:r>
            <a:r>
              <a:rPr sz="1600" b="1" spc="20" dirty="0">
                <a:solidFill>
                  <a:srgbClr val="0F469B"/>
                </a:solidFill>
                <a:latin typeface="+mj-lt"/>
                <a:cs typeface="Calibri"/>
              </a:rPr>
              <a:t> </a:t>
            </a:r>
            <a:r>
              <a:rPr sz="1600" b="1" spc="-5" dirty="0">
                <a:solidFill>
                  <a:srgbClr val="0F469B"/>
                </a:solidFill>
                <a:latin typeface="+mj-lt"/>
                <a:cs typeface="Calibri"/>
              </a:rPr>
              <a:t>global </a:t>
            </a:r>
            <a:r>
              <a:rPr sz="1600" b="1" spc="-345" dirty="0">
                <a:solidFill>
                  <a:srgbClr val="0F469B"/>
                </a:solidFill>
                <a:latin typeface="+mj-lt"/>
                <a:cs typeface="Calibri"/>
              </a:rPr>
              <a:t> </a:t>
            </a:r>
            <a:r>
              <a:rPr sz="1600" b="1" spc="-10" dirty="0">
                <a:solidFill>
                  <a:srgbClr val="0F469B"/>
                </a:solidFill>
                <a:latin typeface="+mj-lt"/>
                <a:cs typeface="Calibri"/>
              </a:rPr>
              <a:t>standards</a:t>
            </a:r>
            <a:endParaRPr sz="1600" dirty="0">
              <a:latin typeface="+mj-lt"/>
              <a:cs typeface="Calibri"/>
            </a:endParaRPr>
          </a:p>
        </p:txBody>
      </p:sp>
      <p:sp>
        <p:nvSpPr>
          <p:cNvPr id="9" name="object 9"/>
          <p:cNvSpPr txBox="1"/>
          <p:nvPr/>
        </p:nvSpPr>
        <p:spPr>
          <a:xfrm>
            <a:off x="266801" y="6531965"/>
            <a:ext cx="474345" cy="258404"/>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1F487C"/>
                </a:solidFill>
                <a:latin typeface="+mj-lt"/>
                <a:cs typeface="Calibri"/>
              </a:rPr>
              <a:t>PiLog</a:t>
            </a:r>
            <a:endParaRPr sz="1600" dirty="0">
              <a:latin typeface="+mj-lt"/>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223" y="245109"/>
            <a:ext cx="4049395" cy="376555"/>
          </a:xfrm>
          <a:prstGeom prst="rect">
            <a:avLst/>
          </a:prstGeom>
        </p:spPr>
        <p:txBody>
          <a:bodyPr vert="horz" wrap="square" lIns="0" tIns="12700" rIns="0" bIns="0" rtlCol="0">
            <a:spAutoFit/>
          </a:bodyPr>
          <a:lstStyle/>
          <a:p>
            <a:pPr marL="12700">
              <a:lnSpc>
                <a:spcPct val="100000"/>
              </a:lnSpc>
              <a:spcBef>
                <a:spcPts val="100"/>
              </a:spcBef>
            </a:pPr>
            <a:r>
              <a:rPr sz="2300" dirty="0">
                <a:solidFill>
                  <a:srgbClr val="0F469B"/>
                </a:solidFill>
                <a:latin typeface="+mj-lt"/>
              </a:rPr>
              <a:t>Solution</a:t>
            </a:r>
            <a:r>
              <a:rPr sz="2300" spc="-30" dirty="0">
                <a:solidFill>
                  <a:srgbClr val="0F469B"/>
                </a:solidFill>
                <a:latin typeface="+mj-lt"/>
              </a:rPr>
              <a:t> </a:t>
            </a:r>
            <a:r>
              <a:rPr sz="2300" spc="-10" dirty="0">
                <a:solidFill>
                  <a:srgbClr val="0F469B"/>
                </a:solidFill>
                <a:latin typeface="+mj-lt"/>
              </a:rPr>
              <a:t>Architecture</a:t>
            </a:r>
            <a:r>
              <a:rPr sz="2300" spc="-35" dirty="0">
                <a:solidFill>
                  <a:srgbClr val="0F469B"/>
                </a:solidFill>
                <a:latin typeface="+mj-lt"/>
              </a:rPr>
              <a:t> </a:t>
            </a:r>
            <a:r>
              <a:rPr sz="2300" spc="-10" dirty="0">
                <a:solidFill>
                  <a:srgbClr val="0F469B"/>
                </a:solidFill>
                <a:latin typeface="+mj-lt"/>
              </a:rPr>
              <a:t>Framework</a:t>
            </a:r>
            <a:endParaRPr sz="2300" dirty="0">
              <a:latin typeface="+mj-lt"/>
            </a:endParaRPr>
          </a:p>
        </p:txBody>
      </p:sp>
      <p:sp>
        <p:nvSpPr>
          <p:cNvPr id="3" name="object 3"/>
          <p:cNvSpPr txBox="1"/>
          <p:nvPr/>
        </p:nvSpPr>
        <p:spPr>
          <a:xfrm>
            <a:off x="11934190" y="6589877"/>
            <a:ext cx="229870" cy="258404"/>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001F5F"/>
                </a:solidFill>
                <a:latin typeface="+mj-lt"/>
                <a:cs typeface="Calibri"/>
              </a:rPr>
              <a:t>15</a:t>
            </a:r>
            <a:endParaRPr sz="1600">
              <a:latin typeface="+mj-lt"/>
              <a:cs typeface="Calibri"/>
            </a:endParaRPr>
          </a:p>
        </p:txBody>
      </p:sp>
      <p:grpSp>
        <p:nvGrpSpPr>
          <p:cNvPr id="4" name="object 4"/>
          <p:cNvGrpSpPr/>
          <p:nvPr/>
        </p:nvGrpSpPr>
        <p:grpSpPr>
          <a:xfrm>
            <a:off x="2683749" y="3265901"/>
            <a:ext cx="2940050" cy="1367155"/>
            <a:chOff x="2683749" y="3265901"/>
            <a:chExt cx="2940050" cy="1367155"/>
          </a:xfrm>
        </p:grpSpPr>
        <p:pic>
          <p:nvPicPr>
            <p:cNvPr id="5" name="object 5"/>
            <p:cNvPicPr/>
            <p:nvPr/>
          </p:nvPicPr>
          <p:blipFill>
            <a:blip r:embed="rId2" cstate="print"/>
            <a:stretch>
              <a:fillRect/>
            </a:stretch>
          </p:blipFill>
          <p:spPr>
            <a:xfrm>
              <a:off x="2683749" y="3265901"/>
              <a:ext cx="2939824" cy="1367088"/>
            </a:xfrm>
            <a:prstGeom prst="rect">
              <a:avLst/>
            </a:prstGeom>
          </p:spPr>
        </p:pic>
        <p:pic>
          <p:nvPicPr>
            <p:cNvPr id="6" name="object 6"/>
            <p:cNvPicPr/>
            <p:nvPr/>
          </p:nvPicPr>
          <p:blipFill>
            <a:blip r:embed="rId3" cstate="print"/>
            <a:stretch>
              <a:fillRect/>
            </a:stretch>
          </p:blipFill>
          <p:spPr>
            <a:xfrm>
              <a:off x="2721864" y="3284219"/>
              <a:ext cx="2868168" cy="1295399"/>
            </a:xfrm>
            <a:prstGeom prst="rect">
              <a:avLst/>
            </a:prstGeom>
          </p:spPr>
        </p:pic>
        <p:sp>
          <p:nvSpPr>
            <p:cNvPr id="7" name="object 7"/>
            <p:cNvSpPr/>
            <p:nvPr/>
          </p:nvSpPr>
          <p:spPr>
            <a:xfrm>
              <a:off x="2721864" y="3284219"/>
              <a:ext cx="2868295" cy="1295400"/>
            </a:xfrm>
            <a:custGeom>
              <a:avLst/>
              <a:gdLst/>
              <a:ahLst/>
              <a:cxnLst/>
              <a:rect l="l" t="t" r="r" b="b"/>
              <a:pathLst>
                <a:path w="2868295" h="1295400">
                  <a:moveTo>
                    <a:pt x="2868168" y="215900"/>
                  </a:moveTo>
                  <a:lnTo>
                    <a:pt x="2850573" y="249819"/>
                  </a:lnTo>
                  <a:lnTo>
                    <a:pt x="2799574" y="282066"/>
                  </a:lnTo>
                  <a:lnTo>
                    <a:pt x="2748339" y="302435"/>
                  </a:lnTo>
                  <a:lnTo>
                    <a:pt x="2684240" y="321763"/>
                  </a:lnTo>
                  <a:lnTo>
                    <a:pt x="2608070" y="339930"/>
                  </a:lnTo>
                  <a:lnTo>
                    <a:pt x="2565707" y="348541"/>
                  </a:lnTo>
                  <a:lnTo>
                    <a:pt x="2520624" y="356817"/>
                  </a:lnTo>
                  <a:lnTo>
                    <a:pt x="2472919" y="364742"/>
                  </a:lnTo>
                  <a:lnTo>
                    <a:pt x="2422693" y="372303"/>
                  </a:lnTo>
                  <a:lnTo>
                    <a:pt x="2370044" y="379485"/>
                  </a:lnTo>
                  <a:lnTo>
                    <a:pt x="2315071" y="386271"/>
                  </a:lnTo>
                  <a:lnTo>
                    <a:pt x="2257873" y="392648"/>
                  </a:lnTo>
                  <a:lnTo>
                    <a:pt x="2198551" y="398601"/>
                  </a:lnTo>
                  <a:lnTo>
                    <a:pt x="2137202" y="404114"/>
                  </a:lnTo>
                  <a:lnTo>
                    <a:pt x="2073926" y="409173"/>
                  </a:lnTo>
                  <a:lnTo>
                    <a:pt x="2008822" y="413763"/>
                  </a:lnTo>
                  <a:lnTo>
                    <a:pt x="1941990" y="417868"/>
                  </a:lnTo>
                  <a:lnTo>
                    <a:pt x="1873527" y="421475"/>
                  </a:lnTo>
                  <a:lnTo>
                    <a:pt x="1803535" y="424567"/>
                  </a:lnTo>
                  <a:lnTo>
                    <a:pt x="1732111" y="427131"/>
                  </a:lnTo>
                  <a:lnTo>
                    <a:pt x="1659354" y="429151"/>
                  </a:lnTo>
                  <a:lnTo>
                    <a:pt x="1585365" y="430613"/>
                  </a:lnTo>
                  <a:lnTo>
                    <a:pt x="1510242" y="431500"/>
                  </a:lnTo>
                  <a:lnTo>
                    <a:pt x="1434084" y="431799"/>
                  </a:lnTo>
                  <a:lnTo>
                    <a:pt x="1357925" y="431500"/>
                  </a:lnTo>
                  <a:lnTo>
                    <a:pt x="1282802" y="430613"/>
                  </a:lnTo>
                  <a:lnTo>
                    <a:pt x="1208813" y="429151"/>
                  </a:lnTo>
                  <a:lnTo>
                    <a:pt x="1136056" y="427131"/>
                  </a:lnTo>
                  <a:lnTo>
                    <a:pt x="1064632" y="424567"/>
                  </a:lnTo>
                  <a:lnTo>
                    <a:pt x="994640" y="421475"/>
                  </a:lnTo>
                  <a:lnTo>
                    <a:pt x="926177" y="417868"/>
                  </a:lnTo>
                  <a:lnTo>
                    <a:pt x="859345" y="413763"/>
                  </a:lnTo>
                  <a:lnTo>
                    <a:pt x="794241" y="409173"/>
                  </a:lnTo>
                  <a:lnTo>
                    <a:pt x="730965" y="404114"/>
                  </a:lnTo>
                  <a:lnTo>
                    <a:pt x="669616" y="398601"/>
                  </a:lnTo>
                  <a:lnTo>
                    <a:pt x="610294" y="392648"/>
                  </a:lnTo>
                  <a:lnTo>
                    <a:pt x="553096" y="386271"/>
                  </a:lnTo>
                  <a:lnTo>
                    <a:pt x="498123" y="379485"/>
                  </a:lnTo>
                  <a:lnTo>
                    <a:pt x="445474" y="372303"/>
                  </a:lnTo>
                  <a:lnTo>
                    <a:pt x="395248" y="364742"/>
                  </a:lnTo>
                  <a:lnTo>
                    <a:pt x="347543" y="356817"/>
                  </a:lnTo>
                  <a:lnTo>
                    <a:pt x="302460" y="348541"/>
                  </a:lnTo>
                  <a:lnTo>
                    <a:pt x="260097" y="339930"/>
                  </a:lnTo>
                  <a:lnTo>
                    <a:pt x="220553" y="330999"/>
                  </a:lnTo>
                  <a:lnTo>
                    <a:pt x="150319" y="312237"/>
                  </a:lnTo>
                  <a:lnTo>
                    <a:pt x="92553" y="292373"/>
                  </a:lnTo>
                  <a:lnTo>
                    <a:pt x="48047" y="271528"/>
                  </a:lnTo>
                  <a:lnTo>
                    <a:pt x="7885" y="238679"/>
                  </a:lnTo>
                  <a:lnTo>
                    <a:pt x="1987" y="227367"/>
                  </a:lnTo>
                  <a:lnTo>
                    <a:pt x="0" y="215900"/>
                  </a:lnTo>
                </a:path>
                <a:path w="2868295" h="1295400">
                  <a:moveTo>
                    <a:pt x="0" y="215900"/>
                  </a:moveTo>
                  <a:lnTo>
                    <a:pt x="17594" y="181980"/>
                  </a:lnTo>
                  <a:lnTo>
                    <a:pt x="68593" y="149733"/>
                  </a:lnTo>
                  <a:lnTo>
                    <a:pt x="119828" y="129364"/>
                  </a:lnTo>
                  <a:lnTo>
                    <a:pt x="183927" y="110036"/>
                  </a:lnTo>
                  <a:lnTo>
                    <a:pt x="260097" y="91869"/>
                  </a:lnTo>
                  <a:lnTo>
                    <a:pt x="302460" y="83258"/>
                  </a:lnTo>
                  <a:lnTo>
                    <a:pt x="347543" y="74982"/>
                  </a:lnTo>
                  <a:lnTo>
                    <a:pt x="395248" y="67057"/>
                  </a:lnTo>
                  <a:lnTo>
                    <a:pt x="445474" y="59496"/>
                  </a:lnTo>
                  <a:lnTo>
                    <a:pt x="498123" y="52314"/>
                  </a:lnTo>
                  <a:lnTo>
                    <a:pt x="553096" y="45528"/>
                  </a:lnTo>
                  <a:lnTo>
                    <a:pt x="610294" y="39151"/>
                  </a:lnTo>
                  <a:lnTo>
                    <a:pt x="669616" y="33198"/>
                  </a:lnTo>
                  <a:lnTo>
                    <a:pt x="730965" y="27685"/>
                  </a:lnTo>
                  <a:lnTo>
                    <a:pt x="794241" y="22626"/>
                  </a:lnTo>
                  <a:lnTo>
                    <a:pt x="859345" y="18036"/>
                  </a:lnTo>
                  <a:lnTo>
                    <a:pt x="926177" y="13931"/>
                  </a:lnTo>
                  <a:lnTo>
                    <a:pt x="994640" y="10324"/>
                  </a:lnTo>
                  <a:lnTo>
                    <a:pt x="1064632" y="7232"/>
                  </a:lnTo>
                  <a:lnTo>
                    <a:pt x="1136056" y="4668"/>
                  </a:lnTo>
                  <a:lnTo>
                    <a:pt x="1208813" y="2648"/>
                  </a:lnTo>
                  <a:lnTo>
                    <a:pt x="1282802" y="1186"/>
                  </a:lnTo>
                  <a:lnTo>
                    <a:pt x="1357925" y="299"/>
                  </a:lnTo>
                  <a:lnTo>
                    <a:pt x="1434084" y="0"/>
                  </a:lnTo>
                  <a:lnTo>
                    <a:pt x="1510242" y="299"/>
                  </a:lnTo>
                  <a:lnTo>
                    <a:pt x="1585365" y="1186"/>
                  </a:lnTo>
                  <a:lnTo>
                    <a:pt x="1659354" y="2648"/>
                  </a:lnTo>
                  <a:lnTo>
                    <a:pt x="1732111" y="4668"/>
                  </a:lnTo>
                  <a:lnTo>
                    <a:pt x="1803535" y="7232"/>
                  </a:lnTo>
                  <a:lnTo>
                    <a:pt x="1873527" y="10324"/>
                  </a:lnTo>
                  <a:lnTo>
                    <a:pt x="1941990" y="13931"/>
                  </a:lnTo>
                  <a:lnTo>
                    <a:pt x="2008822" y="18036"/>
                  </a:lnTo>
                  <a:lnTo>
                    <a:pt x="2073926" y="22626"/>
                  </a:lnTo>
                  <a:lnTo>
                    <a:pt x="2137202" y="27685"/>
                  </a:lnTo>
                  <a:lnTo>
                    <a:pt x="2198551" y="33198"/>
                  </a:lnTo>
                  <a:lnTo>
                    <a:pt x="2257873" y="39151"/>
                  </a:lnTo>
                  <a:lnTo>
                    <a:pt x="2315071" y="45528"/>
                  </a:lnTo>
                  <a:lnTo>
                    <a:pt x="2370044" y="52314"/>
                  </a:lnTo>
                  <a:lnTo>
                    <a:pt x="2422693" y="59496"/>
                  </a:lnTo>
                  <a:lnTo>
                    <a:pt x="2472919" y="67057"/>
                  </a:lnTo>
                  <a:lnTo>
                    <a:pt x="2520624" y="74982"/>
                  </a:lnTo>
                  <a:lnTo>
                    <a:pt x="2565707" y="83258"/>
                  </a:lnTo>
                  <a:lnTo>
                    <a:pt x="2608070" y="91869"/>
                  </a:lnTo>
                  <a:lnTo>
                    <a:pt x="2647614" y="100800"/>
                  </a:lnTo>
                  <a:lnTo>
                    <a:pt x="2717848" y="119562"/>
                  </a:lnTo>
                  <a:lnTo>
                    <a:pt x="2775614" y="139426"/>
                  </a:lnTo>
                  <a:lnTo>
                    <a:pt x="2820120" y="160271"/>
                  </a:lnTo>
                  <a:lnTo>
                    <a:pt x="2860282" y="193120"/>
                  </a:lnTo>
                  <a:lnTo>
                    <a:pt x="2868168" y="215900"/>
                  </a:lnTo>
                  <a:lnTo>
                    <a:pt x="2868168" y="1079499"/>
                  </a:lnTo>
                  <a:lnTo>
                    <a:pt x="2850573" y="1113419"/>
                  </a:lnTo>
                  <a:lnTo>
                    <a:pt x="2799574" y="1145666"/>
                  </a:lnTo>
                  <a:lnTo>
                    <a:pt x="2748339" y="1166035"/>
                  </a:lnTo>
                  <a:lnTo>
                    <a:pt x="2684240" y="1185363"/>
                  </a:lnTo>
                  <a:lnTo>
                    <a:pt x="2608070" y="1203530"/>
                  </a:lnTo>
                  <a:lnTo>
                    <a:pt x="2565707" y="1212141"/>
                  </a:lnTo>
                  <a:lnTo>
                    <a:pt x="2520624" y="1220417"/>
                  </a:lnTo>
                  <a:lnTo>
                    <a:pt x="2472919" y="1228342"/>
                  </a:lnTo>
                  <a:lnTo>
                    <a:pt x="2422693" y="1235903"/>
                  </a:lnTo>
                  <a:lnTo>
                    <a:pt x="2370044" y="1243085"/>
                  </a:lnTo>
                  <a:lnTo>
                    <a:pt x="2315071" y="1249871"/>
                  </a:lnTo>
                  <a:lnTo>
                    <a:pt x="2257873" y="1256248"/>
                  </a:lnTo>
                  <a:lnTo>
                    <a:pt x="2198551" y="1262201"/>
                  </a:lnTo>
                  <a:lnTo>
                    <a:pt x="2137202" y="1267714"/>
                  </a:lnTo>
                  <a:lnTo>
                    <a:pt x="2073926" y="1272773"/>
                  </a:lnTo>
                  <a:lnTo>
                    <a:pt x="2008822" y="1277363"/>
                  </a:lnTo>
                  <a:lnTo>
                    <a:pt x="1941990" y="1281468"/>
                  </a:lnTo>
                  <a:lnTo>
                    <a:pt x="1873527" y="1285075"/>
                  </a:lnTo>
                  <a:lnTo>
                    <a:pt x="1803535" y="1288167"/>
                  </a:lnTo>
                  <a:lnTo>
                    <a:pt x="1732111" y="1290731"/>
                  </a:lnTo>
                  <a:lnTo>
                    <a:pt x="1659354" y="1292751"/>
                  </a:lnTo>
                  <a:lnTo>
                    <a:pt x="1585365" y="1294213"/>
                  </a:lnTo>
                  <a:lnTo>
                    <a:pt x="1510242" y="1295100"/>
                  </a:lnTo>
                  <a:lnTo>
                    <a:pt x="1434084" y="1295399"/>
                  </a:lnTo>
                  <a:lnTo>
                    <a:pt x="1357925" y="1295100"/>
                  </a:lnTo>
                  <a:lnTo>
                    <a:pt x="1282802" y="1294213"/>
                  </a:lnTo>
                  <a:lnTo>
                    <a:pt x="1208813" y="1292751"/>
                  </a:lnTo>
                  <a:lnTo>
                    <a:pt x="1136056" y="1290731"/>
                  </a:lnTo>
                  <a:lnTo>
                    <a:pt x="1064632" y="1288167"/>
                  </a:lnTo>
                  <a:lnTo>
                    <a:pt x="994640" y="1285075"/>
                  </a:lnTo>
                  <a:lnTo>
                    <a:pt x="926177" y="1281468"/>
                  </a:lnTo>
                  <a:lnTo>
                    <a:pt x="859345" y="1277363"/>
                  </a:lnTo>
                  <a:lnTo>
                    <a:pt x="794241" y="1272773"/>
                  </a:lnTo>
                  <a:lnTo>
                    <a:pt x="730965" y="1267714"/>
                  </a:lnTo>
                  <a:lnTo>
                    <a:pt x="669616" y="1262201"/>
                  </a:lnTo>
                  <a:lnTo>
                    <a:pt x="610294" y="1256248"/>
                  </a:lnTo>
                  <a:lnTo>
                    <a:pt x="553096" y="1249871"/>
                  </a:lnTo>
                  <a:lnTo>
                    <a:pt x="498123" y="1243085"/>
                  </a:lnTo>
                  <a:lnTo>
                    <a:pt x="445474" y="1235903"/>
                  </a:lnTo>
                  <a:lnTo>
                    <a:pt x="395248" y="1228342"/>
                  </a:lnTo>
                  <a:lnTo>
                    <a:pt x="347543" y="1220417"/>
                  </a:lnTo>
                  <a:lnTo>
                    <a:pt x="302460" y="1212141"/>
                  </a:lnTo>
                  <a:lnTo>
                    <a:pt x="260097" y="1203530"/>
                  </a:lnTo>
                  <a:lnTo>
                    <a:pt x="220553" y="1194599"/>
                  </a:lnTo>
                  <a:lnTo>
                    <a:pt x="150319" y="1175837"/>
                  </a:lnTo>
                  <a:lnTo>
                    <a:pt x="92553" y="1155973"/>
                  </a:lnTo>
                  <a:lnTo>
                    <a:pt x="48047" y="1135128"/>
                  </a:lnTo>
                  <a:lnTo>
                    <a:pt x="7885" y="1102279"/>
                  </a:lnTo>
                  <a:lnTo>
                    <a:pt x="0" y="1079499"/>
                  </a:lnTo>
                  <a:lnTo>
                    <a:pt x="0" y="215900"/>
                  </a:lnTo>
                  <a:close/>
                </a:path>
              </a:pathLst>
            </a:custGeom>
            <a:ln w="9525">
              <a:solidFill>
                <a:srgbClr val="1177EB"/>
              </a:solidFill>
            </a:ln>
          </p:spPr>
          <p:txBody>
            <a:bodyPr wrap="square" lIns="0" tIns="0" rIns="0" bIns="0" rtlCol="0"/>
            <a:lstStyle/>
            <a:p>
              <a:endParaRPr>
                <a:latin typeface="+mj-lt"/>
              </a:endParaRPr>
            </a:p>
          </p:txBody>
        </p:sp>
      </p:grpSp>
      <p:sp>
        <p:nvSpPr>
          <p:cNvPr id="8" name="object 8"/>
          <p:cNvSpPr txBox="1"/>
          <p:nvPr/>
        </p:nvSpPr>
        <p:spPr>
          <a:xfrm>
            <a:off x="3442208" y="3814317"/>
            <a:ext cx="1428750" cy="216726"/>
          </a:xfrm>
          <a:prstGeom prst="rect">
            <a:avLst/>
          </a:prstGeom>
        </p:spPr>
        <p:txBody>
          <a:bodyPr vert="horz" wrap="square" lIns="0" tIns="16510" rIns="0" bIns="0" rtlCol="0">
            <a:spAutoFit/>
          </a:bodyPr>
          <a:lstStyle/>
          <a:p>
            <a:pPr marL="12700">
              <a:lnSpc>
                <a:spcPct val="100000"/>
              </a:lnSpc>
              <a:spcBef>
                <a:spcPts val="130"/>
              </a:spcBef>
            </a:pPr>
            <a:r>
              <a:rPr sz="1300" b="1" spc="5" dirty="0">
                <a:solidFill>
                  <a:srgbClr val="001F5F"/>
                </a:solidFill>
                <a:latin typeface="+mj-lt"/>
                <a:cs typeface="Calibri"/>
              </a:rPr>
              <a:t>Master Data</a:t>
            </a:r>
            <a:r>
              <a:rPr sz="1300" b="1" spc="-10" dirty="0">
                <a:solidFill>
                  <a:srgbClr val="001F5F"/>
                </a:solidFill>
                <a:latin typeface="+mj-lt"/>
                <a:cs typeface="Calibri"/>
              </a:rPr>
              <a:t> </a:t>
            </a:r>
            <a:r>
              <a:rPr sz="1300" b="1" spc="5" dirty="0">
                <a:solidFill>
                  <a:srgbClr val="001F5F"/>
                </a:solidFill>
                <a:latin typeface="+mj-lt"/>
                <a:cs typeface="Calibri"/>
              </a:rPr>
              <a:t>Project</a:t>
            </a:r>
            <a:endParaRPr sz="1300">
              <a:latin typeface="+mj-lt"/>
              <a:cs typeface="Calibri"/>
            </a:endParaRPr>
          </a:p>
        </p:txBody>
      </p:sp>
      <p:sp>
        <p:nvSpPr>
          <p:cNvPr id="9" name="object 9"/>
          <p:cNvSpPr txBox="1"/>
          <p:nvPr/>
        </p:nvSpPr>
        <p:spPr>
          <a:xfrm>
            <a:off x="3649471" y="4017009"/>
            <a:ext cx="1011555" cy="216726"/>
          </a:xfrm>
          <a:prstGeom prst="rect">
            <a:avLst/>
          </a:prstGeom>
        </p:spPr>
        <p:txBody>
          <a:bodyPr vert="horz" wrap="square" lIns="0" tIns="16510" rIns="0" bIns="0" rtlCol="0">
            <a:spAutoFit/>
          </a:bodyPr>
          <a:lstStyle/>
          <a:p>
            <a:pPr marL="12700">
              <a:lnSpc>
                <a:spcPct val="100000"/>
              </a:lnSpc>
              <a:spcBef>
                <a:spcPts val="130"/>
              </a:spcBef>
            </a:pPr>
            <a:r>
              <a:rPr sz="1300" b="1" spc="10" dirty="0">
                <a:solidFill>
                  <a:srgbClr val="001F5F"/>
                </a:solidFill>
                <a:latin typeface="+mj-lt"/>
                <a:cs typeface="Calibri"/>
              </a:rPr>
              <a:t>(Staging</a:t>
            </a:r>
            <a:r>
              <a:rPr sz="1300" b="1" spc="-50" dirty="0">
                <a:solidFill>
                  <a:srgbClr val="001F5F"/>
                </a:solidFill>
                <a:latin typeface="+mj-lt"/>
                <a:cs typeface="Calibri"/>
              </a:rPr>
              <a:t> </a:t>
            </a:r>
            <a:r>
              <a:rPr sz="1300" b="1" spc="5" dirty="0">
                <a:solidFill>
                  <a:srgbClr val="001F5F"/>
                </a:solidFill>
                <a:latin typeface="+mj-lt"/>
                <a:cs typeface="Calibri"/>
              </a:rPr>
              <a:t>Area)</a:t>
            </a:r>
            <a:endParaRPr sz="1300">
              <a:latin typeface="+mj-lt"/>
              <a:cs typeface="Calibri"/>
            </a:endParaRPr>
          </a:p>
        </p:txBody>
      </p:sp>
      <p:grpSp>
        <p:nvGrpSpPr>
          <p:cNvPr id="10" name="object 10"/>
          <p:cNvGrpSpPr/>
          <p:nvPr/>
        </p:nvGrpSpPr>
        <p:grpSpPr>
          <a:xfrm>
            <a:off x="1320164" y="1205483"/>
            <a:ext cx="3820160" cy="5256530"/>
            <a:chOff x="1320164" y="1205483"/>
            <a:chExt cx="3820160" cy="5256530"/>
          </a:xfrm>
        </p:grpSpPr>
        <p:pic>
          <p:nvPicPr>
            <p:cNvPr id="11" name="object 11"/>
            <p:cNvPicPr/>
            <p:nvPr/>
          </p:nvPicPr>
          <p:blipFill>
            <a:blip r:embed="rId4" cstate="print"/>
            <a:stretch>
              <a:fillRect/>
            </a:stretch>
          </p:blipFill>
          <p:spPr>
            <a:xfrm>
              <a:off x="4422647" y="4599431"/>
              <a:ext cx="292608" cy="275844"/>
            </a:xfrm>
            <a:prstGeom prst="rect">
              <a:avLst/>
            </a:prstGeom>
          </p:spPr>
        </p:pic>
        <p:pic>
          <p:nvPicPr>
            <p:cNvPr id="12" name="object 12"/>
            <p:cNvPicPr/>
            <p:nvPr/>
          </p:nvPicPr>
          <p:blipFill>
            <a:blip r:embed="rId5" cstate="print"/>
            <a:stretch>
              <a:fillRect/>
            </a:stretch>
          </p:blipFill>
          <p:spPr>
            <a:xfrm>
              <a:off x="4035551" y="4581131"/>
              <a:ext cx="468655" cy="799350"/>
            </a:xfrm>
            <a:prstGeom prst="rect">
              <a:avLst/>
            </a:prstGeom>
          </p:spPr>
        </p:pic>
        <p:pic>
          <p:nvPicPr>
            <p:cNvPr id="13" name="object 13"/>
            <p:cNvPicPr/>
            <p:nvPr/>
          </p:nvPicPr>
          <p:blipFill>
            <a:blip r:embed="rId6" cstate="print"/>
            <a:stretch>
              <a:fillRect/>
            </a:stretch>
          </p:blipFill>
          <p:spPr>
            <a:xfrm>
              <a:off x="4672583" y="4590275"/>
              <a:ext cx="467118" cy="799350"/>
            </a:xfrm>
            <a:prstGeom prst="rect">
              <a:avLst/>
            </a:prstGeom>
          </p:spPr>
        </p:pic>
        <p:sp>
          <p:nvSpPr>
            <p:cNvPr id="14" name="object 14"/>
            <p:cNvSpPr/>
            <p:nvPr/>
          </p:nvSpPr>
          <p:spPr>
            <a:xfrm>
              <a:off x="1320164" y="1205483"/>
              <a:ext cx="962025" cy="5256530"/>
            </a:xfrm>
            <a:custGeom>
              <a:avLst/>
              <a:gdLst/>
              <a:ahLst/>
              <a:cxnLst/>
              <a:rect l="l" t="t" r="r" b="b"/>
              <a:pathLst>
                <a:path w="962025" h="5256530">
                  <a:moveTo>
                    <a:pt x="253" y="25400"/>
                  </a:moveTo>
                  <a:lnTo>
                    <a:pt x="0" y="38100"/>
                  </a:lnTo>
                  <a:lnTo>
                    <a:pt x="24765" y="38607"/>
                  </a:lnTo>
                  <a:lnTo>
                    <a:pt x="48387" y="40386"/>
                  </a:lnTo>
                  <a:lnTo>
                    <a:pt x="71628" y="43433"/>
                  </a:lnTo>
                  <a:lnTo>
                    <a:pt x="94487" y="47370"/>
                  </a:lnTo>
                  <a:lnTo>
                    <a:pt x="109473" y="50673"/>
                  </a:lnTo>
                  <a:lnTo>
                    <a:pt x="112268" y="38353"/>
                  </a:lnTo>
                  <a:lnTo>
                    <a:pt x="96647" y="34798"/>
                  </a:lnTo>
                  <a:lnTo>
                    <a:pt x="73151" y="30733"/>
                  </a:lnTo>
                  <a:lnTo>
                    <a:pt x="49403" y="27812"/>
                  </a:lnTo>
                  <a:lnTo>
                    <a:pt x="25146" y="25907"/>
                  </a:lnTo>
                  <a:lnTo>
                    <a:pt x="253" y="25400"/>
                  </a:lnTo>
                  <a:close/>
                </a:path>
                <a:path w="962025" h="5256530">
                  <a:moveTo>
                    <a:pt x="762" y="0"/>
                  </a:moveTo>
                  <a:lnTo>
                    <a:pt x="507" y="12700"/>
                  </a:lnTo>
                  <a:lnTo>
                    <a:pt x="25400" y="13335"/>
                  </a:lnTo>
                  <a:lnTo>
                    <a:pt x="50291" y="15112"/>
                  </a:lnTo>
                  <a:lnTo>
                    <a:pt x="74803" y="18161"/>
                  </a:lnTo>
                  <a:lnTo>
                    <a:pt x="98806" y="22351"/>
                  </a:lnTo>
                  <a:lnTo>
                    <a:pt x="115062" y="25907"/>
                  </a:lnTo>
                  <a:lnTo>
                    <a:pt x="117856" y="13588"/>
                  </a:lnTo>
                  <a:lnTo>
                    <a:pt x="100965" y="9778"/>
                  </a:lnTo>
                  <a:lnTo>
                    <a:pt x="76326" y="5587"/>
                  </a:lnTo>
                  <a:lnTo>
                    <a:pt x="51181" y="2412"/>
                  </a:lnTo>
                  <a:lnTo>
                    <a:pt x="25653" y="635"/>
                  </a:lnTo>
                  <a:lnTo>
                    <a:pt x="762" y="0"/>
                  </a:lnTo>
                  <a:close/>
                </a:path>
                <a:path w="962025" h="5256530">
                  <a:moveTo>
                    <a:pt x="148462" y="48260"/>
                  </a:moveTo>
                  <a:lnTo>
                    <a:pt x="144525" y="60325"/>
                  </a:lnTo>
                  <a:lnTo>
                    <a:pt x="160528" y="65531"/>
                  </a:lnTo>
                  <a:lnTo>
                    <a:pt x="181737" y="73660"/>
                  </a:lnTo>
                  <a:lnTo>
                    <a:pt x="202184" y="82676"/>
                  </a:lnTo>
                  <a:lnTo>
                    <a:pt x="222250" y="92582"/>
                  </a:lnTo>
                  <a:lnTo>
                    <a:pt x="241681" y="103377"/>
                  </a:lnTo>
                  <a:lnTo>
                    <a:pt x="244347" y="105155"/>
                  </a:lnTo>
                  <a:lnTo>
                    <a:pt x="251078" y="94361"/>
                  </a:lnTo>
                  <a:lnTo>
                    <a:pt x="207263" y="70992"/>
                  </a:lnTo>
                  <a:lnTo>
                    <a:pt x="164465" y="53466"/>
                  </a:lnTo>
                  <a:lnTo>
                    <a:pt x="148462" y="48260"/>
                  </a:lnTo>
                  <a:close/>
                </a:path>
                <a:path w="962025" h="5256530">
                  <a:moveTo>
                    <a:pt x="156337" y="24002"/>
                  </a:moveTo>
                  <a:lnTo>
                    <a:pt x="152400" y="36067"/>
                  </a:lnTo>
                  <a:lnTo>
                    <a:pt x="168528" y="41401"/>
                  </a:lnTo>
                  <a:lnTo>
                    <a:pt x="190753" y="49911"/>
                  </a:lnTo>
                  <a:lnTo>
                    <a:pt x="212344" y="59436"/>
                  </a:lnTo>
                  <a:lnTo>
                    <a:pt x="233553" y="69850"/>
                  </a:lnTo>
                  <a:lnTo>
                    <a:pt x="254000" y="81279"/>
                  </a:lnTo>
                  <a:lnTo>
                    <a:pt x="257809" y="83565"/>
                  </a:lnTo>
                  <a:lnTo>
                    <a:pt x="264413" y="72770"/>
                  </a:lnTo>
                  <a:lnTo>
                    <a:pt x="217550" y="47878"/>
                  </a:lnTo>
                  <a:lnTo>
                    <a:pt x="172465" y="29337"/>
                  </a:lnTo>
                  <a:lnTo>
                    <a:pt x="156337" y="24002"/>
                  </a:lnTo>
                  <a:close/>
                </a:path>
                <a:path w="962025" h="5256530">
                  <a:moveTo>
                    <a:pt x="282701" y="115062"/>
                  </a:moveTo>
                  <a:lnTo>
                    <a:pt x="275463" y="125475"/>
                  </a:lnTo>
                  <a:lnTo>
                    <a:pt x="278638" y="127762"/>
                  </a:lnTo>
                  <a:lnTo>
                    <a:pt x="296163" y="141096"/>
                  </a:lnTo>
                  <a:lnTo>
                    <a:pt x="313054" y="155193"/>
                  </a:lnTo>
                  <a:lnTo>
                    <a:pt x="329057" y="170052"/>
                  </a:lnTo>
                  <a:lnTo>
                    <a:pt x="344423" y="185800"/>
                  </a:lnTo>
                  <a:lnTo>
                    <a:pt x="356489" y="199136"/>
                  </a:lnTo>
                  <a:lnTo>
                    <a:pt x="365886" y="190753"/>
                  </a:lnTo>
                  <a:lnTo>
                    <a:pt x="337692" y="160781"/>
                  </a:lnTo>
                  <a:lnTo>
                    <a:pt x="303910" y="130937"/>
                  </a:lnTo>
                  <a:lnTo>
                    <a:pt x="285876" y="117220"/>
                  </a:lnTo>
                  <a:lnTo>
                    <a:pt x="282701" y="115062"/>
                  </a:lnTo>
                  <a:close/>
                </a:path>
                <a:path w="962025" h="5256530">
                  <a:moveTo>
                    <a:pt x="297053" y="94106"/>
                  </a:moveTo>
                  <a:lnTo>
                    <a:pt x="289813" y="104520"/>
                  </a:lnTo>
                  <a:lnTo>
                    <a:pt x="293116" y="106806"/>
                  </a:lnTo>
                  <a:lnTo>
                    <a:pt x="311658" y="120903"/>
                  </a:lnTo>
                  <a:lnTo>
                    <a:pt x="329310" y="135762"/>
                  </a:lnTo>
                  <a:lnTo>
                    <a:pt x="346328" y="151511"/>
                  </a:lnTo>
                  <a:lnTo>
                    <a:pt x="362584" y="167893"/>
                  </a:lnTo>
                  <a:lnTo>
                    <a:pt x="375411" y="182244"/>
                  </a:lnTo>
                  <a:lnTo>
                    <a:pt x="384809" y="173862"/>
                  </a:lnTo>
                  <a:lnTo>
                    <a:pt x="354965" y="142112"/>
                  </a:lnTo>
                  <a:lnTo>
                    <a:pt x="319278" y="110743"/>
                  </a:lnTo>
                  <a:lnTo>
                    <a:pt x="300228" y="96265"/>
                  </a:lnTo>
                  <a:lnTo>
                    <a:pt x="297053" y="94106"/>
                  </a:lnTo>
                  <a:close/>
                </a:path>
                <a:path w="962025" h="5256530">
                  <a:moveTo>
                    <a:pt x="389254" y="220090"/>
                  </a:moveTo>
                  <a:lnTo>
                    <a:pt x="378967" y="227583"/>
                  </a:lnTo>
                  <a:lnTo>
                    <a:pt x="385572" y="236600"/>
                  </a:lnTo>
                  <a:lnTo>
                    <a:pt x="397636" y="254888"/>
                  </a:lnTo>
                  <a:lnTo>
                    <a:pt x="408812" y="273685"/>
                  </a:lnTo>
                  <a:lnTo>
                    <a:pt x="418972" y="292988"/>
                  </a:lnTo>
                  <a:lnTo>
                    <a:pt x="428371" y="312927"/>
                  </a:lnTo>
                  <a:lnTo>
                    <a:pt x="432308" y="322961"/>
                  </a:lnTo>
                  <a:lnTo>
                    <a:pt x="444118" y="318135"/>
                  </a:lnTo>
                  <a:lnTo>
                    <a:pt x="419734" y="267207"/>
                  </a:lnTo>
                  <a:lnTo>
                    <a:pt x="395859" y="229107"/>
                  </a:lnTo>
                  <a:lnTo>
                    <a:pt x="389254" y="220090"/>
                  </a:lnTo>
                  <a:close/>
                </a:path>
                <a:path w="962025" h="5256530">
                  <a:moveTo>
                    <a:pt x="409702" y="205104"/>
                  </a:moveTo>
                  <a:lnTo>
                    <a:pt x="399541" y="212598"/>
                  </a:lnTo>
                  <a:lnTo>
                    <a:pt x="406146" y="221614"/>
                  </a:lnTo>
                  <a:lnTo>
                    <a:pt x="418846" y="240791"/>
                  </a:lnTo>
                  <a:lnTo>
                    <a:pt x="430657" y="260730"/>
                  </a:lnTo>
                  <a:lnTo>
                    <a:pt x="441452" y="281177"/>
                  </a:lnTo>
                  <a:lnTo>
                    <a:pt x="451358" y="302132"/>
                  </a:lnTo>
                  <a:lnTo>
                    <a:pt x="455929" y="313436"/>
                  </a:lnTo>
                  <a:lnTo>
                    <a:pt x="467614" y="308610"/>
                  </a:lnTo>
                  <a:lnTo>
                    <a:pt x="441578" y="254253"/>
                  </a:lnTo>
                  <a:lnTo>
                    <a:pt x="416433" y="214121"/>
                  </a:lnTo>
                  <a:lnTo>
                    <a:pt x="409702" y="205104"/>
                  </a:lnTo>
                  <a:close/>
                </a:path>
                <a:path w="962025" h="5256530">
                  <a:moveTo>
                    <a:pt x="456818" y="353440"/>
                  </a:moveTo>
                  <a:lnTo>
                    <a:pt x="444627" y="356996"/>
                  </a:lnTo>
                  <a:lnTo>
                    <a:pt x="449960" y="375412"/>
                  </a:lnTo>
                  <a:lnTo>
                    <a:pt x="455167" y="397128"/>
                  </a:lnTo>
                  <a:lnTo>
                    <a:pt x="459232" y="419100"/>
                  </a:lnTo>
                  <a:lnTo>
                    <a:pt x="462153" y="441578"/>
                  </a:lnTo>
                  <a:lnTo>
                    <a:pt x="463803" y="464312"/>
                  </a:lnTo>
                  <a:lnTo>
                    <a:pt x="476503" y="464057"/>
                  </a:lnTo>
                  <a:lnTo>
                    <a:pt x="471678" y="416813"/>
                  </a:lnTo>
                  <a:lnTo>
                    <a:pt x="462153" y="371855"/>
                  </a:lnTo>
                  <a:lnTo>
                    <a:pt x="456818" y="353440"/>
                  </a:lnTo>
                  <a:close/>
                </a:path>
                <a:path w="962025" h="5256530">
                  <a:moveTo>
                    <a:pt x="481203" y="346328"/>
                  </a:moveTo>
                  <a:lnTo>
                    <a:pt x="469010" y="349885"/>
                  </a:lnTo>
                  <a:lnTo>
                    <a:pt x="474345" y="368300"/>
                  </a:lnTo>
                  <a:lnTo>
                    <a:pt x="479805" y="391160"/>
                  </a:lnTo>
                  <a:lnTo>
                    <a:pt x="484251" y="414527"/>
                  </a:lnTo>
                  <a:lnTo>
                    <a:pt x="487298" y="438276"/>
                  </a:lnTo>
                  <a:lnTo>
                    <a:pt x="489133" y="461390"/>
                  </a:lnTo>
                  <a:lnTo>
                    <a:pt x="489203" y="463676"/>
                  </a:lnTo>
                  <a:lnTo>
                    <a:pt x="501903" y="463295"/>
                  </a:lnTo>
                  <a:lnTo>
                    <a:pt x="496697" y="412241"/>
                  </a:lnTo>
                  <a:lnTo>
                    <a:pt x="486536" y="364743"/>
                  </a:lnTo>
                  <a:lnTo>
                    <a:pt x="481203" y="346328"/>
                  </a:lnTo>
                  <a:close/>
                </a:path>
                <a:path w="962025" h="5256530">
                  <a:moveTo>
                    <a:pt x="502539" y="501903"/>
                  </a:moveTo>
                  <a:lnTo>
                    <a:pt x="489839" y="501903"/>
                  </a:lnTo>
                  <a:lnTo>
                    <a:pt x="489839" y="616203"/>
                  </a:lnTo>
                  <a:lnTo>
                    <a:pt x="502539" y="616203"/>
                  </a:lnTo>
                  <a:lnTo>
                    <a:pt x="502539" y="501903"/>
                  </a:lnTo>
                  <a:close/>
                </a:path>
                <a:path w="962025" h="5256530">
                  <a:moveTo>
                    <a:pt x="477139" y="501903"/>
                  </a:moveTo>
                  <a:lnTo>
                    <a:pt x="464439" y="501903"/>
                  </a:lnTo>
                  <a:lnTo>
                    <a:pt x="464439" y="616203"/>
                  </a:lnTo>
                  <a:lnTo>
                    <a:pt x="477139" y="616203"/>
                  </a:lnTo>
                  <a:lnTo>
                    <a:pt x="477139" y="501903"/>
                  </a:lnTo>
                  <a:close/>
                </a:path>
                <a:path w="962025" h="5256530">
                  <a:moveTo>
                    <a:pt x="502539" y="654303"/>
                  </a:moveTo>
                  <a:lnTo>
                    <a:pt x="489839" y="654303"/>
                  </a:lnTo>
                  <a:lnTo>
                    <a:pt x="489839" y="768603"/>
                  </a:lnTo>
                  <a:lnTo>
                    <a:pt x="502539" y="768603"/>
                  </a:lnTo>
                  <a:lnTo>
                    <a:pt x="502539" y="654303"/>
                  </a:lnTo>
                  <a:close/>
                </a:path>
                <a:path w="962025" h="5256530">
                  <a:moveTo>
                    <a:pt x="477139" y="654303"/>
                  </a:moveTo>
                  <a:lnTo>
                    <a:pt x="464439" y="654303"/>
                  </a:lnTo>
                  <a:lnTo>
                    <a:pt x="464439" y="768603"/>
                  </a:lnTo>
                  <a:lnTo>
                    <a:pt x="477139" y="768603"/>
                  </a:lnTo>
                  <a:lnTo>
                    <a:pt x="477139" y="654303"/>
                  </a:lnTo>
                  <a:close/>
                </a:path>
                <a:path w="962025" h="5256530">
                  <a:moveTo>
                    <a:pt x="502539" y="806703"/>
                  </a:moveTo>
                  <a:lnTo>
                    <a:pt x="489839" y="806703"/>
                  </a:lnTo>
                  <a:lnTo>
                    <a:pt x="489839" y="921003"/>
                  </a:lnTo>
                  <a:lnTo>
                    <a:pt x="502539" y="921003"/>
                  </a:lnTo>
                  <a:lnTo>
                    <a:pt x="502539" y="806703"/>
                  </a:lnTo>
                  <a:close/>
                </a:path>
                <a:path w="962025" h="5256530">
                  <a:moveTo>
                    <a:pt x="477139" y="806703"/>
                  </a:moveTo>
                  <a:lnTo>
                    <a:pt x="464439" y="806703"/>
                  </a:lnTo>
                  <a:lnTo>
                    <a:pt x="464439" y="921003"/>
                  </a:lnTo>
                  <a:lnTo>
                    <a:pt x="477139" y="921003"/>
                  </a:lnTo>
                  <a:lnTo>
                    <a:pt x="477139" y="806703"/>
                  </a:lnTo>
                  <a:close/>
                </a:path>
                <a:path w="962025" h="5256530">
                  <a:moveTo>
                    <a:pt x="502539" y="959103"/>
                  </a:moveTo>
                  <a:lnTo>
                    <a:pt x="489839" y="959103"/>
                  </a:lnTo>
                  <a:lnTo>
                    <a:pt x="489839" y="1073403"/>
                  </a:lnTo>
                  <a:lnTo>
                    <a:pt x="502539" y="1073403"/>
                  </a:lnTo>
                  <a:lnTo>
                    <a:pt x="502539" y="959103"/>
                  </a:lnTo>
                  <a:close/>
                </a:path>
                <a:path w="962025" h="5256530">
                  <a:moveTo>
                    <a:pt x="477139" y="959103"/>
                  </a:moveTo>
                  <a:lnTo>
                    <a:pt x="464439" y="959103"/>
                  </a:lnTo>
                  <a:lnTo>
                    <a:pt x="464439" y="1073403"/>
                  </a:lnTo>
                  <a:lnTo>
                    <a:pt x="477139" y="1073403"/>
                  </a:lnTo>
                  <a:lnTo>
                    <a:pt x="477139" y="959103"/>
                  </a:lnTo>
                  <a:close/>
                </a:path>
                <a:path w="962025" h="5256530">
                  <a:moveTo>
                    <a:pt x="502539" y="1111503"/>
                  </a:moveTo>
                  <a:lnTo>
                    <a:pt x="489839" y="1111503"/>
                  </a:lnTo>
                  <a:lnTo>
                    <a:pt x="489839" y="1225803"/>
                  </a:lnTo>
                  <a:lnTo>
                    <a:pt x="502539" y="1225803"/>
                  </a:lnTo>
                  <a:lnTo>
                    <a:pt x="502539" y="1111503"/>
                  </a:lnTo>
                  <a:close/>
                </a:path>
                <a:path w="962025" h="5256530">
                  <a:moveTo>
                    <a:pt x="477139" y="1111503"/>
                  </a:moveTo>
                  <a:lnTo>
                    <a:pt x="464439" y="1111503"/>
                  </a:lnTo>
                  <a:lnTo>
                    <a:pt x="464439" y="1225803"/>
                  </a:lnTo>
                  <a:lnTo>
                    <a:pt x="477139" y="1225803"/>
                  </a:lnTo>
                  <a:lnTo>
                    <a:pt x="477139" y="1111503"/>
                  </a:lnTo>
                  <a:close/>
                </a:path>
                <a:path w="962025" h="5256530">
                  <a:moveTo>
                    <a:pt x="502539" y="1263903"/>
                  </a:moveTo>
                  <a:lnTo>
                    <a:pt x="489839" y="1263903"/>
                  </a:lnTo>
                  <a:lnTo>
                    <a:pt x="489839" y="1378203"/>
                  </a:lnTo>
                  <a:lnTo>
                    <a:pt x="502539" y="1378203"/>
                  </a:lnTo>
                  <a:lnTo>
                    <a:pt x="502539" y="1263903"/>
                  </a:lnTo>
                  <a:close/>
                </a:path>
                <a:path w="962025" h="5256530">
                  <a:moveTo>
                    <a:pt x="477139" y="1263903"/>
                  </a:moveTo>
                  <a:lnTo>
                    <a:pt x="464439" y="1263903"/>
                  </a:lnTo>
                  <a:lnTo>
                    <a:pt x="464439" y="1378203"/>
                  </a:lnTo>
                  <a:lnTo>
                    <a:pt x="477139" y="1378203"/>
                  </a:lnTo>
                  <a:lnTo>
                    <a:pt x="477139" y="1263903"/>
                  </a:lnTo>
                  <a:close/>
                </a:path>
                <a:path w="962025" h="5256530">
                  <a:moveTo>
                    <a:pt x="502539" y="1416303"/>
                  </a:moveTo>
                  <a:lnTo>
                    <a:pt x="489839" y="1416303"/>
                  </a:lnTo>
                  <a:lnTo>
                    <a:pt x="489839" y="1530603"/>
                  </a:lnTo>
                  <a:lnTo>
                    <a:pt x="502539" y="1530603"/>
                  </a:lnTo>
                  <a:lnTo>
                    <a:pt x="502539" y="1416303"/>
                  </a:lnTo>
                  <a:close/>
                </a:path>
                <a:path w="962025" h="5256530">
                  <a:moveTo>
                    <a:pt x="477139" y="1416303"/>
                  </a:moveTo>
                  <a:lnTo>
                    <a:pt x="464439" y="1416303"/>
                  </a:lnTo>
                  <a:lnTo>
                    <a:pt x="464439" y="1530603"/>
                  </a:lnTo>
                  <a:lnTo>
                    <a:pt x="477139" y="1530603"/>
                  </a:lnTo>
                  <a:lnTo>
                    <a:pt x="477139" y="1416303"/>
                  </a:lnTo>
                  <a:close/>
                </a:path>
                <a:path w="962025" h="5256530">
                  <a:moveTo>
                    <a:pt x="502539" y="1568703"/>
                  </a:moveTo>
                  <a:lnTo>
                    <a:pt x="489839" y="1568703"/>
                  </a:lnTo>
                  <a:lnTo>
                    <a:pt x="489839" y="1683003"/>
                  </a:lnTo>
                  <a:lnTo>
                    <a:pt x="502539" y="1683003"/>
                  </a:lnTo>
                  <a:lnTo>
                    <a:pt x="502539" y="1568703"/>
                  </a:lnTo>
                  <a:close/>
                </a:path>
                <a:path w="962025" h="5256530">
                  <a:moveTo>
                    <a:pt x="477139" y="1568703"/>
                  </a:moveTo>
                  <a:lnTo>
                    <a:pt x="464439" y="1568703"/>
                  </a:lnTo>
                  <a:lnTo>
                    <a:pt x="464439" y="1683003"/>
                  </a:lnTo>
                  <a:lnTo>
                    <a:pt x="477139" y="1683003"/>
                  </a:lnTo>
                  <a:lnTo>
                    <a:pt x="477139" y="1568703"/>
                  </a:lnTo>
                  <a:close/>
                </a:path>
                <a:path w="962025" h="5256530">
                  <a:moveTo>
                    <a:pt x="502539" y="1721103"/>
                  </a:moveTo>
                  <a:lnTo>
                    <a:pt x="489839" y="1721103"/>
                  </a:lnTo>
                  <a:lnTo>
                    <a:pt x="489839" y="1835403"/>
                  </a:lnTo>
                  <a:lnTo>
                    <a:pt x="502539" y="1835403"/>
                  </a:lnTo>
                  <a:lnTo>
                    <a:pt x="502539" y="1721103"/>
                  </a:lnTo>
                  <a:close/>
                </a:path>
                <a:path w="962025" h="5256530">
                  <a:moveTo>
                    <a:pt x="477139" y="1721103"/>
                  </a:moveTo>
                  <a:lnTo>
                    <a:pt x="464439" y="1721103"/>
                  </a:lnTo>
                  <a:lnTo>
                    <a:pt x="464439" y="1835403"/>
                  </a:lnTo>
                  <a:lnTo>
                    <a:pt x="477139" y="1835403"/>
                  </a:lnTo>
                  <a:lnTo>
                    <a:pt x="477139" y="1721103"/>
                  </a:lnTo>
                  <a:close/>
                </a:path>
                <a:path w="962025" h="5256530">
                  <a:moveTo>
                    <a:pt x="502539" y="1873503"/>
                  </a:moveTo>
                  <a:lnTo>
                    <a:pt x="489839" y="1873503"/>
                  </a:lnTo>
                  <a:lnTo>
                    <a:pt x="489839" y="1987803"/>
                  </a:lnTo>
                  <a:lnTo>
                    <a:pt x="502539" y="1987803"/>
                  </a:lnTo>
                  <a:lnTo>
                    <a:pt x="502539" y="1873503"/>
                  </a:lnTo>
                  <a:close/>
                </a:path>
                <a:path w="962025" h="5256530">
                  <a:moveTo>
                    <a:pt x="477139" y="1873503"/>
                  </a:moveTo>
                  <a:lnTo>
                    <a:pt x="464439" y="1873503"/>
                  </a:lnTo>
                  <a:lnTo>
                    <a:pt x="464439" y="1987803"/>
                  </a:lnTo>
                  <a:lnTo>
                    <a:pt x="477139" y="1987803"/>
                  </a:lnTo>
                  <a:lnTo>
                    <a:pt x="477139" y="1873503"/>
                  </a:lnTo>
                  <a:close/>
                </a:path>
                <a:path w="962025" h="5256530">
                  <a:moveTo>
                    <a:pt x="502539" y="2025903"/>
                  </a:moveTo>
                  <a:lnTo>
                    <a:pt x="489839" y="2025903"/>
                  </a:lnTo>
                  <a:lnTo>
                    <a:pt x="489839" y="2140204"/>
                  </a:lnTo>
                  <a:lnTo>
                    <a:pt x="502539" y="2140204"/>
                  </a:lnTo>
                  <a:lnTo>
                    <a:pt x="502539" y="2025903"/>
                  </a:lnTo>
                  <a:close/>
                </a:path>
                <a:path w="962025" h="5256530">
                  <a:moveTo>
                    <a:pt x="477139" y="2025903"/>
                  </a:moveTo>
                  <a:lnTo>
                    <a:pt x="464439" y="2025903"/>
                  </a:lnTo>
                  <a:lnTo>
                    <a:pt x="464439" y="2140204"/>
                  </a:lnTo>
                  <a:lnTo>
                    <a:pt x="477139" y="2140204"/>
                  </a:lnTo>
                  <a:lnTo>
                    <a:pt x="477139" y="2025903"/>
                  </a:lnTo>
                  <a:close/>
                </a:path>
                <a:path w="962025" h="5256530">
                  <a:moveTo>
                    <a:pt x="477647" y="2178557"/>
                  </a:moveTo>
                  <a:lnTo>
                    <a:pt x="464947" y="2178812"/>
                  </a:lnTo>
                  <a:lnTo>
                    <a:pt x="465073" y="2185035"/>
                  </a:lnTo>
                  <a:lnTo>
                    <a:pt x="466978" y="2209673"/>
                  </a:lnTo>
                  <a:lnTo>
                    <a:pt x="470153" y="2234056"/>
                  </a:lnTo>
                  <a:lnTo>
                    <a:pt x="474598" y="2258187"/>
                  </a:lnTo>
                  <a:lnTo>
                    <a:pt x="480186" y="2281681"/>
                  </a:lnTo>
                  <a:lnTo>
                    <a:pt x="484378" y="2296032"/>
                  </a:lnTo>
                  <a:lnTo>
                    <a:pt x="496570" y="2292477"/>
                  </a:lnTo>
                  <a:lnTo>
                    <a:pt x="492505" y="2278761"/>
                  </a:lnTo>
                  <a:lnTo>
                    <a:pt x="487045" y="2255774"/>
                  </a:lnTo>
                  <a:lnTo>
                    <a:pt x="482727" y="2232405"/>
                  </a:lnTo>
                  <a:lnTo>
                    <a:pt x="479678" y="2208656"/>
                  </a:lnTo>
                  <a:lnTo>
                    <a:pt x="477804" y="2185035"/>
                  </a:lnTo>
                  <a:lnTo>
                    <a:pt x="477758" y="2183891"/>
                  </a:lnTo>
                  <a:lnTo>
                    <a:pt x="477647" y="2178557"/>
                  </a:lnTo>
                  <a:close/>
                </a:path>
                <a:path w="962025" h="5256530">
                  <a:moveTo>
                    <a:pt x="503047" y="2177795"/>
                  </a:moveTo>
                  <a:lnTo>
                    <a:pt x="490347" y="2178177"/>
                  </a:lnTo>
                  <a:lnTo>
                    <a:pt x="490466" y="2183891"/>
                  </a:lnTo>
                  <a:lnTo>
                    <a:pt x="490531" y="2185035"/>
                  </a:lnTo>
                  <a:lnTo>
                    <a:pt x="495299" y="2230754"/>
                  </a:lnTo>
                  <a:lnTo>
                    <a:pt x="504952" y="2275713"/>
                  </a:lnTo>
                  <a:lnTo>
                    <a:pt x="508761" y="2288920"/>
                  </a:lnTo>
                  <a:lnTo>
                    <a:pt x="520953" y="2285365"/>
                  </a:lnTo>
                  <a:lnTo>
                    <a:pt x="517271" y="2272791"/>
                  </a:lnTo>
                  <a:lnTo>
                    <a:pt x="512064" y="2251202"/>
                  </a:lnTo>
                  <a:lnTo>
                    <a:pt x="507872" y="2229104"/>
                  </a:lnTo>
                  <a:lnTo>
                    <a:pt x="504952" y="2206752"/>
                  </a:lnTo>
                  <a:lnTo>
                    <a:pt x="503173" y="2183891"/>
                  </a:lnTo>
                  <a:lnTo>
                    <a:pt x="503047" y="2177795"/>
                  </a:lnTo>
                  <a:close/>
                </a:path>
                <a:path w="962025" h="5256530">
                  <a:moveTo>
                    <a:pt x="509270" y="2329179"/>
                  </a:moveTo>
                  <a:lnTo>
                    <a:pt x="497459" y="2334005"/>
                  </a:lnTo>
                  <a:lnTo>
                    <a:pt x="503809" y="2349627"/>
                  </a:lnTo>
                  <a:lnTo>
                    <a:pt x="513841" y="2371216"/>
                  </a:lnTo>
                  <a:lnTo>
                    <a:pt x="524891" y="2392299"/>
                  </a:lnTo>
                  <a:lnTo>
                    <a:pt x="537083" y="2412618"/>
                  </a:lnTo>
                  <a:lnTo>
                    <a:pt x="550036" y="2432430"/>
                  </a:lnTo>
                  <a:lnTo>
                    <a:pt x="554354" y="2438146"/>
                  </a:lnTo>
                  <a:lnTo>
                    <a:pt x="564515" y="2430653"/>
                  </a:lnTo>
                  <a:lnTo>
                    <a:pt x="560704" y="2425446"/>
                  </a:lnTo>
                  <a:lnTo>
                    <a:pt x="548004" y="2406141"/>
                  </a:lnTo>
                  <a:lnTo>
                    <a:pt x="536193" y="2386329"/>
                  </a:lnTo>
                  <a:lnTo>
                    <a:pt x="525398" y="2365882"/>
                  </a:lnTo>
                  <a:lnTo>
                    <a:pt x="515620" y="2344801"/>
                  </a:lnTo>
                  <a:lnTo>
                    <a:pt x="509270" y="2329179"/>
                  </a:lnTo>
                  <a:close/>
                </a:path>
                <a:path w="962025" h="5256530">
                  <a:moveTo>
                    <a:pt x="532765" y="2319528"/>
                  </a:moveTo>
                  <a:lnTo>
                    <a:pt x="520953" y="2324354"/>
                  </a:lnTo>
                  <a:lnTo>
                    <a:pt x="527430" y="2339975"/>
                  </a:lnTo>
                  <a:lnTo>
                    <a:pt x="536829" y="2360421"/>
                  </a:lnTo>
                  <a:lnTo>
                    <a:pt x="547370" y="2380361"/>
                  </a:lnTo>
                  <a:lnTo>
                    <a:pt x="558799" y="2399665"/>
                  </a:lnTo>
                  <a:lnTo>
                    <a:pt x="571246" y="2418460"/>
                  </a:lnTo>
                  <a:lnTo>
                    <a:pt x="574674" y="2423033"/>
                  </a:lnTo>
                  <a:lnTo>
                    <a:pt x="584961" y="2415540"/>
                  </a:lnTo>
                  <a:lnTo>
                    <a:pt x="581914" y="2411476"/>
                  </a:lnTo>
                  <a:lnTo>
                    <a:pt x="569722" y="2393188"/>
                  </a:lnTo>
                  <a:lnTo>
                    <a:pt x="558672" y="2374391"/>
                  </a:lnTo>
                  <a:lnTo>
                    <a:pt x="548385" y="2355088"/>
                  </a:lnTo>
                  <a:lnTo>
                    <a:pt x="539115" y="2335149"/>
                  </a:lnTo>
                  <a:lnTo>
                    <a:pt x="532765" y="2319528"/>
                  </a:lnTo>
                  <a:close/>
                </a:path>
                <a:path w="962025" h="5256530">
                  <a:moveTo>
                    <a:pt x="588010" y="2460879"/>
                  </a:moveTo>
                  <a:lnTo>
                    <a:pt x="578104" y="2468879"/>
                  </a:lnTo>
                  <a:lnTo>
                    <a:pt x="578992" y="2469896"/>
                  </a:lnTo>
                  <a:lnTo>
                    <a:pt x="594867" y="2487676"/>
                  </a:lnTo>
                  <a:lnTo>
                    <a:pt x="611504" y="2504440"/>
                  </a:lnTo>
                  <a:lnTo>
                    <a:pt x="628904" y="2520568"/>
                  </a:lnTo>
                  <a:lnTo>
                    <a:pt x="647065" y="2535935"/>
                  </a:lnTo>
                  <a:lnTo>
                    <a:pt x="665098" y="2549652"/>
                  </a:lnTo>
                  <a:lnTo>
                    <a:pt x="672846" y="2539491"/>
                  </a:lnTo>
                  <a:lnTo>
                    <a:pt x="655192" y="2526157"/>
                  </a:lnTo>
                  <a:lnTo>
                    <a:pt x="637540" y="2511297"/>
                  </a:lnTo>
                  <a:lnTo>
                    <a:pt x="620522" y="2495549"/>
                  </a:lnTo>
                  <a:lnTo>
                    <a:pt x="604266" y="2479166"/>
                  </a:lnTo>
                  <a:lnTo>
                    <a:pt x="588010" y="2460879"/>
                  </a:lnTo>
                  <a:close/>
                </a:path>
                <a:path w="962025" h="5256530">
                  <a:moveTo>
                    <a:pt x="607822" y="2445004"/>
                  </a:moveTo>
                  <a:lnTo>
                    <a:pt x="597916" y="2453004"/>
                  </a:lnTo>
                  <a:lnTo>
                    <a:pt x="598678" y="2453893"/>
                  </a:lnTo>
                  <a:lnTo>
                    <a:pt x="613791" y="2470658"/>
                  </a:lnTo>
                  <a:lnTo>
                    <a:pt x="629539" y="2486660"/>
                  </a:lnTo>
                  <a:lnTo>
                    <a:pt x="646048" y="2501899"/>
                  </a:lnTo>
                  <a:lnTo>
                    <a:pt x="663447" y="2516378"/>
                  </a:lnTo>
                  <a:lnTo>
                    <a:pt x="680466" y="2529332"/>
                  </a:lnTo>
                  <a:lnTo>
                    <a:pt x="688212" y="2519298"/>
                  </a:lnTo>
                  <a:lnTo>
                    <a:pt x="671576" y="2506598"/>
                  </a:lnTo>
                  <a:lnTo>
                    <a:pt x="654685" y="2492629"/>
                  </a:lnTo>
                  <a:lnTo>
                    <a:pt x="638555" y="2477642"/>
                  </a:lnTo>
                  <a:lnTo>
                    <a:pt x="623189" y="2462148"/>
                  </a:lnTo>
                  <a:lnTo>
                    <a:pt x="608584" y="2446020"/>
                  </a:lnTo>
                  <a:lnTo>
                    <a:pt x="607822" y="2445004"/>
                  </a:lnTo>
                  <a:close/>
                </a:path>
                <a:path w="962025" h="5256530">
                  <a:moveTo>
                    <a:pt x="787780" y="2668142"/>
                  </a:moveTo>
                  <a:lnTo>
                    <a:pt x="739140" y="2690367"/>
                  </a:lnTo>
                  <a:lnTo>
                    <a:pt x="699897" y="2713482"/>
                  </a:lnTo>
                  <a:lnTo>
                    <a:pt x="688593" y="2721229"/>
                  </a:lnTo>
                  <a:lnTo>
                    <a:pt x="695833" y="2731642"/>
                  </a:lnTo>
                  <a:lnTo>
                    <a:pt x="706628" y="2724149"/>
                  </a:lnTo>
                  <a:lnTo>
                    <a:pt x="725297" y="2712466"/>
                  </a:lnTo>
                  <a:lnTo>
                    <a:pt x="744854" y="2701671"/>
                  </a:lnTo>
                  <a:lnTo>
                    <a:pt x="764921" y="2691765"/>
                  </a:lnTo>
                  <a:lnTo>
                    <a:pt x="785367" y="2682747"/>
                  </a:lnTo>
                  <a:lnTo>
                    <a:pt x="792353" y="2680080"/>
                  </a:lnTo>
                  <a:lnTo>
                    <a:pt x="787780" y="2668142"/>
                  </a:lnTo>
                  <a:close/>
                </a:path>
                <a:path w="962025" h="5256530">
                  <a:moveTo>
                    <a:pt x="778764" y="2644393"/>
                  </a:moveTo>
                  <a:lnTo>
                    <a:pt x="727964" y="2667508"/>
                  </a:lnTo>
                  <a:lnTo>
                    <a:pt x="686435" y="2691891"/>
                  </a:lnTo>
                  <a:lnTo>
                    <a:pt x="674242" y="2700273"/>
                  </a:lnTo>
                  <a:lnTo>
                    <a:pt x="681354" y="2710815"/>
                  </a:lnTo>
                  <a:lnTo>
                    <a:pt x="693166" y="2702686"/>
                  </a:lnTo>
                  <a:lnTo>
                    <a:pt x="712978" y="2690367"/>
                  </a:lnTo>
                  <a:lnTo>
                    <a:pt x="733552" y="2678938"/>
                  </a:lnTo>
                  <a:lnTo>
                    <a:pt x="754634" y="2668523"/>
                  </a:lnTo>
                  <a:lnTo>
                    <a:pt x="776351" y="2658998"/>
                  </a:lnTo>
                  <a:lnTo>
                    <a:pt x="783335" y="2656332"/>
                  </a:lnTo>
                  <a:lnTo>
                    <a:pt x="778764" y="2644393"/>
                  </a:lnTo>
                  <a:close/>
                </a:path>
                <a:path w="962025" h="5256530">
                  <a:moveTo>
                    <a:pt x="887064" y="2640997"/>
                  </a:moveTo>
                  <a:lnTo>
                    <a:pt x="870458" y="2643885"/>
                  </a:lnTo>
                  <a:lnTo>
                    <a:pt x="847343" y="2649092"/>
                  </a:lnTo>
                  <a:lnTo>
                    <a:pt x="824610" y="2655316"/>
                  </a:lnTo>
                  <a:lnTo>
                    <a:pt x="823467" y="2655697"/>
                  </a:lnTo>
                  <a:lnTo>
                    <a:pt x="827404" y="2667761"/>
                  </a:lnTo>
                  <a:lnTo>
                    <a:pt x="828040" y="2667508"/>
                  </a:lnTo>
                  <a:lnTo>
                    <a:pt x="850010" y="2661539"/>
                  </a:lnTo>
                  <a:lnTo>
                    <a:pt x="872616" y="2656459"/>
                  </a:lnTo>
                  <a:lnTo>
                    <a:pt x="895477" y="2652522"/>
                  </a:lnTo>
                  <a:lnTo>
                    <a:pt x="918717" y="2649473"/>
                  </a:lnTo>
                  <a:lnTo>
                    <a:pt x="935101" y="2648330"/>
                  </a:lnTo>
                  <a:lnTo>
                    <a:pt x="934947" y="2646143"/>
                  </a:lnTo>
                  <a:lnTo>
                    <a:pt x="914908" y="2644647"/>
                  </a:lnTo>
                  <a:lnTo>
                    <a:pt x="889761" y="2641472"/>
                  </a:lnTo>
                  <a:lnTo>
                    <a:pt x="887064" y="2640997"/>
                  </a:lnTo>
                  <a:close/>
                </a:path>
                <a:path w="962025" h="5256530">
                  <a:moveTo>
                    <a:pt x="961478" y="2635630"/>
                  </a:moveTo>
                  <a:lnTo>
                    <a:pt x="934211" y="2635630"/>
                  </a:lnTo>
                  <a:lnTo>
                    <a:pt x="934947" y="2646143"/>
                  </a:lnTo>
                  <a:lnTo>
                    <a:pt x="940435" y="2646553"/>
                  </a:lnTo>
                  <a:lnTo>
                    <a:pt x="961135" y="2647060"/>
                  </a:lnTo>
                  <a:lnTo>
                    <a:pt x="961478" y="2635630"/>
                  </a:lnTo>
                  <a:close/>
                </a:path>
                <a:path w="962025" h="5256530">
                  <a:moveTo>
                    <a:pt x="934211" y="2635630"/>
                  </a:moveTo>
                  <a:lnTo>
                    <a:pt x="917702" y="2636901"/>
                  </a:lnTo>
                  <a:lnTo>
                    <a:pt x="893826" y="2639822"/>
                  </a:lnTo>
                  <a:lnTo>
                    <a:pt x="887064" y="2640997"/>
                  </a:lnTo>
                  <a:lnTo>
                    <a:pt x="889761" y="2641472"/>
                  </a:lnTo>
                  <a:lnTo>
                    <a:pt x="914908" y="2644647"/>
                  </a:lnTo>
                  <a:lnTo>
                    <a:pt x="934947" y="2646143"/>
                  </a:lnTo>
                  <a:lnTo>
                    <a:pt x="934211" y="2635630"/>
                  </a:lnTo>
                  <a:close/>
                </a:path>
                <a:path w="962025" h="5256530">
                  <a:moveTo>
                    <a:pt x="846381" y="2623292"/>
                  </a:moveTo>
                  <a:lnTo>
                    <a:pt x="841755" y="2624328"/>
                  </a:lnTo>
                  <a:lnTo>
                    <a:pt x="817879" y="2630804"/>
                  </a:lnTo>
                  <a:lnTo>
                    <a:pt x="815593" y="2631566"/>
                  </a:lnTo>
                  <a:lnTo>
                    <a:pt x="819530" y="2643632"/>
                  </a:lnTo>
                  <a:lnTo>
                    <a:pt x="844549" y="2636647"/>
                  </a:lnTo>
                  <a:lnTo>
                    <a:pt x="853713" y="2634637"/>
                  </a:lnTo>
                  <a:lnTo>
                    <a:pt x="844296" y="2632583"/>
                  </a:lnTo>
                  <a:lnTo>
                    <a:pt x="846381" y="2623292"/>
                  </a:lnTo>
                  <a:close/>
                </a:path>
                <a:path w="962025" h="5256530">
                  <a:moveTo>
                    <a:pt x="887019" y="2628171"/>
                  </a:moveTo>
                  <a:lnTo>
                    <a:pt x="868298" y="2631440"/>
                  </a:lnTo>
                  <a:lnTo>
                    <a:pt x="853713" y="2634637"/>
                  </a:lnTo>
                  <a:lnTo>
                    <a:pt x="865251" y="2637154"/>
                  </a:lnTo>
                  <a:lnTo>
                    <a:pt x="887064" y="2640997"/>
                  </a:lnTo>
                  <a:lnTo>
                    <a:pt x="893826" y="2639822"/>
                  </a:lnTo>
                  <a:lnTo>
                    <a:pt x="917702" y="2636901"/>
                  </a:lnTo>
                  <a:lnTo>
                    <a:pt x="934211" y="2635630"/>
                  </a:lnTo>
                  <a:lnTo>
                    <a:pt x="961478" y="2635630"/>
                  </a:lnTo>
                  <a:lnTo>
                    <a:pt x="961516" y="2634360"/>
                  </a:lnTo>
                  <a:lnTo>
                    <a:pt x="941323" y="2633853"/>
                  </a:lnTo>
                  <a:lnTo>
                    <a:pt x="916432" y="2632074"/>
                  </a:lnTo>
                  <a:lnTo>
                    <a:pt x="891921" y="2629027"/>
                  </a:lnTo>
                  <a:lnTo>
                    <a:pt x="887019" y="2628171"/>
                  </a:lnTo>
                  <a:close/>
                </a:path>
                <a:path w="962025" h="5256530">
                  <a:moveTo>
                    <a:pt x="853755" y="2621640"/>
                  </a:moveTo>
                  <a:lnTo>
                    <a:pt x="846381" y="2623292"/>
                  </a:lnTo>
                  <a:lnTo>
                    <a:pt x="844296" y="2632583"/>
                  </a:lnTo>
                  <a:lnTo>
                    <a:pt x="853713" y="2634637"/>
                  </a:lnTo>
                  <a:lnTo>
                    <a:pt x="868298" y="2631440"/>
                  </a:lnTo>
                  <a:lnTo>
                    <a:pt x="887019" y="2628171"/>
                  </a:lnTo>
                  <a:lnTo>
                    <a:pt x="867917" y="2624835"/>
                  </a:lnTo>
                  <a:lnTo>
                    <a:pt x="853755" y="2621640"/>
                  </a:lnTo>
                  <a:close/>
                </a:path>
                <a:path w="962025" h="5256530">
                  <a:moveTo>
                    <a:pt x="887270" y="2615254"/>
                  </a:moveTo>
                  <a:lnTo>
                    <a:pt x="866140" y="2618866"/>
                  </a:lnTo>
                  <a:lnTo>
                    <a:pt x="853755" y="2621640"/>
                  </a:lnTo>
                  <a:lnTo>
                    <a:pt x="867917" y="2624835"/>
                  </a:lnTo>
                  <a:lnTo>
                    <a:pt x="887019" y="2628171"/>
                  </a:lnTo>
                  <a:lnTo>
                    <a:pt x="892302" y="2627248"/>
                  </a:lnTo>
                  <a:lnTo>
                    <a:pt x="916812" y="2624201"/>
                  </a:lnTo>
                  <a:lnTo>
                    <a:pt x="933196" y="2622930"/>
                  </a:lnTo>
                  <a:lnTo>
                    <a:pt x="933031" y="2620597"/>
                  </a:lnTo>
                  <a:lnTo>
                    <a:pt x="918083" y="2619502"/>
                  </a:lnTo>
                  <a:lnTo>
                    <a:pt x="894207" y="2616454"/>
                  </a:lnTo>
                  <a:lnTo>
                    <a:pt x="887270" y="2615254"/>
                  </a:lnTo>
                  <a:close/>
                </a:path>
                <a:path w="962025" h="5256530">
                  <a:moveTo>
                    <a:pt x="847090" y="2620136"/>
                  </a:moveTo>
                  <a:lnTo>
                    <a:pt x="846381" y="2623292"/>
                  </a:lnTo>
                  <a:lnTo>
                    <a:pt x="853755" y="2621640"/>
                  </a:lnTo>
                  <a:lnTo>
                    <a:pt x="847090" y="2620136"/>
                  </a:lnTo>
                  <a:close/>
                </a:path>
                <a:path w="962025" h="5256530">
                  <a:moveTo>
                    <a:pt x="961997" y="2610358"/>
                  </a:moveTo>
                  <a:lnTo>
                    <a:pt x="932307" y="2610358"/>
                  </a:lnTo>
                  <a:lnTo>
                    <a:pt x="933031" y="2620597"/>
                  </a:lnTo>
                  <a:lnTo>
                    <a:pt x="942340" y="2621279"/>
                  </a:lnTo>
                  <a:lnTo>
                    <a:pt x="961771" y="2621660"/>
                  </a:lnTo>
                  <a:lnTo>
                    <a:pt x="961997" y="2610358"/>
                  </a:lnTo>
                  <a:close/>
                </a:path>
                <a:path w="962025" h="5256530">
                  <a:moveTo>
                    <a:pt x="704977" y="2560954"/>
                  </a:moveTo>
                  <a:lnTo>
                    <a:pt x="748791" y="2599054"/>
                  </a:lnTo>
                  <a:lnTo>
                    <a:pt x="793749" y="2617597"/>
                  </a:lnTo>
                  <a:lnTo>
                    <a:pt x="805941" y="2621534"/>
                  </a:lnTo>
                  <a:lnTo>
                    <a:pt x="809879" y="2609468"/>
                  </a:lnTo>
                  <a:lnTo>
                    <a:pt x="798322" y="2605659"/>
                  </a:lnTo>
                  <a:lnTo>
                    <a:pt x="775970" y="2597149"/>
                  </a:lnTo>
                  <a:lnTo>
                    <a:pt x="754379" y="2587752"/>
                  </a:lnTo>
                  <a:lnTo>
                    <a:pt x="733297" y="2577210"/>
                  </a:lnTo>
                  <a:lnTo>
                    <a:pt x="712723" y="2565780"/>
                  </a:lnTo>
                  <a:lnTo>
                    <a:pt x="704977" y="2560954"/>
                  </a:lnTo>
                  <a:close/>
                </a:path>
                <a:path w="962025" h="5256530">
                  <a:moveTo>
                    <a:pt x="932307" y="2610358"/>
                  </a:moveTo>
                  <a:lnTo>
                    <a:pt x="915797" y="2611501"/>
                  </a:lnTo>
                  <a:lnTo>
                    <a:pt x="890651" y="2614676"/>
                  </a:lnTo>
                  <a:lnTo>
                    <a:pt x="887270" y="2615254"/>
                  </a:lnTo>
                  <a:lnTo>
                    <a:pt x="894207" y="2616454"/>
                  </a:lnTo>
                  <a:lnTo>
                    <a:pt x="918083" y="2619502"/>
                  </a:lnTo>
                  <a:lnTo>
                    <a:pt x="933031" y="2620597"/>
                  </a:lnTo>
                  <a:lnTo>
                    <a:pt x="932307" y="2610358"/>
                  </a:lnTo>
                  <a:close/>
                </a:path>
                <a:path w="962025" h="5256530">
                  <a:moveTo>
                    <a:pt x="852551" y="2595372"/>
                  </a:moveTo>
                  <a:lnTo>
                    <a:pt x="849757" y="2607691"/>
                  </a:lnTo>
                  <a:lnTo>
                    <a:pt x="870711" y="2612390"/>
                  </a:lnTo>
                  <a:lnTo>
                    <a:pt x="887270" y="2615254"/>
                  </a:lnTo>
                  <a:lnTo>
                    <a:pt x="890651" y="2614676"/>
                  </a:lnTo>
                  <a:lnTo>
                    <a:pt x="915797" y="2611501"/>
                  </a:lnTo>
                  <a:lnTo>
                    <a:pt x="932307" y="2610358"/>
                  </a:lnTo>
                  <a:lnTo>
                    <a:pt x="961997" y="2610358"/>
                  </a:lnTo>
                  <a:lnTo>
                    <a:pt x="962024" y="2608960"/>
                  </a:lnTo>
                  <a:lnTo>
                    <a:pt x="943229" y="2608579"/>
                  </a:lnTo>
                  <a:lnTo>
                    <a:pt x="919607" y="2606802"/>
                  </a:lnTo>
                  <a:lnTo>
                    <a:pt x="896366" y="2603880"/>
                  </a:lnTo>
                  <a:lnTo>
                    <a:pt x="873505" y="2600071"/>
                  </a:lnTo>
                  <a:lnTo>
                    <a:pt x="852551" y="2595372"/>
                  </a:lnTo>
                  <a:close/>
                </a:path>
                <a:path w="962025" h="5256530">
                  <a:moveTo>
                    <a:pt x="718439" y="2539365"/>
                  </a:moveTo>
                  <a:lnTo>
                    <a:pt x="760095" y="2576322"/>
                  </a:lnTo>
                  <a:lnTo>
                    <a:pt x="802893" y="2593847"/>
                  </a:lnTo>
                  <a:lnTo>
                    <a:pt x="813816" y="2597404"/>
                  </a:lnTo>
                  <a:lnTo>
                    <a:pt x="817753" y="2585339"/>
                  </a:lnTo>
                  <a:lnTo>
                    <a:pt x="807339" y="2581910"/>
                  </a:lnTo>
                  <a:lnTo>
                    <a:pt x="786257" y="2573909"/>
                  </a:lnTo>
                  <a:lnTo>
                    <a:pt x="765683" y="2565018"/>
                  </a:lnTo>
                  <a:lnTo>
                    <a:pt x="745616" y="2554985"/>
                  </a:lnTo>
                  <a:lnTo>
                    <a:pt x="726185" y="2544317"/>
                  </a:lnTo>
                  <a:lnTo>
                    <a:pt x="718439" y="2539365"/>
                  </a:lnTo>
                  <a:close/>
                </a:path>
                <a:path w="962025" h="5256530">
                  <a:moveTo>
                    <a:pt x="658622" y="2743835"/>
                  </a:moveTo>
                  <a:lnTo>
                    <a:pt x="629285" y="2769870"/>
                  </a:lnTo>
                  <a:lnTo>
                    <a:pt x="598551" y="2802635"/>
                  </a:lnTo>
                  <a:lnTo>
                    <a:pt x="580771" y="2824988"/>
                  </a:lnTo>
                  <a:lnTo>
                    <a:pt x="591058" y="2832480"/>
                  </a:lnTo>
                  <a:lnTo>
                    <a:pt x="594360" y="2828035"/>
                  </a:lnTo>
                  <a:lnTo>
                    <a:pt x="607948" y="2811145"/>
                  </a:lnTo>
                  <a:lnTo>
                    <a:pt x="622554" y="2794889"/>
                  </a:lnTo>
                  <a:lnTo>
                    <a:pt x="637921" y="2779141"/>
                  </a:lnTo>
                  <a:lnTo>
                    <a:pt x="654049" y="2764282"/>
                  </a:lnTo>
                  <a:lnTo>
                    <a:pt x="666877" y="2753614"/>
                  </a:lnTo>
                  <a:lnTo>
                    <a:pt x="658622" y="2743835"/>
                  </a:lnTo>
                  <a:close/>
                </a:path>
                <a:path w="962025" h="5256530">
                  <a:moveTo>
                    <a:pt x="642366" y="2724404"/>
                  </a:moveTo>
                  <a:lnTo>
                    <a:pt x="612140" y="2751201"/>
                  </a:lnTo>
                  <a:lnTo>
                    <a:pt x="579628" y="2785745"/>
                  </a:lnTo>
                  <a:lnTo>
                    <a:pt x="560323" y="2810002"/>
                  </a:lnTo>
                  <a:lnTo>
                    <a:pt x="570610" y="2817495"/>
                  </a:lnTo>
                  <a:lnTo>
                    <a:pt x="574547" y="2812034"/>
                  </a:lnTo>
                  <a:lnTo>
                    <a:pt x="589026" y="2794254"/>
                  </a:lnTo>
                  <a:lnTo>
                    <a:pt x="604520" y="2776982"/>
                  </a:lnTo>
                  <a:lnTo>
                    <a:pt x="620776" y="2760598"/>
                  </a:lnTo>
                  <a:lnTo>
                    <a:pt x="637666" y="2744851"/>
                  </a:lnTo>
                  <a:lnTo>
                    <a:pt x="650493" y="2734055"/>
                  </a:lnTo>
                  <a:lnTo>
                    <a:pt x="642366" y="2724404"/>
                  </a:lnTo>
                  <a:close/>
                </a:path>
                <a:path w="962025" h="5256530">
                  <a:moveTo>
                    <a:pt x="559308" y="2856103"/>
                  </a:moveTo>
                  <a:lnTo>
                    <a:pt x="536702" y="2896235"/>
                  </a:lnTo>
                  <a:lnTo>
                    <a:pt x="518667" y="2937510"/>
                  </a:lnTo>
                  <a:lnTo>
                    <a:pt x="511555" y="2957829"/>
                  </a:lnTo>
                  <a:lnTo>
                    <a:pt x="523621" y="2962021"/>
                  </a:lnTo>
                  <a:lnTo>
                    <a:pt x="530479" y="2942335"/>
                  </a:lnTo>
                  <a:lnTo>
                    <a:pt x="538734" y="2921889"/>
                  </a:lnTo>
                  <a:lnTo>
                    <a:pt x="548004" y="2902077"/>
                  </a:lnTo>
                  <a:lnTo>
                    <a:pt x="558165" y="2882772"/>
                  </a:lnTo>
                  <a:lnTo>
                    <a:pt x="569341" y="2863977"/>
                  </a:lnTo>
                  <a:lnTo>
                    <a:pt x="569848" y="2863088"/>
                  </a:lnTo>
                  <a:lnTo>
                    <a:pt x="559308" y="2856103"/>
                  </a:lnTo>
                  <a:close/>
                </a:path>
                <a:path w="962025" h="5256530">
                  <a:moveTo>
                    <a:pt x="538098" y="2842005"/>
                  </a:moveTo>
                  <a:lnTo>
                    <a:pt x="514222" y="2884297"/>
                  </a:lnTo>
                  <a:lnTo>
                    <a:pt x="495172" y="2927985"/>
                  </a:lnTo>
                  <a:lnTo>
                    <a:pt x="487679" y="2949447"/>
                  </a:lnTo>
                  <a:lnTo>
                    <a:pt x="499617" y="2953639"/>
                  </a:lnTo>
                  <a:lnTo>
                    <a:pt x="506984" y="2932684"/>
                  </a:lnTo>
                  <a:lnTo>
                    <a:pt x="515747" y="2911221"/>
                  </a:lnTo>
                  <a:lnTo>
                    <a:pt x="525526" y="2890266"/>
                  </a:lnTo>
                  <a:lnTo>
                    <a:pt x="536321" y="2869818"/>
                  </a:lnTo>
                  <a:lnTo>
                    <a:pt x="548132" y="2849879"/>
                  </a:lnTo>
                  <a:lnTo>
                    <a:pt x="548640" y="2848991"/>
                  </a:lnTo>
                  <a:lnTo>
                    <a:pt x="538098" y="2842005"/>
                  </a:lnTo>
                  <a:close/>
                </a:path>
                <a:path w="962025" h="5256530">
                  <a:moveTo>
                    <a:pt x="501649" y="2994024"/>
                  </a:moveTo>
                  <a:lnTo>
                    <a:pt x="492252" y="3049016"/>
                  </a:lnTo>
                  <a:lnTo>
                    <a:pt x="489839" y="3096133"/>
                  </a:lnTo>
                  <a:lnTo>
                    <a:pt x="489839" y="3105911"/>
                  </a:lnTo>
                  <a:lnTo>
                    <a:pt x="502539" y="3105911"/>
                  </a:lnTo>
                  <a:lnTo>
                    <a:pt x="502549" y="3096133"/>
                  </a:lnTo>
                  <a:lnTo>
                    <a:pt x="503173" y="3073399"/>
                  </a:lnTo>
                  <a:lnTo>
                    <a:pt x="504824" y="3050666"/>
                  </a:lnTo>
                  <a:lnTo>
                    <a:pt x="507746" y="3028188"/>
                  </a:lnTo>
                  <a:lnTo>
                    <a:pt x="511809" y="3006216"/>
                  </a:lnTo>
                  <a:lnTo>
                    <a:pt x="514096" y="2996946"/>
                  </a:lnTo>
                  <a:lnTo>
                    <a:pt x="501649" y="2994024"/>
                  </a:lnTo>
                  <a:close/>
                </a:path>
                <a:path w="962025" h="5256530">
                  <a:moveTo>
                    <a:pt x="477011" y="2988055"/>
                  </a:moveTo>
                  <a:lnTo>
                    <a:pt x="467105" y="3045714"/>
                  </a:lnTo>
                  <a:lnTo>
                    <a:pt x="464439" y="3095497"/>
                  </a:lnTo>
                  <a:lnTo>
                    <a:pt x="464439" y="3105911"/>
                  </a:lnTo>
                  <a:lnTo>
                    <a:pt x="477139" y="3105911"/>
                  </a:lnTo>
                  <a:lnTo>
                    <a:pt x="477148" y="3095497"/>
                  </a:lnTo>
                  <a:lnTo>
                    <a:pt x="477773" y="3071367"/>
                  </a:lnTo>
                  <a:lnTo>
                    <a:pt x="479678" y="3047365"/>
                  </a:lnTo>
                  <a:lnTo>
                    <a:pt x="482727" y="3023616"/>
                  </a:lnTo>
                  <a:lnTo>
                    <a:pt x="487172" y="3000247"/>
                  </a:lnTo>
                  <a:lnTo>
                    <a:pt x="489330" y="2990977"/>
                  </a:lnTo>
                  <a:lnTo>
                    <a:pt x="477011" y="2988055"/>
                  </a:lnTo>
                  <a:close/>
                </a:path>
                <a:path w="962025" h="5256530">
                  <a:moveTo>
                    <a:pt x="502539" y="3144011"/>
                  </a:moveTo>
                  <a:lnTo>
                    <a:pt x="489839" y="3144011"/>
                  </a:lnTo>
                  <a:lnTo>
                    <a:pt x="489839" y="3258311"/>
                  </a:lnTo>
                  <a:lnTo>
                    <a:pt x="502539" y="3258311"/>
                  </a:lnTo>
                  <a:lnTo>
                    <a:pt x="502539" y="3144011"/>
                  </a:lnTo>
                  <a:close/>
                </a:path>
                <a:path w="962025" h="5256530">
                  <a:moveTo>
                    <a:pt x="477139" y="3144011"/>
                  </a:moveTo>
                  <a:lnTo>
                    <a:pt x="464439" y="3144011"/>
                  </a:lnTo>
                  <a:lnTo>
                    <a:pt x="464439" y="3258311"/>
                  </a:lnTo>
                  <a:lnTo>
                    <a:pt x="477139" y="3258311"/>
                  </a:lnTo>
                  <a:lnTo>
                    <a:pt x="477139" y="3144011"/>
                  </a:lnTo>
                  <a:close/>
                </a:path>
                <a:path w="962025" h="5256530">
                  <a:moveTo>
                    <a:pt x="502539" y="3296411"/>
                  </a:moveTo>
                  <a:lnTo>
                    <a:pt x="489839" y="3296411"/>
                  </a:lnTo>
                  <a:lnTo>
                    <a:pt x="489839" y="3410711"/>
                  </a:lnTo>
                  <a:lnTo>
                    <a:pt x="502539" y="3410711"/>
                  </a:lnTo>
                  <a:lnTo>
                    <a:pt x="502539" y="3296411"/>
                  </a:lnTo>
                  <a:close/>
                </a:path>
                <a:path w="962025" h="5256530">
                  <a:moveTo>
                    <a:pt x="477139" y="3296411"/>
                  </a:moveTo>
                  <a:lnTo>
                    <a:pt x="464439" y="3296411"/>
                  </a:lnTo>
                  <a:lnTo>
                    <a:pt x="464439" y="3410711"/>
                  </a:lnTo>
                  <a:lnTo>
                    <a:pt x="477139" y="3410711"/>
                  </a:lnTo>
                  <a:lnTo>
                    <a:pt x="477139" y="3296411"/>
                  </a:lnTo>
                  <a:close/>
                </a:path>
                <a:path w="962025" h="5256530">
                  <a:moveTo>
                    <a:pt x="502539" y="3448811"/>
                  </a:moveTo>
                  <a:lnTo>
                    <a:pt x="489839" y="3448811"/>
                  </a:lnTo>
                  <a:lnTo>
                    <a:pt x="489839" y="3563111"/>
                  </a:lnTo>
                  <a:lnTo>
                    <a:pt x="502539" y="3563111"/>
                  </a:lnTo>
                  <a:lnTo>
                    <a:pt x="502539" y="3448811"/>
                  </a:lnTo>
                  <a:close/>
                </a:path>
                <a:path w="962025" h="5256530">
                  <a:moveTo>
                    <a:pt x="477139" y="3448811"/>
                  </a:moveTo>
                  <a:lnTo>
                    <a:pt x="464439" y="3448811"/>
                  </a:lnTo>
                  <a:lnTo>
                    <a:pt x="464439" y="3563111"/>
                  </a:lnTo>
                  <a:lnTo>
                    <a:pt x="477139" y="3563111"/>
                  </a:lnTo>
                  <a:lnTo>
                    <a:pt x="477139" y="3448811"/>
                  </a:lnTo>
                  <a:close/>
                </a:path>
                <a:path w="962025" h="5256530">
                  <a:moveTo>
                    <a:pt x="502539" y="3601211"/>
                  </a:moveTo>
                  <a:lnTo>
                    <a:pt x="489839" y="3601211"/>
                  </a:lnTo>
                  <a:lnTo>
                    <a:pt x="489839" y="3715511"/>
                  </a:lnTo>
                  <a:lnTo>
                    <a:pt x="502539" y="3715511"/>
                  </a:lnTo>
                  <a:lnTo>
                    <a:pt x="502539" y="3601211"/>
                  </a:lnTo>
                  <a:close/>
                </a:path>
                <a:path w="962025" h="5256530">
                  <a:moveTo>
                    <a:pt x="477139" y="3601211"/>
                  </a:moveTo>
                  <a:lnTo>
                    <a:pt x="464439" y="3601211"/>
                  </a:lnTo>
                  <a:lnTo>
                    <a:pt x="464439" y="3715511"/>
                  </a:lnTo>
                  <a:lnTo>
                    <a:pt x="477139" y="3715511"/>
                  </a:lnTo>
                  <a:lnTo>
                    <a:pt x="477139" y="3601211"/>
                  </a:lnTo>
                  <a:close/>
                </a:path>
                <a:path w="962025" h="5256530">
                  <a:moveTo>
                    <a:pt x="502539" y="3753611"/>
                  </a:moveTo>
                  <a:lnTo>
                    <a:pt x="489839" y="3753611"/>
                  </a:lnTo>
                  <a:lnTo>
                    <a:pt x="489839" y="3867911"/>
                  </a:lnTo>
                  <a:lnTo>
                    <a:pt x="502539" y="3867911"/>
                  </a:lnTo>
                  <a:lnTo>
                    <a:pt x="502539" y="3753611"/>
                  </a:lnTo>
                  <a:close/>
                </a:path>
                <a:path w="962025" h="5256530">
                  <a:moveTo>
                    <a:pt x="477139" y="3753611"/>
                  </a:moveTo>
                  <a:lnTo>
                    <a:pt x="464439" y="3753611"/>
                  </a:lnTo>
                  <a:lnTo>
                    <a:pt x="464439" y="3867911"/>
                  </a:lnTo>
                  <a:lnTo>
                    <a:pt x="477139" y="3867911"/>
                  </a:lnTo>
                  <a:lnTo>
                    <a:pt x="477139" y="3753611"/>
                  </a:lnTo>
                  <a:close/>
                </a:path>
                <a:path w="962025" h="5256530">
                  <a:moveTo>
                    <a:pt x="502539" y="3906011"/>
                  </a:moveTo>
                  <a:lnTo>
                    <a:pt x="489839" y="3906011"/>
                  </a:lnTo>
                  <a:lnTo>
                    <a:pt x="489839" y="4020311"/>
                  </a:lnTo>
                  <a:lnTo>
                    <a:pt x="502539" y="4020311"/>
                  </a:lnTo>
                  <a:lnTo>
                    <a:pt x="502539" y="3906011"/>
                  </a:lnTo>
                  <a:close/>
                </a:path>
                <a:path w="962025" h="5256530">
                  <a:moveTo>
                    <a:pt x="477139" y="3906011"/>
                  </a:moveTo>
                  <a:lnTo>
                    <a:pt x="464439" y="3906011"/>
                  </a:lnTo>
                  <a:lnTo>
                    <a:pt x="464439" y="4020311"/>
                  </a:lnTo>
                  <a:lnTo>
                    <a:pt x="477139" y="4020311"/>
                  </a:lnTo>
                  <a:lnTo>
                    <a:pt x="477139" y="3906011"/>
                  </a:lnTo>
                  <a:close/>
                </a:path>
                <a:path w="962025" h="5256530">
                  <a:moveTo>
                    <a:pt x="502539" y="4058412"/>
                  </a:moveTo>
                  <a:lnTo>
                    <a:pt x="489839" y="4058412"/>
                  </a:lnTo>
                  <a:lnTo>
                    <a:pt x="489839" y="4172712"/>
                  </a:lnTo>
                  <a:lnTo>
                    <a:pt x="502539" y="4172712"/>
                  </a:lnTo>
                  <a:lnTo>
                    <a:pt x="502539" y="4058412"/>
                  </a:lnTo>
                  <a:close/>
                </a:path>
                <a:path w="962025" h="5256530">
                  <a:moveTo>
                    <a:pt x="477139" y="4058412"/>
                  </a:moveTo>
                  <a:lnTo>
                    <a:pt x="464439" y="4058412"/>
                  </a:lnTo>
                  <a:lnTo>
                    <a:pt x="464439" y="4172712"/>
                  </a:lnTo>
                  <a:lnTo>
                    <a:pt x="477139" y="4172712"/>
                  </a:lnTo>
                  <a:lnTo>
                    <a:pt x="477139" y="4058412"/>
                  </a:lnTo>
                  <a:close/>
                </a:path>
                <a:path w="962025" h="5256530">
                  <a:moveTo>
                    <a:pt x="502539" y="4210812"/>
                  </a:moveTo>
                  <a:lnTo>
                    <a:pt x="489839" y="4210812"/>
                  </a:lnTo>
                  <a:lnTo>
                    <a:pt x="489839" y="4325112"/>
                  </a:lnTo>
                  <a:lnTo>
                    <a:pt x="502539" y="4325112"/>
                  </a:lnTo>
                  <a:lnTo>
                    <a:pt x="502539" y="4210812"/>
                  </a:lnTo>
                  <a:close/>
                </a:path>
                <a:path w="962025" h="5256530">
                  <a:moveTo>
                    <a:pt x="477139" y="4210812"/>
                  </a:moveTo>
                  <a:lnTo>
                    <a:pt x="464439" y="4210812"/>
                  </a:lnTo>
                  <a:lnTo>
                    <a:pt x="464439" y="4325112"/>
                  </a:lnTo>
                  <a:lnTo>
                    <a:pt x="477139" y="4325112"/>
                  </a:lnTo>
                  <a:lnTo>
                    <a:pt x="477139" y="4210812"/>
                  </a:lnTo>
                  <a:close/>
                </a:path>
                <a:path w="962025" h="5256530">
                  <a:moveTo>
                    <a:pt x="502539" y="4363212"/>
                  </a:moveTo>
                  <a:lnTo>
                    <a:pt x="489839" y="4363212"/>
                  </a:lnTo>
                  <a:lnTo>
                    <a:pt x="489839" y="4477473"/>
                  </a:lnTo>
                  <a:lnTo>
                    <a:pt x="502539" y="4477473"/>
                  </a:lnTo>
                  <a:lnTo>
                    <a:pt x="502539" y="4363212"/>
                  </a:lnTo>
                  <a:close/>
                </a:path>
                <a:path w="962025" h="5256530">
                  <a:moveTo>
                    <a:pt x="477139" y="4363212"/>
                  </a:moveTo>
                  <a:lnTo>
                    <a:pt x="464439" y="4363212"/>
                  </a:lnTo>
                  <a:lnTo>
                    <a:pt x="464439" y="4477473"/>
                  </a:lnTo>
                  <a:lnTo>
                    <a:pt x="477139" y="4477473"/>
                  </a:lnTo>
                  <a:lnTo>
                    <a:pt x="477139" y="4363212"/>
                  </a:lnTo>
                  <a:close/>
                </a:path>
                <a:path w="962025" h="5256530">
                  <a:moveTo>
                    <a:pt x="502539" y="4515573"/>
                  </a:moveTo>
                  <a:lnTo>
                    <a:pt x="489839" y="4515573"/>
                  </a:lnTo>
                  <a:lnTo>
                    <a:pt x="489839" y="4629873"/>
                  </a:lnTo>
                  <a:lnTo>
                    <a:pt x="502539" y="4629873"/>
                  </a:lnTo>
                  <a:lnTo>
                    <a:pt x="502539" y="4515573"/>
                  </a:lnTo>
                  <a:close/>
                </a:path>
                <a:path w="962025" h="5256530">
                  <a:moveTo>
                    <a:pt x="477139" y="4515573"/>
                  </a:moveTo>
                  <a:lnTo>
                    <a:pt x="464439" y="4515573"/>
                  </a:lnTo>
                  <a:lnTo>
                    <a:pt x="464439" y="4629873"/>
                  </a:lnTo>
                  <a:lnTo>
                    <a:pt x="477139" y="4629873"/>
                  </a:lnTo>
                  <a:lnTo>
                    <a:pt x="477139" y="4515573"/>
                  </a:lnTo>
                  <a:close/>
                </a:path>
                <a:path w="962025" h="5256530">
                  <a:moveTo>
                    <a:pt x="502539" y="4667973"/>
                  </a:moveTo>
                  <a:lnTo>
                    <a:pt x="489839" y="4667973"/>
                  </a:lnTo>
                  <a:lnTo>
                    <a:pt x="489839" y="4769446"/>
                  </a:lnTo>
                  <a:lnTo>
                    <a:pt x="489458" y="4782451"/>
                  </a:lnTo>
                  <a:lnTo>
                    <a:pt x="502158" y="4782794"/>
                  </a:lnTo>
                  <a:lnTo>
                    <a:pt x="502539" y="4769446"/>
                  </a:lnTo>
                  <a:lnTo>
                    <a:pt x="502539" y="4667973"/>
                  </a:lnTo>
                  <a:close/>
                </a:path>
                <a:path w="962025" h="5256530">
                  <a:moveTo>
                    <a:pt x="477139" y="4667973"/>
                  </a:moveTo>
                  <a:lnTo>
                    <a:pt x="464439" y="4667973"/>
                  </a:lnTo>
                  <a:lnTo>
                    <a:pt x="464439" y="4769446"/>
                  </a:lnTo>
                  <a:lnTo>
                    <a:pt x="464058" y="4781740"/>
                  </a:lnTo>
                  <a:lnTo>
                    <a:pt x="476758" y="4782096"/>
                  </a:lnTo>
                  <a:lnTo>
                    <a:pt x="477139" y="4769446"/>
                  </a:lnTo>
                  <a:lnTo>
                    <a:pt x="477139" y="4667973"/>
                  </a:lnTo>
                  <a:close/>
                </a:path>
                <a:path w="962025" h="5256530">
                  <a:moveTo>
                    <a:pt x="486917" y="4821097"/>
                  </a:moveTo>
                  <a:lnTo>
                    <a:pt x="479933" y="4864912"/>
                  </a:lnTo>
                  <a:lnTo>
                    <a:pt x="467867" y="4910289"/>
                  </a:lnTo>
                  <a:lnTo>
                    <a:pt x="459740" y="4933454"/>
                  </a:lnTo>
                  <a:lnTo>
                    <a:pt x="471423" y="4938204"/>
                  </a:lnTo>
                  <a:lnTo>
                    <a:pt x="486791" y="4890782"/>
                  </a:lnTo>
                  <a:lnTo>
                    <a:pt x="496823" y="4843157"/>
                  </a:lnTo>
                  <a:lnTo>
                    <a:pt x="499491" y="4822736"/>
                  </a:lnTo>
                  <a:lnTo>
                    <a:pt x="486917" y="4821097"/>
                  </a:lnTo>
                  <a:close/>
                </a:path>
                <a:path w="962025" h="5256530">
                  <a:moveTo>
                    <a:pt x="461772" y="4817821"/>
                  </a:moveTo>
                  <a:lnTo>
                    <a:pt x="454914" y="4860264"/>
                  </a:lnTo>
                  <a:lnTo>
                    <a:pt x="443484" y="4903177"/>
                  </a:lnTo>
                  <a:lnTo>
                    <a:pt x="436117" y="4923942"/>
                  </a:lnTo>
                  <a:lnTo>
                    <a:pt x="447928" y="4928692"/>
                  </a:lnTo>
                  <a:lnTo>
                    <a:pt x="462026" y="4884839"/>
                  </a:lnTo>
                  <a:lnTo>
                    <a:pt x="471678" y="4839881"/>
                  </a:lnTo>
                  <a:lnTo>
                    <a:pt x="474345" y="4819459"/>
                  </a:lnTo>
                  <a:lnTo>
                    <a:pt x="461772" y="4817821"/>
                  </a:lnTo>
                  <a:close/>
                </a:path>
                <a:path w="962025" h="5256530">
                  <a:moveTo>
                    <a:pt x="444499" y="4968748"/>
                  </a:moveTo>
                  <a:lnTo>
                    <a:pt x="418972" y="5015204"/>
                  </a:lnTo>
                  <a:lnTo>
                    <a:pt x="392684" y="5053050"/>
                  </a:lnTo>
                  <a:lnTo>
                    <a:pt x="382142" y="5066030"/>
                  </a:lnTo>
                  <a:lnTo>
                    <a:pt x="392048" y="5074031"/>
                  </a:lnTo>
                  <a:lnTo>
                    <a:pt x="416941" y="5041506"/>
                  </a:lnTo>
                  <a:lnTo>
                    <a:pt x="442086" y="5001323"/>
                  </a:lnTo>
                  <a:lnTo>
                    <a:pt x="456057" y="4974132"/>
                  </a:lnTo>
                  <a:lnTo>
                    <a:pt x="444499" y="4968748"/>
                  </a:lnTo>
                  <a:close/>
                </a:path>
                <a:path w="962025" h="5256530">
                  <a:moveTo>
                    <a:pt x="421512" y="4957978"/>
                  </a:moveTo>
                  <a:lnTo>
                    <a:pt x="397255" y="5002212"/>
                  </a:lnTo>
                  <a:lnTo>
                    <a:pt x="372236" y="5038013"/>
                  </a:lnTo>
                  <a:lnTo>
                    <a:pt x="362458" y="5050015"/>
                  </a:lnTo>
                  <a:lnTo>
                    <a:pt x="372364" y="5058029"/>
                  </a:lnTo>
                  <a:lnTo>
                    <a:pt x="395732" y="5027510"/>
                  </a:lnTo>
                  <a:lnTo>
                    <a:pt x="419608" y="4989461"/>
                  </a:lnTo>
                  <a:lnTo>
                    <a:pt x="432942" y="4963363"/>
                  </a:lnTo>
                  <a:lnTo>
                    <a:pt x="421512" y="4957978"/>
                  </a:lnTo>
                  <a:close/>
                </a:path>
                <a:path w="962025" h="5256530">
                  <a:moveTo>
                    <a:pt x="356234" y="5094795"/>
                  </a:moveTo>
                  <a:lnTo>
                    <a:pt x="311784" y="5135219"/>
                  </a:lnTo>
                  <a:lnTo>
                    <a:pt x="274066" y="5162537"/>
                  </a:lnTo>
                  <a:lnTo>
                    <a:pt x="266446" y="5167337"/>
                  </a:lnTo>
                  <a:lnTo>
                    <a:pt x="273050" y="5178132"/>
                  </a:lnTo>
                  <a:lnTo>
                    <a:pt x="320040" y="5144960"/>
                  </a:lnTo>
                  <a:lnTo>
                    <a:pt x="355599" y="5113553"/>
                  </a:lnTo>
                  <a:lnTo>
                    <a:pt x="365252" y="5103723"/>
                  </a:lnTo>
                  <a:lnTo>
                    <a:pt x="356234" y="5094795"/>
                  </a:lnTo>
                  <a:close/>
                </a:path>
                <a:path w="962025" h="5256530">
                  <a:moveTo>
                    <a:pt x="338201" y="5076939"/>
                  </a:moveTo>
                  <a:lnTo>
                    <a:pt x="295528" y="5115737"/>
                  </a:lnTo>
                  <a:lnTo>
                    <a:pt x="259715" y="5141620"/>
                  </a:lnTo>
                  <a:lnTo>
                    <a:pt x="252984" y="5145760"/>
                  </a:lnTo>
                  <a:lnTo>
                    <a:pt x="259715" y="5156555"/>
                  </a:lnTo>
                  <a:lnTo>
                    <a:pt x="303656" y="5125478"/>
                  </a:lnTo>
                  <a:lnTo>
                    <a:pt x="337566" y="5095697"/>
                  </a:lnTo>
                  <a:lnTo>
                    <a:pt x="347217" y="5085867"/>
                  </a:lnTo>
                  <a:lnTo>
                    <a:pt x="338201" y="5076939"/>
                  </a:lnTo>
                  <a:close/>
                </a:path>
                <a:path w="962025" h="5256530">
                  <a:moveTo>
                    <a:pt x="232918" y="5186730"/>
                  </a:moveTo>
                  <a:lnTo>
                    <a:pt x="191007" y="5206276"/>
                  </a:lnTo>
                  <a:lnTo>
                    <a:pt x="146050" y="5222201"/>
                  </a:lnTo>
                  <a:lnTo>
                    <a:pt x="125222" y="5227916"/>
                  </a:lnTo>
                  <a:lnTo>
                    <a:pt x="128650" y="5240172"/>
                  </a:lnTo>
                  <a:lnTo>
                    <a:pt x="173228" y="5226646"/>
                  </a:lnTo>
                  <a:lnTo>
                    <a:pt x="218312" y="5208181"/>
                  </a:lnTo>
                  <a:lnTo>
                    <a:pt x="238632" y="5198097"/>
                  </a:lnTo>
                  <a:lnTo>
                    <a:pt x="232918" y="5186730"/>
                  </a:lnTo>
                  <a:close/>
                </a:path>
                <a:path w="962025" h="5256530">
                  <a:moveTo>
                    <a:pt x="221615" y="5163985"/>
                  </a:moveTo>
                  <a:lnTo>
                    <a:pt x="180847" y="5183009"/>
                  </a:lnTo>
                  <a:lnTo>
                    <a:pt x="138082" y="5198097"/>
                  </a:lnTo>
                  <a:lnTo>
                    <a:pt x="118490" y="5203418"/>
                  </a:lnTo>
                  <a:lnTo>
                    <a:pt x="121919" y="5215674"/>
                  </a:lnTo>
                  <a:lnTo>
                    <a:pt x="164210" y="5202910"/>
                  </a:lnTo>
                  <a:lnTo>
                    <a:pt x="207009" y="5185435"/>
                  </a:lnTo>
                  <a:lnTo>
                    <a:pt x="227203" y="5175351"/>
                  </a:lnTo>
                  <a:lnTo>
                    <a:pt x="221615" y="5163985"/>
                  </a:lnTo>
                  <a:close/>
                </a:path>
                <a:path w="962025" h="5256530">
                  <a:moveTo>
                    <a:pt x="87375" y="5235930"/>
                  </a:moveTo>
                  <a:lnTo>
                    <a:pt x="75056" y="5238051"/>
                  </a:lnTo>
                  <a:lnTo>
                    <a:pt x="50546" y="5241137"/>
                  </a:lnTo>
                  <a:lnTo>
                    <a:pt x="25653" y="5242979"/>
                  </a:lnTo>
                  <a:lnTo>
                    <a:pt x="507" y="5243576"/>
                  </a:lnTo>
                  <a:lnTo>
                    <a:pt x="762" y="5256263"/>
                  </a:lnTo>
                  <a:lnTo>
                    <a:pt x="26669" y="5255653"/>
                  </a:lnTo>
                  <a:lnTo>
                    <a:pt x="52196" y="5253736"/>
                  </a:lnTo>
                  <a:lnTo>
                    <a:pt x="77215" y="5250561"/>
                  </a:lnTo>
                  <a:lnTo>
                    <a:pt x="89534" y="5248440"/>
                  </a:lnTo>
                  <a:lnTo>
                    <a:pt x="87375" y="5235930"/>
                  </a:lnTo>
                  <a:close/>
                </a:path>
                <a:path w="962025" h="5256530">
                  <a:moveTo>
                    <a:pt x="83057" y="5210898"/>
                  </a:moveTo>
                  <a:lnTo>
                    <a:pt x="70738" y="5213019"/>
                  </a:lnTo>
                  <a:lnTo>
                    <a:pt x="47371" y="5215940"/>
                  </a:lnTo>
                  <a:lnTo>
                    <a:pt x="23875" y="5217655"/>
                  </a:lnTo>
                  <a:lnTo>
                    <a:pt x="0" y="5218176"/>
                  </a:lnTo>
                  <a:lnTo>
                    <a:pt x="253" y="5230876"/>
                  </a:lnTo>
                  <a:lnTo>
                    <a:pt x="24765" y="5230317"/>
                  </a:lnTo>
                  <a:lnTo>
                    <a:pt x="49021" y="5228539"/>
                  </a:lnTo>
                  <a:lnTo>
                    <a:pt x="72897" y="5225542"/>
                  </a:lnTo>
                  <a:lnTo>
                    <a:pt x="85216" y="5223408"/>
                  </a:lnTo>
                  <a:lnTo>
                    <a:pt x="83057" y="5210898"/>
                  </a:lnTo>
                  <a:close/>
                </a:path>
              </a:pathLst>
            </a:custGeom>
            <a:solidFill>
              <a:srgbClr val="000000"/>
            </a:solidFill>
          </p:spPr>
          <p:txBody>
            <a:bodyPr wrap="square" lIns="0" tIns="0" rIns="0" bIns="0" rtlCol="0"/>
            <a:lstStyle/>
            <a:p>
              <a:endParaRPr>
                <a:latin typeface="+mj-lt"/>
              </a:endParaRPr>
            </a:p>
          </p:txBody>
        </p:sp>
      </p:grpSp>
      <p:sp>
        <p:nvSpPr>
          <p:cNvPr id="15" name="object 15"/>
          <p:cNvSpPr txBox="1"/>
          <p:nvPr/>
        </p:nvSpPr>
        <p:spPr>
          <a:xfrm>
            <a:off x="4170679" y="4832095"/>
            <a:ext cx="814069" cy="391160"/>
          </a:xfrm>
          <a:prstGeom prst="rect">
            <a:avLst/>
          </a:prstGeom>
        </p:spPr>
        <p:txBody>
          <a:bodyPr vert="horz" wrap="square" lIns="0" tIns="12700" rIns="0" bIns="0" rtlCol="0">
            <a:spAutoFit/>
          </a:bodyPr>
          <a:lstStyle/>
          <a:p>
            <a:pPr marL="12700" marR="5080" indent="107950">
              <a:lnSpc>
                <a:spcPct val="100000"/>
              </a:lnSpc>
              <a:spcBef>
                <a:spcPts val="100"/>
              </a:spcBef>
            </a:pPr>
            <a:r>
              <a:rPr sz="1200" b="1" spc="-5" dirty="0">
                <a:solidFill>
                  <a:srgbClr val="001F5F"/>
                </a:solidFill>
                <a:latin typeface="+mj-lt"/>
                <a:cs typeface="Calibri"/>
              </a:rPr>
              <a:t>Standard </a:t>
            </a:r>
            <a:r>
              <a:rPr sz="1200" b="1" dirty="0">
                <a:solidFill>
                  <a:srgbClr val="001F5F"/>
                </a:solidFill>
                <a:latin typeface="+mj-lt"/>
                <a:cs typeface="Calibri"/>
              </a:rPr>
              <a:t> </a:t>
            </a:r>
            <a:r>
              <a:rPr sz="1200" b="1" spc="-5" dirty="0">
                <a:solidFill>
                  <a:srgbClr val="001F5F"/>
                </a:solidFill>
                <a:latin typeface="+mj-lt"/>
                <a:cs typeface="Calibri"/>
              </a:rPr>
              <a:t>De</a:t>
            </a:r>
            <a:r>
              <a:rPr sz="1200" b="1" dirty="0">
                <a:solidFill>
                  <a:srgbClr val="001F5F"/>
                </a:solidFill>
                <a:latin typeface="+mj-lt"/>
                <a:cs typeface="Calibri"/>
              </a:rPr>
              <a:t>sc</a:t>
            </a:r>
            <a:r>
              <a:rPr sz="1200" b="1" spc="5" dirty="0">
                <a:solidFill>
                  <a:srgbClr val="001F5F"/>
                </a:solidFill>
                <a:latin typeface="+mj-lt"/>
                <a:cs typeface="Calibri"/>
              </a:rPr>
              <a:t>r</a:t>
            </a:r>
            <a:r>
              <a:rPr sz="1200" b="1" dirty="0">
                <a:solidFill>
                  <a:srgbClr val="001F5F"/>
                </a:solidFill>
                <a:latin typeface="+mj-lt"/>
                <a:cs typeface="Calibri"/>
              </a:rPr>
              <a:t>ipt</a:t>
            </a:r>
            <a:r>
              <a:rPr sz="1200" b="1" spc="5" dirty="0">
                <a:solidFill>
                  <a:srgbClr val="001F5F"/>
                </a:solidFill>
                <a:latin typeface="+mj-lt"/>
                <a:cs typeface="Calibri"/>
              </a:rPr>
              <a:t>i</a:t>
            </a:r>
            <a:r>
              <a:rPr sz="1200" b="1" dirty="0">
                <a:solidFill>
                  <a:srgbClr val="001F5F"/>
                </a:solidFill>
                <a:latin typeface="+mj-lt"/>
                <a:cs typeface="Calibri"/>
              </a:rPr>
              <a:t>o</a:t>
            </a:r>
            <a:r>
              <a:rPr sz="1200" b="1" spc="5" dirty="0">
                <a:solidFill>
                  <a:srgbClr val="001F5F"/>
                </a:solidFill>
                <a:latin typeface="+mj-lt"/>
                <a:cs typeface="Calibri"/>
              </a:rPr>
              <a:t>n</a:t>
            </a:r>
            <a:r>
              <a:rPr sz="1200" b="1" dirty="0">
                <a:solidFill>
                  <a:srgbClr val="001F5F"/>
                </a:solidFill>
                <a:latin typeface="+mj-lt"/>
                <a:cs typeface="Calibri"/>
              </a:rPr>
              <a:t>s</a:t>
            </a:r>
            <a:endParaRPr sz="1200">
              <a:latin typeface="+mj-lt"/>
              <a:cs typeface="Calibri"/>
            </a:endParaRPr>
          </a:p>
        </p:txBody>
      </p:sp>
      <p:grpSp>
        <p:nvGrpSpPr>
          <p:cNvPr id="16" name="object 16"/>
          <p:cNvGrpSpPr/>
          <p:nvPr/>
        </p:nvGrpSpPr>
        <p:grpSpPr>
          <a:xfrm>
            <a:off x="3017520" y="4552175"/>
            <a:ext cx="1076960" cy="840740"/>
            <a:chOff x="3017520" y="4552175"/>
            <a:chExt cx="1076960" cy="840740"/>
          </a:xfrm>
        </p:grpSpPr>
        <p:pic>
          <p:nvPicPr>
            <p:cNvPr id="17" name="object 17"/>
            <p:cNvPicPr/>
            <p:nvPr/>
          </p:nvPicPr>
          <p:blipFill>
            <a:blip r:embed="rId4" cstate="print"/>
            <a:stretch>
              <a:fillRect/>
            </a:stretch>
          </p:blipFill>
          <p:spPr>
            <a:xfrm>
              <a:off x="3407664" y="4573523"/>
              <a:ext cx="292608" cy="275844"/>
            </a:xfrm>
            <a:prstGeom prst="rect">
              <a:avLst/>
            </a:prstGeom>
          </p:spPr>
        </p:pic>
        <p:pic>
          <p:nvPicPr>
            <p:cNvPr id="18" name="object 18"/>
            <p:cNvPicPr/>
            <p:nvPr/>
          </p:nvPicPr>
          <p:blipFill>
            <a:blip r:embed="rId7" cstate="print"/>
            <a:stretch>
              <a:fillRect/>
            </a:stretch>
          </p:blipFill>
          <p:spPr>
            <a:xfrm>
              <a:off x="3017520" y="4552175"/>
              <a:ext cx="457974" cy="829830"/>
            </a:xfrm>
            <a:prstGeom prst="rect">
              <a:avLst/>
            </a:prstGeom>
          </p:spPr>
        </p:pic>
        <p:pic>
          <p:nvPicPr>
            <p:cNvPr id="19" name="object 19"/>
            <p:cNvPicPr/>
            <p:nvPr/>
          </p:nvPicPr>
          <p:blipFill>
            <a:blip r:embed="rId8" cstate="print"/>
            <a:stretch>
              <a:fillRect/>
            </a:stretch>
          </p:blipFill>
          <p:spPr>
            <a:xfrm>
              <a:off x="3636264" y="4562855"/>
              <a:ext cx="457974" cy="829818"/>
            </a:xfrm>
            <a:prstGeom prst="rect">
              <a:avLst/>
            </a:prstGeom>
          </p:spPr>
        </p:pic>
      </p:grpSp>
      <p:sp>
        <p:nvSpPr>
          <p:cNvPr id="20" name="object 20"/>
          <p:cNvSpPr txBox="1"/>
          <p:nvPr/>
        </p:nvSpPr>
        <p:spPr>
          <a:xfrm>
            <a:off x="3240151" y="4748529"/>
            <a:ext cx="659130" cy="391160"/>
          </a:xfrm>
          <a:prstGeom prst="rect">
            <a:avLst/>
          </a:prstGeom>
        </p:spPr>
        <p:txBody>
          <a:bodyPr vert="horz" wrap="square" lIns="0" tIns="12700" rIns="0" bIns="0" rtlCol="0">
            <a:spAutoFit/>
          </a:bodyPr>
          <a:lstStyle/>
          <a:p>
            <a:pPr marL="12700" marR="5080" indent="53340">
              <a:lnSpc>
                <a:spcPct val="100000"/>
              </a:lnSpc>
              <a:spcBef>
                <a:spcPts val="100"/>
              </a:spcBef>
            </a:pPr>
            <a:r>
              <a:rPr sz="1200" b="1" spc="-5" dirty="0">
                <a:solidFill>
                  <a:srgbClr val="001F5F"/>
                </a:solidFill>
                <a:latin typeface="+mj-lt"/>
                <a:cs typeface="Calibri"/>
              </a:rPr>
              <a:t>Industry </a:t>
            </a:r>
            <a:r>
              <a:rPr sz="1200" b="1" dirty="0">
                <a:solidFill>
                  <a:srgbClr val="001F5F"/>
                </a:solidFill>
                <a:latin typeface="+mj-lt"/>
                <a:cs typeface="Calibri"/>
              </a:rPr>
              <a:t> S</a:t>
            </a:r>
            <a:r>
              <a:rPr sz="1200" b="1" spc="-15" dirty="0">
                <a:solidFill>
                  <a:srgbClr val="001F5F"/>
                </a:solidFill>
                <a:latin typeface="+mj-lt"/>
                <a:cs typeface="Calibri"/>
              </a:rPr>
              <a:t>t</a:t>
            </a:r>
            <a:r>
              <a:rPr sz="1200" b="1" spc="-5" dirty="0">
                <a:solidFill>
                  <a:srgbClr val="001F5F"/>
                </a:solidFill>
                <a:latin typeface="+mj-lt"/>
                <a:cs typeface="Calibri"/>
              </a:rPr>
              <a:t>a</a:t>
            </a:r>
            <a:r>
              <a:rPr sz="1200" b="1" dirty="0">
                <a:solidFill>
                  <a:srgbClr val="001F5F"/>
                </a:solidFill>
                <a:latin typeface="+mj-lt"/>
                <a:cs typeface="Calibri"/>
              </a:rPr>
              <a:t>nd</a:t>
            </a:r>
            <a:r>
              <a:rPr sz="1200" b="1" spc="-5" dirty="0">
                <a:solidFill>
                  <a:srgbClr val="001F5F"/>
                </a:solidFill>
                <a:latin typeface="+mj-lt"/>
                <a:cs typeface="Calibri"/>
              </a:rPr>
              <a:t>a</a:t>
            </a:r>
            <a:r>
              <a:rPr sz="1200" b="1" spc="-10" dirty="0">
                <a:solidFill>
                  <a:srgbClr val="001F5F"/>
                </a:solidFill>
                <a:latin typeface="+mj-lt"/>
                <a:cs typeface="Calibri"/>
              </a:rPr>
              <a:t>r</a:t>
            </a:r>
            <a:r>
              <a:rPr sz="1200" b="1" dirty="0">
                <a:solidFill>
                  <a:srgbClr val="001F5F"/>
                </a:solidFill>
                <a:latin typeface="+mj-lt"/>
                <a:cs typeface="Calibri"/>
              </a:rPr>
              <a:t>ds</a:t>
            </a:r>
            <a:endParaRPr sz="1200">
              <a:latin typeface="+mj-lt"/>
              <a:cs typeface="Calibri"/>
            </a:endParaRPr>
          </a:p>
        </p:txBody>
      </p:sp>
      <p:grpSp>
        <p:nvGrpSpPr>
          <p:cNvPr id="21" name="object 21"/>
          <p:cNvGrpSpPr/>
          <p:nvPr/>
        </p:nvGrpSpPr>
        <p:grpSpPr>
          <a:xfrm>
            <a:off x="5053584" y="4248911"/>
            <a:ext cx="1217295" cy="927735"/>
            <a:chOff x="5053584" y="4248911"/>
            <a:chExt cx="1217295" cy="927735"/>
          </a:xfrm>
        </p:grpSpPr>
        <p:pic>
          <p:nvPicPr>
            <p:cNvPr id="22" name="object 22"/>
            <p:cNvPicPr/>
            <p:nvPr/>
          </p:nvPicPr>
          <p:blipFill>
            <a:blip r:embed="rId4" cstate="print"/>
            <a:stretch>
              <a:fillRect/>
            </a:stretch>
          </p:blipFill>
          <p:spPr>
            <a:xfrm>
              <a:off x="5559552" y="4248911"/>
              <a:ext cx="294132" cy="275844"/>
            </a:xfrm>
            <a:prstGeom prst="rect">
              <a:avLst/>
            </a:prstGeom>
          </p:spPr>
        </p:pic>
        <p:pic>
          <p:nvPicPr>
            <p:cNvPr id="23" name="object 23"/>
            <p:cNvPicPr/>
            <p:nvPr/>
          </p:nvPicPr>
          <p:blipFill>
            <a:blip r:embed="rId9" cstate="print"/>
            <a:stretch>
              <a:fillRect/>
            </a:stretch>
          </p:blipFill>
          <p:spPr>
            <a:xfrm>
              <a:off x="5053584" y="4355579"/>
              <a:ext cx="509803" cy="811542"/>
            </a:xfrm>
            <a:prstGeom prst="rect">
              <a:avLst/>
            </a:prstGeom>
          </p:spPr>
        </p:pic>
        <p:pic>
          <p:nvPicPr>
            <p:cNvPr id="24" name="object 24"/>
            <p:cNvPicPr/>
            <p:nvPr/>
          </p:nvPicPr>
          <p:blipFill>
            <a:blip r:embed="rId10" cstate="print"/>
            <a:stretch>
              <a:fillRect/>
            </a:stretch>
          </p:blipFill>
          <p:spPr>
            <a:xfrm>
              <a:off x="5760720" y="4364723"/>
              <a:ext cx="509777" cy="811542"/>
            </a:xfrm>
            <a:prstGeom prst="rect">
              <a:avLst/>
            </a:prstGeom>
          </p:spPr>
        </p:pic>
      </p:grpSp>
      <p:sp>
        <p:nvSpPr>
          <p:cNvPr id="25" name="object 25"/>
          <p:cNvSpPr txBox="1"/>
          <p:nvPr/>
        </p:nvSpPr>
        <p:spPr>
          <a:xfrm>
            <a:off x="5181980" y="4579442"/>
            <a:ext cx="972185" cy="197490"/>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001F5F"/>
                </a:solidFill>
                <a:latin typeface="+mj-lt"/>
                <a:cs typeface="Calibri"/>
              </a:rPr>
              <a:t>De-Duplication</a:t>
            </a:r>
            <a:endParaRPr sz="1200">
              <a:latin typeface="+mj-lt"/>
              <a:cs typeface="Calibri"/>
            </a:endParaRPr>
          </a:p>
        </p:txBody>
      </p:sp>
      <p:grpSp>
        <p:nvGrpSpPr>
          <p:cNvPr id="26" name="object 26"/>
          <p:cNvGrpSpPr/>
          <p:nvPr/>
        </p:nvGrpSpPr>
        <p:grpSpPr>
          <a:xfrm>
            <a:off x="8798031" y="5449812"/>
            <a:ext cx="2737485" cy="1315720"/>
            <a:chOff x="8798031" y="5449812"/>
            <a:chExt cx="2737485" cy="1315720"/>
          </a:xfrm>
        </p:grpSpPr>
        <p:pic>
          <p:nvPicPr>
            <p:cNvPr id="27" name="object 27"/>
            <p:cNvPicPr/>
            <p:nvPr/>
          </p:nvPicPr>
          <p:blipFill>
            <a:blip r:embed="rId11" cstate="print"/>
            <a:stretch>
              <a:fillRect/>
            </a:stretch>
          </p:blipFill>
          <p:spPr>
            <a:xfrm>
              <a:off x="8798031" y="5512284"/>
              <a:ext cx="2737144" cy="1139987"/>
            </a:xfrm>
            <a:prstGeom prst="rect">
              <a:avLst/>
            </a:prstGeom>
          </p:spPr>
        </p:pic>
        <p:pic>
          <p:nvPicPr>
            <p:cNvPr id="28" name="object 28"/>
            <p:cNvPicPr/>
            <p:nvPr/>
          </p:nvPicPr>
          <p:blipFill>
            <a:blip r:embed="rId12" cstate="print"/>
            <a:stretch>
              <a:fillRect/>
            </a:stretch>
          </p:blipFill>
          <p:spPr>
            <a:xfrm>
              <a:off x="8799576" y="5449812"/>
              <a:ext cx="2258568" cy="1315212"/>
            </a:xfrm>
            <a:prstGeom prst="rect">
              <a:avLst/>
            </a:prstGeom>
          </p:spPr>
        </p:pic>
        <p:pic>
          <p:nvPicPr>
            <p:cNvPr id="29" name="object 29"/>
            <p:cNvPicPr/>
            <p:nvPr/>
          </p:nvPicPr>
          <p:blipFill>
            <a:blip r:embed="rId13" cstate="print"/>
            <a:stretch>
              <a:fillRect/>
            </a:stretch>
          </p:blipFill>
          <p:spPr>
            <a:xfrm>
              <a:off x="8836152" y="5530596"/>
              <a:ext cx="2665476" cy="1068324"/>
            </a:xfrm>
            <a:prstGeom prst="rect">
              <a:avLst/>
            </a:prstGeom>
          </p:spPr>
        </p:pic>
      </p:grpSp>
      <p:sp>
        <p:nvSpPr>
          <p:cNvPr id="30" name="object 30"/>
          <p:cNvSpPr txBox="1"/>
          <p:nvPr/>
        </p:nvSpPr>
        <p:spPr>
          <a:xfrm>
            <a:off x="8836152" y="5530596"/>
            <a:ext cx="2665730" cy="1084912"/>
          </a:xfrm>
          <a:prstGeom prst="rect">
            <a:avLst/>
          </a:prstGeom>
          <a:ln w="9525">
            <a:solidFill>
              <a:srgbClr val="1177EB"/>
            </a:solidFill>
          </a:ln>
        </p:spPr>
        <p:txBody>
          <a:bodyPr vert="horz" wrap="square" lIns="0" tIns="0" rIns="0" bIns="0" rtlCol="0">
            <a:spAutoFit/>
          </a:bodyPr>
          <a:lstStyle/>
          <a:p>
            <a:pPr marL="321310" indent="-229235">
              <a:lnSpc>
                <a:spcPts val="1265"/>
              </a:lnSpc>
              <a:buFont typeface="Arial MT"/>
              <a:buChar char="•"/>
              <a:tabLst>
                <a:tab pos="321310" algn="l"/>
                <a:tab pos="321945" algn="l"/>
              </a:tabLst>
            </a:pPr>
            <a:r>
              <a:rPr sz="1200" b="1" dirty="0">
                <a:solidFill>
                  <a:srgbClr val="001F5F"/>
                </a:solidFill>
                <a:latin typeface="+mj-lt"/>
                <a:cs typeface="Calibri"/>
              </a:rPr>
              <a:t>New</a:t>
            </a:r>
            <a:r>
              <a:rPr sz="1200" b="1" spc="-30" dirty="0">
                <a:solidFill>
                  <a:srgbClr val="001F5F"/>
                </a:solidFill>
                <a:latin typeface="+mj-lt"/>
                <a:cs typeface="Calibri"/>
              </a:rPr>
              <a:t> </a:t>
            </a:r>
            <a:r>
              <a:rPr sz="1200" b="1" spc="-10" dirty="0">
                <a:solidFill>
                  <a:srgbClr val="001F5F"/>
                </a:solidFill>
                <a:latin typeface="+mj-lt"/>
                <a:cs typeface="Calibri"/>
              </a:rPr>
              <a:t>Record</a:t>
            </a:r>
            <a:r>
              <a:rPr sz="1200" b="1" spc="-40" dirty="0">
                <a:solidFill>
                  <a:srgbClr val="001F5F"/>
                </a:solidFill>
                <a:latin typeface="+mj-lt"/>
                <a:cs typeface="Calibri"/>
              </a:rPr>
              <a:t> </a:t>
            </a:r>
            <a:r>
              <a:rPr sz="1200" b="1" spc="-5" dirty="0">
                <a:solidFill>
                  <a:srgbClr val="001F5F"/>
                </a:solidFill>
                <a:latin typeface="+mj-lt"/>
                <a:cs typeface="Calibri"/>
              </a:rPr>
              <a:t>Creation</a:t>
            </a:r>
            <a:endParaRPr sz="1200">
              <a:latin typeface="+mj-lt"/>
              <a:cs typeface="Calibri"/>
            </a:endParaRPr>
          </a:p>
          <a:p>
            <a:pPr marL="321310" indent="-229235">
              <a:lnSpc>
                <a:spcPct val="100000"/>
              </a:lnSpc>
              <a:buFont typeface="Arial MT"/>
              <a:buChar char="•"/>
              <a:tabLst>
                <a:tab pos="321310" algn="l"/>
                <a:tab pos="321945" algn="l"/>
              </a:tabLst>
            </a:pPr>
            <a:r>
              <a:rPr sz="1200" b="1" dirty="0">
                <a:solidFill>
                  <a:srgbClr val="001F5F"/>
                </a:solidFill>
                <a:latin typeface="+mj-lt"/>
                <a:cs typeface="Calibri"/>
              </a:rPr>
              <a:t>Description</a:t>
            </a:r>
            <a:r>
              <a:rPr sz="1200" b="1" spc="-45" dirty="0">
                <a:solidFill>
                  <a:srgbClr val="001F5F"/>
                </a:solidFill>
                <a:latin typeface="+mj-lt"/>
                <a:cs typeface="Calibri"/>
              </a:rPr>
              <a:t> </a:t>
            </a:r>
            <a:r>
              <a:rPr sz="1200" b="1" spc="-5" dirty="0">
                <a:solidFill>
                  <a:srgbClr val="001F5F"/>
                </a:solidFill>
                <a:latin typeface="+mj-lt"/>
                <a:cs typeface="Calibri"/>
              </a:rPr>
              <a:t>Change</a:t>
            </a:r>
            <a:endParaRPr sz="1200">
              <a:latin typeface="+mj-lt"/>
              <a:cs typeface="Calibri"/>
            </a:endParaRPr>
          </a:p>
          <a:p>
            <a:pPr marL="321310" indent="-229235">
              <a:lnSpc>
                <a:spcPct val="100000"/>
              </a:lnSpc>
              <a:buFont typeface="Arial MT"/>
              <a:buChar char="•"/>
              <a:tabLst>
                <a:tab pos="321310" algn="l"/>
                <a:tab pos="321945" algn="l"/>
              </a:tabLst>
            </a:pPr>
            <a:r>
              <a:rPr sz="1200" b="1" spc="-10" dirty="0">
                <a:solidFill>
                  <a:srgbClr val="001F5F"/>
                </a:solidFill>
                <a:latin typeface="+mj-lt"/>
                <a:cs typeface="Calibri"/>
              </a:rPr>
              <a:t>Record</a:t>
            </a:r>
            <a:r>
              <a:rPr sz="1200" b="1" spc="-40" dirty="0">
                <a:solidFill>
                  <a:srgbClr val="001F5F"/>
                </a:solidFill>
                <a:latin typeface="+mj-lt"/>
                <a:cs typeface="Calibri"/>
              </a:rPr>
              <a:t> </a:t>
            </a:r>
            <a:r>
              <a:rPr sz="1200" b="1" spc="-5" dirty="0">
                <a:solidFill>
                  <a:srgbClr val="001F5F"/>
                </a:solidFill>
                <a:latin typeface="+mj-lt"/>
                <a:cs typeface="Calibri"/>
              </a:rPr>
              <a:t>Extension</a:t>
            </a:r>
            <a:endParaRPr sz="1200">
              <a:latin typeface="+mj-lt"/>
              <a:cs typeface="Calibri"/>
            </a:endParaRPr>
          </a:p>
          <a:p>
            <a:pPr marL="321310" indent="-229235">
              <a:lnSpc>
                <a:spcPct val="100000"/>
              </a:lnSpc>
              <a:buFont typeface="Arial MT"/>
              <a:buChar char="•"/>
              <a:tabLst>
                <a:tab pos="321310" algn="l"/>
                <a:tab pos="321945" algn="l"/>
              </a:tabLst>
            </a:pPr>
            <a:r>
              <a:rPr sz="1200" b="1" spc="-10" dirty="0">
                <a:solidFill>
                  <a:srgbClr val="001F5F"/>
                </a:solidFill>
                <a:latin typeface="+mj-lt"/>
                <a:cs typeface="Calibri"/>
              </a:rPr>
              <a:t>Record</a:t>
            </a:r>
            <a:r>
              <a:rPr sz="1200" b="1" spc="-30" dirty="0">
                <a:solidFill>
                  <a:srgbClr val="001F5F"/>
                </a:solidFill>
                <a:latin typeface="+mj-lt"/>
                <a:cs typeface="Calibri"/>
              </a:rPr>
              <a:t> </a:t>
            </a:r>
            <a:r>
              <a:rPr sz="1200" b="1" spc="-5" dirty="0">
                <a:solidFill>
                  <a:srgbClr val="001F5F"/>
                </a:solidFill>
                <a:latin typeface="+mj-lt"/>
                <a:cs typeface="Calibri"/>
              </a:rPr>
              <a:t>Deletion/undeletion</a:t>
            </a:r>
            <a:endParaRPr sz="1200">
              <a:latin typeface="+mj-lt"/>
              <a:cs typeface="Calibri"/>
            </a:endParaRPr>
          </a:p>
          <a:p>
            <a:pPr marL="321310" indent="-229235">
              <a:lnSpc>
                <a:spcPct val="100000"/>
              </a:lnSpc>
              <a:buFont typeface="Arial MT"/>
              <a:buChar char="•"/>
              <a:tabLst>
                <a:tab pos="321310" algn="l"/>
                <a:tab pos="321945" algn="l"/>
              </a:tabLst>
            </a:pPr>
            <a:r>
              <a:rPr sz="1200" b="1" spc="-15" dirty="0">
                <a:solidFill>
                  <a:srgbClr val="001F5F"/>
                </a:solidFill>
                <a:latin typeface="+mj-lt"/>
                <a:cs typeface="Calibri"/>
              </a:rPr>
              <a:t>Value</a:t>
            </a:r>
            <a:r>
              <a:rPr sz="1200" b="1" spc="-40" dirty="0">
                <a:solidFill>
                  <a:srgbClr val="001F5F"/>
                </a:solidFill>
                <a:latin typeface="+mj-lt"/>
                <a:cs typeface="Calibri"/>
              </a:rPr>
              <a:t> </a:t>
            </a:r>
            <a:r>
              <a:rPr sz="1200" b="1" spc="-5" dirty="0">
                <a:solidFill>
                  <a:srgbClr val="001F5F"/>
                </a:solidFill>
                <a:latin typeface="+mj-lt"/>
                <a:cs typeface="Calibri"/>
              </a:rPr>
              <a:t>Standardization</a:t>
            </a:r>
            <a:endParaRPr sz="1200">
              <a:latin typeface="+mj-lt"/>
              <a:cs typeface="Calibri"/>
            </a:endParaRPr>
          </a:p>
          <a:p>
            <a:pPr marL="321310" indent="-229235">
              <a:lnSpc>
                <a:spcPts val="1385"/>
              </a:lnSpc>
              <a:buFont typeface="Arial MT"/>
              <a:buChar char="•"/>
              <a:tabLst>
                <a:tab pos="321310" algn="l"/>
                <a:tab pos="321945" algn="l"/>
              </a:tabLst>
            </a:pPr>
            <a:r>
              <a:rPr sz="1200" b="1" dirty="0">
                <a:solidFill>
                  <a:srgbClr val="001F5F"/>
                </a:solidFill>
                <a:latin typeface="+mj-lt"/>
                <a:cs typeface="Calibri"/>
              </a:rPr>
              <a:t>Description</a:t>
            </a:r>
            <a:r>
              <a:rPr sz="1200" b="1" spc="-45" dirty="0">
                <a:solidFill>
                  <a:srgbClr val="001F5F"/>
                </a:solidFill>
                <a:latin typeface="+mj-lt"/>
                <a:cs typeface="Calibri"/>
              </a:rPr>
              <a:t> </a:t>
            </a:r>
            <a:r>
              <a:rPr sz="1200" b="1" spc="-5" dirty="0">
                <a:solidFill>
                  <a:srgbClr val="001F5F"/>
                </a:solidFill>
                <a:latin typeface="+mj-lt"/>
                <a:cs typeface="Calibri"/>
              </a:rPr>
              <a:t>Generation</a:t>
            </a:r>
            <a:endParaRPr sz="1200">
              <a:latin typeface="+mj-lt"/>
              <a:cs typeface="Calibri"/>
            </a:endParaRPr>
          </a:p>
        </p:txBody>
      </p:sp>
      <p:grpSp>
        <p:nvGrpSpPr>
          <p:cNvPr id="31" name="object 31"/>
          <p:cNvGrpSpPr/>
          <p:nvPr/>
        </p:nvGrpSpPr>
        <p:grpSpPr>
          <a:xfrm>
            <a:off x="2013204" y="4296155"/>
            <a:ext cx="6596380" cy="1884045"/>
            <a:chOff x="2013204" y="4296155"/>
            <a:chExt cx="6596380" cy="1884045"/>
          </a:xfrm>
        </p:grpSpPr>
        <p:pic>
          <p:nvPicPr>
            <p:cNvPr id="32" name="object 32"/>
            <p:cNvPicPr/>
            <p:nvPr/>
          </p:nvPicPr>
          <p:blipFill>
            <a:blip r:embed="rId4" cstate="print"/>
            <a:stretch>
              <a:fillRect/>
            </a:stretch>
          </p:blipFill>
          <p:spPr>
            <a:xfrm>
              <a:off x="2429256" y="4296155"/>
              <a:ext cx="292607" cy="277368"/>
            </a:xfrm>
            <a:prstGeom prst="rect">
              <a:avLst/>
            </a:prstGeom>
          </p:spPr>
        </p:pic>
        <p:pic>
          <p:nvPicPr>
            <p:cNvPr id="33" name="object 33"/>
            <p:cNvPicPr/>
            <p:nvPr/>
          </p:nvPicPr>
          <p:blipFill>
            <a:blip r:embed="rId14" cstate="print"/>
            <a:stretch>
              <a:fillRect/>
            </a:stretch>
          </p:blipFill>
          <p:spPr>
            <a:xfrm>
              <a:off x="2013204" y="4378439"/>
              <a:ext cx="457974" cy="877074"/>
            </a:xfrm>
            <a:prstGeom prst="rect">
              <a:avLst/>
            </a:prstGeom>
          </p:spPr>
        </p:pic>
        <p:pic>
          <p:nvPicPr>
            <p:cNvPr id="34" name="object 34"/>
            <p:cNvPicPr/>
            <p:nvPr/>
          </p:nvPicPr>
          <p:blipFill>
            <a:blip r:embed="rId15" cstate="print"/>
            <a:stretch>
              <a:fillRect/>
            </a:stretch>
          </p:blipFill>
          <p:spPr>
            <a:xfrm>
              <a:off x="2631948" y="4389107"/>
              <a:ext cx="457987" cy="877074"/>
            </a:xfrm>
            <a:prstGeom prst="rect">
              <a:avLst/>
            </a:prstGeom>
          </p:spPr>
        </p:pic>
        <p:pic>
          <p:nvPicPr>
            <p:cNvPr id="35" name="object 35"/>
            <p:cNvPicPr/>
            <p:nvPr/>
          </p:nvPicPr>
          <p:blipFill>
            <a:blip r:embed="rId16" cstate="print"/>
            <a:stretch>
              <a:fillRect/>
            </a:stretch>
          </p:blipFill>
          <p:spPr>
            <a:xfrm>
              <a:off x="7603236" y="5561075"/>
              <a:ext cx="1005840" cy="618744"/>
            </a:xfrm>
            <a:prstGeom prst="rect">
              <a:avLst/>
            </a:prstGeom>
          </p:spPr>
        </p:pic>
        <p:sp>
          <p:nvSpPr>
            <p:cNvPr id="36" name="object 36"/>
            <p:cNvSpPr/>
            <p:nvPr/>
          </p:nvSpPr>
          <p:spPr>
            <a:xfrm>
              <a:off x="8077454" y="4472177"/>
              <a:ext cx="111125" cy="1089660"/>
            </a:xfrm>
            <a:custGeom>
              <a:avLst/>
              <a:gdLst/>
              <a:ahLst/>
              <a:cxnLst/>
              <a:rect l="l" t="t" r="r" b="b"/>
              <a:pathLst>
                <a:path w="111125" h="1089660">
                  <a:moveTo>
                    <a:pt x="10668" y="983488"/>
                  </a:moveTo>
                  <a:lnTo>
                    <a:pt x="1524" y="988822"/>
                  </a:lnTo>
                  <a:lnTo>
                    <a:pt x="0" y="994664"/>
                  </a:lnTo>
                  <a:lnTo>
                    <a:pt x="2667" y="999109"/>
                  </a:lnTo>
                  <a:lnTo>
                    <a:pt x="55372" y="1089533"/>
                  </a:lnTo>
                  <a:lnTo>
                    <a:pt x="66401" y="1070610"/>
                  </a:lnTo>
                  <a:lnTo>
                    <a:pt x="45847" y="1070610"/>
                  </a:lnTo>
                  <a:lnTo>
                    <a:pt x="45847" y="1035304"/>
                  </a:lnTo>
                  <a:lnTo>
                    <a:pt x="16510" y="985012"/>
                  </a:lnTo>
                  <a:lnTo>
                    <a:pt x="10668" y="983488"/>
                  </a:lnTo>
                  <a:close/>
                </a:path>
                <a:path w="111125" h="1089660">
                  <a:moveTo>
                    <a:pt x="45847" y="1035304"/>
                  </a:moveTo>
                  <a:lnTo>
                    <a:pt x="45847" y="1070610"/>
                  </a:lnTo>
                  <a:lnTo>
                    <a:pt x="64897" y="1070610"/>
                  </a:lnTo>
                  <a:lnTo>
                    <a:pt x="64897" y="1065784"/>
                  </a:lnTo>
                  <a:lnTo>
                    <a:pt x="47117" y="1065784"/>
                  </a:lnTo>
                  <a:lnTo>
                    <a:pt x="55372" y="1051632"/>
                  </a:lnTo>
                  <a:lnTo>
                    <a:pt x="45847" y="1035304"/>
                  </a:lnTo>
                  <a:close/>
                </a:path>
                <a:path w="111125" h="1089660">
                  <a:moveTo>
                    <a:pt x="100075" y="983488"/>
                  </a:moveTo>
                  <a:lnTo>
                    <a:pt x="94234" y="985012"/>
                  </a:lnTo>
                  <a:lnTo>
                    <a:pt x="64897" y="1035304"/>
                  </a:lnTo>
                  <a:lnTo>
                    <a:pt x="64897" y="1070610"/>
                  </a:lnTo>
                  <a:lnTo>
                    <a:pt x="66401" y="1070610"/>
                  </a:lnTo>
                  <a:lnTo>
                    <a:pt x="108076" y="999109"/>
                  </a:lnTo>
                  <a:lnTo>
                    <a:pt x="110744" y="994664"/>
                  </a:lnTo>
                  <a:lnTo>
                    <a:pt x="109220" y="988822"/>
                  </a:lnTo>
                  <a:lnTo>
                    <a:pt x="100075" y="983488"/>
                  </a:lnTo>
                  <a:close/>
                </a:path>
                <a:path w="111125" h="1089660">
                  <a:moveTo>
                    <a:pt x="55372" y="1051632"/>
                  </a:moveTo>
                  <a:lnTo>
                    <a:pt x="47117" y="1065784"/>
                  </a:lnTo>
                  <a:lnTo>
                    <a:pt x="63626" y="1065784"/>
                  </a:lnTo>
                  <a:lnTo>
                    <a:pt x="55372" y="1051632"/>
                  </a:lnTo>
                  <a:close/>
                </a:path>
                <a:path w="111125" h="1089660">
                  <a:moveTo>
                    <a:pt x="64897" y="1035304"/>
                  </a:moveTo>
                  <a:lnTo>
                    <a:pt x="55372" y="1051632"/>
                  </a:lnTo>
                  <a:lnTo>
                    <a:pt x="63626" y="1065784"/>
                  </a:lnTo>
                  <a:lnTo>
                    <a:pt x="64897" y="1065784"/>
                  </a:lnTo>
                  <a:lnTo>
                    <a:pt x="64897" y="1035304"/>
                  </a:lnTo>
                  <a:close/>
                </a:path>
                <a:path w="111125" h="1089660">
                  <a:moveTo>
                    <a:pt x="64897" y="1013460"/>
                  </a:moveTo>
                  <a:lnTo>
                    <a:pt x="45847" y="1013460"/>
                  </a:lnTo>
                  <a:lnTo>
                    <a:pt x="45847" y="1035304"/>
                  </a:lnTo>
                  <a:lnTo>
                    <a:pt x="55372" y="1051632"/>
                  </a:lnTo>
                  <a:lnTo>
                    <a:pt x="64897" y="1035304"/>
                  </a:lnTo>
                  <a:lnTo>
                    <a:pt x="64897" y="1013460"/>
                  </a:lnTo>
                  <a:close/>
                </a:path>
                <a:path w="111125" h="1089660">
                  <a:moveTo>
                    <a:pt x="64897" y="937260"/>
                  </a:moveTo>
                  <a:lnTo>
                    <a:pt x="45847" y="937260"/>
                  </a:lnTo>
                  <a:lnTo>
                    <a:pt x="45847" y="994410"/>
                  </a:lnTo>
                  <a:lnTo>
                    <a:pt x="64897" y="994410"/>
                  </a:lnTo>
                  <a:lnTo>
                    <a:pt x="64897" y="937260"/>
                  </a:lnTo>
                  <a:close/>
                </a:path>
                <a:path w="111125" h="1089660">
                  <a:moveTo>
                    <a:pt x="64897" y="861060"/>
                  </a:moveTo>
                  <a:lnTo>
                    <a:pt x="45847" y="861060"/>
                  </a:lnTo>
                  <a:lnTo>
                    <a:pt x="45847" y="918210"/>
                  </a:lnTo>
                  <a:lnTo>
                    <a:pt x="64897" y="918210"/>
                  </a:lnTo>
                  <a:lnTo>
                    <a:pt x="64897" y="861060"/>
                  </a:lnTo>
                  <a:close/>
                </a:path>
                <a:path w="111125" h="1089660">
                  <a:moveTo>
                    <a:pt x="64897" y="784860"/>
                  </a:moveTo>
                  <a:lnTo>
                    <a:pt x="45847" y="784860"/>
                  </a:lnTo>
                  <a:lnTo>
                    <a:pt x="45847" y="842010"/>
                  </a:lnTo>
                  <a:lnTo>
                    <a:pt x="64897" y="842010"/>
                  </a:lnTo>
                  <a:lnTo>
                    <a:pt x="64897" y="784860"/>
                  </a:lnTo>
                  <a:close/>
                </a:path>
                <a:path w="111125" h="1089660">
                  <a:moveTo>
                    <a:pt x="64897" y="708660"/>
                  </a:moveTo>
                  <a:lnTo>
                    <a:pt x="45847" y="708660"/>
                  </a:lnTo>
                  <a:lnTo>
                    <a:pt x="45847" y="765810"/>
                  </a:lnTo>
                  <a:lnTo>
                    <a:pt x="64897" y="765810"/>
                  </a:lnTo>
                  <a:lnTo>
                    <a:pt x="64897" y="708660"/>
                  </a:lnTo>
                  <a:close/>
                </a:path>
                <a:path w="111125" h="1089660">
                  <a:moveTo>
                    <a:pt x="64897" y="632460"/>
                  </a:moveTo>
                  <a:lnTo>
                    <a:pt x="45847" y="632460"/>
                  </a:lnTo>
                  <a:lnTo>
                    <a:pt x="45847" y="689610"/>
                  </a:lnTo>
                  <a:lnTo>
                    <a:pt x="64897" y="689610"/>
                  </a:lnTo>
                  <a:lnTo>
                    <a:pt x="64897" y="632460"/>
                  </a:lnTo>
                  <a:close/>
                </a:path>
                <a:path w="111125" h="1089660">
                  <a:moveTo>
                    <a:pt x="64897" y="556260"/>
                  </a:moveTo>
                  <a:lnTo>
                    <a:pt x="45847" y="556260"/>
                  </a:lnTo>
                  <a:lnTo>
                    <a:pt x="45847" y="613410"/>
                  </a:lnTo>
                  <a:lnTo>
                    <a:pt x="64897" y="613410"/>
                  </a:lnTo>
                  <a:lnTo>
                    <a:pt x="64897" y="556260"/>
                  </a:lnTo>
                  <a:close/>
                </a:path>
                <a:path w="111125" h="1089660">
                  <a:moveTo>
                    <a:pt x="64897" y="480060"/>
                  </a:moveTo>
                  <a:lnTo>
                    <a:pt x="45847" y="480060"/>
                  </a:lnTo>
                  <a:lnTo>
                    <a:pt x="45847" y="537210"/>
                  </a:lnTo>
                  <a:lnTo>
                    <a:pt x="64897" y="537210"/>
                  </a:lnTo>
                  <a:lnTo>
                    <a:pt x="64897" y="480060"/>
                  </a:lnTo>
                  <a:close/>
                </a:path>
                <a:path w="111125" h="1089660">
                  <a:moveTo>
                    <a:pt x="64897" y="403860"/>
                  </a:moveTo>
                  <a:lnTo>
                    <a:pt x="45847" y="403860"/>
                  </a:lnTo>
                  <a:lnTo>
                    <a:pt x="45847" y="461010"/>
                  </a:lnTo>
                  <a:lnTo>
                    <a:pt x="64897" y="461010"/>
                  </a:lnTo>
                  <a:lnTo>
                    <a:pt x="64897" y="403860"/>
                  </a:lnTo>
                  <a:close/>
                </a:path>
                <a:path w="111125" h="1089660">
                  <a:moveTo>
                    <a:pt x="64897" y="327660"/>
                  </a:moveTo>
                  <a:lnTo>
                    <a:pt x="45847" y="327660"/>
                  </a:lnTo>
                  <a:lnTo>
                    <a:pt x="45847" y="384810"/>
                  </a:lnTo>
                  <a:lnTo>
                    <a:pt x="64897" y="384810"/>
                  </a:lnTo>
                  <a:lnTo>
                    <a:pt x="64897" y="327660"/>
                  </a:lnTo>
                  <a:close/>
                </a:path>
                <a:path w="111125" h="1089660">
                  <a:moveTo>
                    <a:pt x="64897" y="251460"/>
                  </a:moveTo>
                  <a:lnTo>
                    <a:pt x="45847" y="251460"/>
                  </a:lnTo>
                  <a:lnTo>
                    <a:pt x="45847" y="308610"/>
                  </a:lnTo>
                  <a:lnTo>
                    <a:pt x="64897" y="308610"/>
                  </a:lnTo>
                  <a:lnTo>
                    <a:pt x="64897" y="251460"/>
                  </a:lnTo>
                  <a:close/>
                </a:path>
                <a:path w="111125" h="1089660">
                  <a:moveTo>
                    <a:pt x="64897" y="175260"/>
                  </a:moveTo>
                  <a:lnTo>
                    <a:pt x="45847" y="175260"/>
                  </a:lnTo>
                  <a:lnTo>
                    <a:pt x="45847" y="232410"/>
                  </a:lnTo>
                  <a:lnTo>
                    <a:pt x="64897" y="232410"/>
                  </a:lnTo>
                  <a:lnTo>
                    <a:pt x="64897" y="175260"/>
                  </a:lnTo>
                  <a:close/>
                </a:path>
                <a:path w="111125" h="1089660">
                  <a:moveTo>
                    <a:pt x="64897" y="99060"/>
                  </a:moveTo>
                  <a:lnTo>
                    <a:pt x="45847" y="99060"/>
                  </a:lnTo>
                  <a:lnTo>
                    <a:pt x="45847" y="156210"/>
                  </a:lnTo>
                  <a:lnTo>
                    <a:pt x="64897" y="156210"/>
                  </a:lnTo>
                  <a:lnTo>
                    <a:pt x="64897" y="99060"/>
                  </a:lnTo>
                  <a:close/>
                </a:path>
                <a:path w="111125" h="1089660">
                  <a:moveTo>
                    <a:pt x="55372" y="0"/>
                  </a:moveTo>
                  <a:lnTo>
                    <a:pt x="2667" y="90297"/>
                  </a:lnTo>
                  <a:lnTo>
                    <a:pt x="0" y="94742"/>
                  </a:lnTo>
                  <a:lnTo>
                    <a:pt x="1524" y="100584"/>
                  </a:lnTo>
                  <a:lnTo>
                    <a:pt x="10668" y="105918"/>
                  </a:lnTo>
                  <a:lnTo>
                    <a:pt x="16510" y="104394"/>
                  </a:lnTo>
                  <a:lnTo>
                    <a:pt x="45847" y="54102"/>
                  </a:lnTo>
                  <a:lnTo>
                    <a:pt x="45847" y="22860"/>
                  </a:lnTo>
                  <a:lnTo>
                    <a:pt x="68715" y="22860"/>
                  </a:lnTo>
                  <a:lnTo>
                    <a:pt x="55372" y="0"/>
                  </a:lnTo>
                  <a:close/>
                </a:path>
                <a:path w="111125" h="1089660">
                  <a:moveTo>
                    <a:pt x="68715" y="22860"/>
                  </a:moveTo>
                  <a:lnTo>
                    <a:pt x="64897" y="22860"/>
                  </a:lnTo>
                  <a:lnTo>
                    <a:pt x="64897" y="54102"/>
                  </a:lnTo>
                  <a:lnTo>
                    <a:pt x="94234" y="104394"/>
                  </a:lnTo>
                  <a:lnTo>
                    <a:pt x="100075" y="105918"/>
                  </a:lnTo>
                  <a:lnTo>
                    <a:pt x="109220" y="100584"/>
                  </a:lnTo>
                  <a:lnTo>
                    <a:pt x="110744" y="94742"/>
                  </a:lnTo>
                  <a:lnTo>
                    <a:pt x="108076" y="90297"/>
                  </a:lnTo>
                  <a:lnTo>
                    <a:pt x="68715" y="22860"/>
                  </a:lnTo>
                  <a:close/>
                </a:path>
                <a:path w="111125" h="1089660">
                  <a:moveTo>
                    <a:pt x="55372" y="37773"/>
                  </a:moveTo>
                  <a:lnTo>
                    <a:pt x="45847" y="54102"/>
                  </a:lnTo>
                  <a:lnTo>
                    <a:pt x="45847" y="80010"/>
                  </a:lnTo>
                  <a:lnTo>
                    <a:pt x="64897" y="80010"/>
                  </a:lnTo>
                  <a:lnTo>
                    <a:pt x="64897" y="54102"/>
                  </a:lnTo>
                  <a:lnTo>
                    <a:pt x="55372" y="37773"/>
                  </a:lnTo>
                  <a:close/>
                </a:path>
                <a:path w="111125" h="1089660">
                  <a:moveTo>
                    <a:pt x="64897" y="22860"/>
                  </a:moveTo>
                  <a:lnTo>
                    <a:pt x="45847" y="22860"/>
                  </a:lnTo>
                  <a:lnTo>
                    <a:pt x="45847" y="54102"/>
                  </a:lnTo>
                  <a:lnTo>
                    <a:pt x="55372" y="37773"/>
                  </a:lnTo>
                  <a:lnTo>
                    <a:pt x="47117" y="23622"/>
                  </a:lnTo>
                  <a:lnTo>
                    <a:pt x="64897" y="23622"/>
                  </a:lnTo>
                  <a:lnTo>
                    <a:pt x="64897" y="22860"/>
                  </a:lnTo>
                  <a:close/>
                </a:path>
                <a:path w="111125" h="1089660">
                  <a:moveTo>
                    <a:pt x="64897" y="23622"/>
                  </a:moveTo>
                  <a:lnTo>
                    <a:pt x="63626" y="23622"/>
                  </a:lnTo>
                  <a:lnTo>
                    <a:pt x="55372" y="37773"/>
                  </a:lnTo>
                  <a:lnTo>
                    <a:pt x="64897" y="54102"/>
                  </a:lnTo>
                  <a:lnTo>
                    <a:pt x="64897" y="23622"/>
                  </a:lnTo>
                  <a:close/>
                </a:path>
                <a:path w="111125" h="1089660">
                  <a:moveTo>
                    <a:pt x="63626" y="23622"/>
                  </a:moveTo>
                  <a:lnTo>
                    <a:pt x="47117" y="23622"/>
                  </a:lnTo>
                  <a:lnTo>
                    <a:pt x="55372" y="37773"/>
                  </a:lnTo>
                  <a:lnTo>
                    <a:pt x="63626" y="23622"/>
                  </a:lnTo>
                  <a:close/>
                </a:path>
              </a:pathLst>
            </a:custGeom>
            <a:solidFill>
              <a:srgbClr val="0066FF"/>
            </a:solidFill>
          </p:spPr>
          <p:txBody>
            <a:bodyPr wrap="square" lIns="0" tIns="0" rIns="0" bIns="0" rtlCol="0"/>
            <a:lstStyle/>
            <a:p>
              <a:endParaRPr>
                <a:latin typeface="+mj-lt"/>
              </a:endParaRPr>
            </a:p>
          </p:txBody>
        </p:sp>
      </p:grpSp>
      <p:sp>
        <p:nvSpPr>
          <p:cNvPr id="37" name="object 37"/>
          <p:cNvSpPr txBox="1"/>
          <p:nvPr/>
        </p:nvSpPr>
        <p:spPr>
          <a:xfrm>
            <a:off x="2336673" y="4488942"/>
            <a:ext cx="488950" cy="574040"/>
          </a:xfrm>
          <a:prstGeom prst="rect">
            <a:avLst/>
          </a:prstGeom>
        </p:spPr>
        <p:txBody>
          <a:bodyPr vert="horz" wrap="square" lIns="0" tIns="12700" rIns="0" bIns="0" rtlCol="0">
            <a:spAutoFit/>
          </a:bodyPr>
          <a:lstStyle/>
          <a:p>
            <a:pPr marL="12700" marR="5080" indent="83820">
              <a:lnSpc>
                <a:spcPct val="100000"/>
              </a:lnSpc>
              <a:spcBef>
                <a:spcPts val="100"/>
              </a:spcBef>
            </a:pPr>
            <a:r>
              <a:rPr sz="1200" b="1" spc="-10" dirty="0">
                <a:solidFill>
                  <a:srgbClr val="001F5F"/>
                </a:solidFill>
                <a:latin typeface="+mj-lt"/>
                <a:cs typeface="Calibri"/>
              </a:rPr>
              <a:t>Data </a:t>
            </a:r>
            <a:r>
              <a:rPr sz="1200" b="1" spc="-5" dirty="0">
                <a:solidFill>
                  <a:srgbClr val="001F5F"/>
                </a:solidFill>
                <a:latin typeface="+mj-lt"/>
                <a:cs typeface="Calibri"/>
              </a:rPr>
              <a:t> </a:t>
            </a:r>
            <a:r>
              <a:rPr sz="1200" b="1" spc="5" dirty="0">
                <a:solidFill>
                  <a:srgbClr val="001F5F"/>
                </a:solidFill>
                <a:latin typeface="+mj-lt"/>
                <a:cs typeface="Calibri"/>
              </a:rPr>
              <a:t>Qu</a:t>
            </a:r>
            <a:r>
              <a:rPr sz="1200" b="1" spc="-5" dirty="0">
                <a:solidFill>
                  <a:srgbClr val="001F5F"/>
                </a:solidFill>
                <a:latin typeface="+mj-lt"/>
                <a:cs typeface="Calibri"/>
              </a:rPr>
              <a:t>a</a:t>
            </a:r>
            <a:r>
              <a:rPr sz="1200" b="1" dirty="0">
                <a:solidFill>
                  <a:srgbClr val="001F5F"/>
                </a:solidFill>
                <a:latin typeface="+mj-lt"/>
                <a:cs typeface="Calibri"/>
              </a:rPr>
              <a:t>lity  </a:t>
            </a:r>
            <a:r>
              <a:rPr sz="1200" b="1" spc="-15" dirty="0">
                <a:solidFill>
                  <a:srgbClr val="001F5F"/>
                </a:solidFill>
                <a:latin typeface="+mj-lt"/>
                <a:cs typeface="Calibri"/>
              </a:rPr>
              <a:t>R</a:t>
            </a:r>
            <a:r>
              <a:rPr sz="1200" b="1" spc="-5" dirty="0">
                <a:solidFill>
                  <a:srgbClr val="001F5F"/>
                </a:solidFill>
                <a:latin typeface="+mj-lt"/>
                <a:cs typeface="Calibri"/>
              </a:rPr>
              <a:t>eview</a:t>
            </a:r>
            <a:endParaRPr sz="1200">
              <a:latin typeface="+mj-lt"/>
              <a:cs typeface="Calibri"/>
            </a:endParaRPr>
          </a:p>
        </p:txBody>
      </p:sp>
      <p:grpSp>
        <p:nvGrpSpPr>
          <p:cNvPr id="38" name="object 38"/>
          <p:cNvGrpSpPr/>
          <p:nvPr/>
        </p:nvGrpSpPr>
        <p:grpSpPr>
          <a:xfrm>
            <a:off x="2368295" y="1284732"/>
            <a:ext cx="4715510" cy="2728595"/>
            <a:chOff x="2368295" y="1284732"/>
            <a:chExt cx="4715510" cy="2728595"/>
          </a:xfrm>
        </p:grpSpPr>
        <p:sp>
          <p:nvSpPr>
            <p:cNvPr id="39" name="object 39"/>
            <p:cNvSpPr/>
            <p:nvPr/>
          </p:nvSpPr>
          <p:spPr>
            <a:xfrm>
              <a:off x="5590794" y="3902710"/>
              <a:ext cx="1492885" cy="111125"/>
            </a:xfrm>
            <a:custGeom>
              <a:avLst/>
              <a:gdLst/>
              <a:ahLst/>
              <a:cxnLst/>
              <a:rect l="l" t="t" r="r" b="b"/>
              <a:pathLst>
                <a:path w="1492884" h="111125">
                  <a:moveTo>
                    <a:pt x="1438405" y="65011"/>
                  </a:moveTo>
                  <a:lnTo>
                    <a:pt x="1387982" y="94106"/>
                  </a:lnTo>
                  <a:lnTo>
                    <a:pt x="1386458" y="99948"/>
                  </a:lnTo>
                  <a:lnTo>
                    <a:pt x="1389126" y="104520"/>
                  </a:lnTo>
                  <a:lnTo>
                    <a:pt x="1391665" y="109092"/>
                  </a:lnTo>
                  <a:lnTo>
                    <a:pt x="1397507" y="110616"/>
                  </a:lnTo>
                  <a:lnTo>
                    <a:pt x="1476147" y="65150"/>
                  </a:lnTo>
                  <a:lnTo>
                    <a:pt x="1438405" y="65011"/>
                  </a:lnTo>
                  <a:close/>
                </a:path>
                <a:path w="1492884" h="111125">
                  <a:moveTo>
                    <a:pt x="1454870" y="55520"/>
                  </a:moveTo>
                  <a:lnTo>
                    <a:pt x="1438405" y="65011"/>
                  </a:lnTo>
                  <a:lnTo>
                    <a:pt x="1473707" y="65150"/>
                  </a:lnTo>
                  <a:lnTo>
                    <a:pt x="1473707" y="63753"/>
                  </a:lnTo>
                  <a:lnTo>
                    <a:pt x="1468881" y="63753"/>
                  </a:lnTo>
                  <a:lnTo>
                    <a:pt x="1454870" y="55520"/>
                  </a:lnTo>
                  <a:close/>
                </a:path>
                <a:path w="1492884" h="111125">
                  <a:moveTo>
                    <a:pt x="1398015" y="0"/>
                  </a:moveTo>
                  <a:lnTo>
                    <a:pt x="1392174" y="1523"/>
                  </a:lnTo>
                  <a:lnTo>
                    <a:pt x="1389506" y="5968"/>
                  </a:lnTo>
                  <a:lnTo>
                    <a:pt x="1386839" y="10540"/>
                  </a:lnTo>
                  <a:lnTo>
                    <a:pt x="1388363" y="16382"/>
                  </a:lnTo>
                  <a:lnTo>
                    <a:pt x="1392808" y="19050"/>
                  </a:lnTo>
                  <a:lnTo>
                    <a:pt x="1438605" y="45961"/>
                  </a:lnTo>
                  <a:lnTo>
                    <a:pt x="1473707" y="46100"/>
                  </a:lnTo>
                  <a:lnTo>
                    <a:pt x="1473707" y="65150"/>
                  </a:lnTo>
                  <a:lnTo>
                    <a:pt x="1476147" y="65150"/>
                  </a:lnTo>
                  <a:lnTo>
                    <a:pt x="1492630" y="55625"/>
                  </a:lnTo>
                  <a:lnTo>
                    <a:pt x="1402460" y="2666"/>
                  </a:lnTo>
                  <a:lnTo>
                    <a:pt x="1398015" y="0"/>
                  </a:lnTo>
                  <a:close/>
                </a:path>
                <a:path w="1492884" h="111125">
                  <a:moveTo>
                    <a:pt x="0" y="40258"/>
                  </a:moveTo>
                  <a:lnTo>
                    <a:pt x="0" y="59308"/>
                  </a:lnTo>
                  <a:lnTo>
                    <a:pt x="1438405" y="65011"/>
                  </a:lnTo>
                  <a:lnTo>
                    <a:pt x="1454870" y="55520"/>
                  </a:lnTo>
                  <a:lnTo>
                    <a:pt x="1438605" y="45961"/>
                  </a:lnTo>
                  <a:lnTo>
                    <a:pt x="0" y="40258"/>
                  </a:lnTo>
                  <a:close/>
                </a:path>
                <a:path w="1492884" h="111125">
                  <a:moveTo>
                    <a:pt x="1469008" y="47370"/>
                  </a:moveTo>
                  <a:lnTo>
                    <a:pt x="1454870" y="55520"/>
                  </a:lnTo>
                  <a:lnTo>
                    <a:pt x="1468881" y="63753"/>
                  </a:lnTo>
                  <a:lnTo>
                    <a:pt x="1469008" y="47370"/>
                  </a:lnTo>
                  <a:close/>
                </a:path>
                <a:path w="1492884" h="111125">
                  <a:moveTo>
                    <a:pt x="1473707" y="47370"/>
                  </a:moveTo>
                  <a:lnTo>
                    <a:pt x="1469008" y="47370"/>
                  </a:lnTo>
                  <a:lnTo>
                    <a:pt x="1468881" y="63753"/>
                  </a:lnTo>
                  <a:lnTo>
                    <a:pt x="1473707" y="63753"/>
                  </a:lnTo>
                  <a:lnTo>
                    <a:pt x="1473707" y="47370"/>
                  </a:lnTo>
                  <a:close/>
                </a:path>
                <a:path w="1492884" h="111125">
                  <a:moveTo>
                    <a:pt x="1438605" y="45961"/>
                  </a:moveTo>
                  <a:lnTo>
                    <a:pt x="1454870" y="55520"/>
                  </a:lnTo>
                  <a:lnTo>
                    <a:pt x="1469008" y="47370"/>
                  </a:lnTo>
                  <a:lnTo>
                    <a:pt x="1473707" y="47370"/>
                  </a:lnTo>
                  <a:lnTo>
                    <a:pt x="1473707" y="46100"/>
                  </a:lnTo>
                  <a:lnTo>
                    <a:pt x="1438605" y="45961"/>
                  </a:lnTo>
                  <a:close/>
                </a:path>
              </a:pathLst>
            </a:custGeom>
            <a:solidFill>
              <a:srgbClr val="0066FF"/>
            </a:solidFill>
          </p:spPr>
          <p:txBody>
            <a:bodyPr wrap="square" lIns="0" tIns="0" rIns="0" bIns="0" rtlCol="0"/>
            <a:lstStyle/>
            <a:p>
              <a:endParaRPr>
                <a:latin typeface="+mj-lt"/>
              </a:endParaRPr>
            </a:p>
          </p:txBody>
        </p:sp>
        <p:pic>
          <p:nvPicPr>
            <p:cNvPr id="40" name="object 40"/>
            <p:cNvPicPr/>
            <p:nvPr/>
          </p:nvPicPr>
          <p:blipFill>
            <a:blip r:embed="rId17" cstate="print"/>
            <a:stretch>
              <a:fillRect/>
            </a:stretch>
          </p:blipFill>
          <p:spPr>
            <a:xfrm>
              <a:off x="3346703" y="2353056"/>
              <a:ext cx="284988" cy="153924"/>
            </a:xfrm>
            <a:prstGeom prst="rect">
              <a:avLst/>
            </a:prstGeom>
          </p:spPr>
        </p:pic>
        <p:pic>
          <p:nvPicPr>
            <p:cNvPr id="41" name="object 41"/>
            <p:cNvPicPr/>
            <p:nvPr/>
          </p:nvPicPr>
          <p:blipFill>
            <a:blip r:embed="rId18" cstate="print"/>
            <a:stretch>
              <a:fillRect/>
            </a:stretch>
          </p:blipFill>
          <p:spPr>
            <a:xfrm>
              <a:off x="2368295" y="1284732"/>
              <a:ext cx="1784604" cy="1920239"/>
            </a:xfrm>
            <a:prstGeom prst="rect">
              <a:avLst/>
            </a:prstGeom>
          </p:spPr>
        </p:pic>
        <p:pic>
          <p:nvPicPr>
            <p:cNvPr id="42" name="object 42"/>
            <p:cNvPicPr/>
            <p:nvPr/>
          </p:nvPicPr>
          <p:blipFill>
            <a:blip r:embed="rId19" cstate="print"/>
            <a:stretch>
              <a:fillRect/>
            </a:stretch>
          </p:blipFill>
          <p:spPr>
            <a:xfrm>
              <a:off x="2720339" y="1330464"/>
              <a:ext cx="960145" cy="766559"/>
            </a:xfrm>
            <a:prstGeom prst="rect">
              <a:avLst/>
            </a:prstGeom>
          </p:spPr>
        </p:pic>
        <p:pic>
          <p:nvPicPr>
            <p:cNvPr id="43" name="object 43"/>
            <p:cNvPicPr/>
            <p:nvPr/>
          </p:nvPicPr>
          <p:blipFill>
            <a:blip r:embed="rId20" cstate="print"/>
            <a:stretch>
              <a:fillRect/>
            </a:stretch>
          </p:blipFill>
          <p:spPr>
            <a:xfrm>
              <a:off x="2417089" y="1312132"/>
              <a:ext cx="1692389" cy="758050"/>
            </a:xfrm>
            <a:prstGeom prst="rect">
              <a:avLst/>
            </a:prstGeom>
          </p:spPr>
        </p:pic>
        <p:pic>
          <p:nvPicPr>
            <p:cNvPr id="44" name="object 44"/>
            <p:cNvPicPr/>
            <p:nvPr/>
          </p:nvPicPr>
          <p:blipFill>
            <a:blip r:embed="rId21" cstate="print"/>
            <a:stretch>
              <a:fillRect/>
            </a:stretch>
          </p:blipFill>
          <p:spPr>
            <a:xfrm>
              <a:off x="3235959" y="2741549"/>
              <a:ext cx="84327" cy="84327"/>
            </a:xfrm>
            <a:prstGeom prst="rect">
              <a:avLst/>
            </a:prstGeom>
          </p:spPr>
        </p:pic>
        <p:pic>
          <p:nvPicPr>
            <p:cNvPr id="45" name="object 45"/>
            <p:cNvPicPr/>
            <p:nvPr/>
          </p:nvPicPr>
          <p:blipFill>
            <a:blip r:embed="rId22" cstate="print"/>
            <a:stretch>
              <a:fillRect/>
            </a:stretch>
          </p:blipFill>
          <p:spPr>
            <a:xfrm>
              <a:off x="3261740" y="3099435"/>
              <a:ext cx="42163" cy="42163"/>
            </a:xfrm>
            <a:prstGeom prst="rect">
              <a:avLst/>
            </a:prstGeom>
          </p:spPr>
        </p:pic>
        <p:pic>
          <p:nvPicPr>
            <p:cNvPr id="46" name="object 46"/>
            <p:cNvPicPr/>
            <p:nvPr/>
          </p:nvPicPr>
          <p:blipFill>
            <a:blip r:embed="rId23" cstate="print"/>
            <a:stretch>
              <a:fillRect/>
            </a:stretch>
          </p:blipFill>
          <p:spPr>
            <a:xfrm>
              <a:off x="3209670" y="2341626"/>
              <a:ext cx="126492" cy="126491"/>
            </a:xfrm>
            <a:prstGeom prst="rect">
              <a:avLst/>
            </a:prstGeom>
          </p:spPr>
        </p:pic>
        <p:sp>
          <p:nvSpPr>
            <p:cNvPr id="47" name="object 47"/>
            <p:cNvSpPr/>
            <p:nvPr/>
          </p:nvSpPr>
          <p:spPr>
            <a:xfrm>
              <a:off x="2417089" y="1312132"/>
              <a:ext cx="1692910" cy="1830070"/>
            </a:xfrm>
            <a:custGeom>
              <a:avLst/>
              <a:gdLst/>
              <a:ahLst/>
              <a:cxnLst/>
              <a:rect l="l" t="t" r="r" b="b"/>
              <a:pathLst>
                <a:path w="1692910" h="1830070">
                  <a:moveTo>
                    <a:pt x="152628" y="249459"/>
                  </a:moveTo>
                  <a:lnTo>
                    <a:pt x="163663" y="176863"/>
                  </a:lnTo>
                  <a:lnTo>
                    <a:pt x="187994" y="144580"/>
                  </a:lnTo>
                  <a:lnTo>
                    <a:pt x="223058" y="116431"/>
                  </a:lnTo>
                  <a:lnTo>
                    <a:pt x="267496" y="93510"/>
                  </a:lnTo>
                  <a:lnTo>
                    <a:pt x="319952" y="76910"/>
                  </a:lnTo>
                  <a:lnTo>
                    <a:pt x="379069" y="67722"/>
                  </a:lnTo>
                  <a:lnTo>
                    <a:pt x="423094" y="66295"/>
                  </a:lnTo>
                  <a:lnTo>
                    <a:pt x="466572" y="69357"/>
                  </a:lnTo>
                  <a:lnTo>
                    <a:pt x="508621" y="76777"/>
                  </a:lnTo>
                  <a:lnTo>
                    <a:pt x="548360" y="88423"/>
                  </a:lnTo>
                  <a:lnTo>
                    <a:pt x="580994" y="60556"/>
                  </a:lnTo>
                  <a:lnTo>
                    <a:pt x="622998" y="39641"/>
                  </a:lnTo>
                  <a:lnTo>
                    <a:pt x="671677" y="26177"/>
                  </a:lnTo>
                  <a:lnTo>
                    <a:pt x="724335" y="20662"/>
                  </a:lnTo>
                  <a:lnTo>
                    <a:pt x="778277" y="23592"/>
                  </a:lnTo>
                  <a:lnTo>
                    <a:pt x="830808" y="35464"/>
                  </a:lnTo>
                  <a:lnTo>
                    <a:pt x="868187" y="51073"/>
                  </a:lnTo>
                  <a:lnTo>
                    <a:pt x="879322" y="57308"/>
                  </a:lnTo>
                  <a:lnTo>
                    <a:pt x="911245" y="30111"/>
                  </a:lnTo>
                  <a:lnTo>
                    <a:pt x="953904" y="11058"/>
                  </a:lnTo>
                  <a:lnTo>
                    <a:pt x="1003525" y="917"/>
                  </a:lnTo>
                  <a:lnTo>
                    <a:pt x="1056333" y="457"/>
                  </a:lnTo>
                  <a:lnTo>
                    <a:pt x="1108557" y="10445"/>
                  </a:lnTo>
                  <a:lnTo>
                    <a:pt x="1125507" y="16363"/>
                  </a:lnTo>
                  <a:lnTo>
                    <a:pt x="1141196" y="23399"/>
                  </a:lnTo>
                  <a:lnTo>
                    <a:pt x="1155455" y="31484"/>
                  </a:lnTo>
                  <a:lnTo>
                    <a:pt x="1168120" y="40544"/>
                  </a:lnTo>
                  <a:lnTo>
                    <a:pt x="1206006" y="19739"/>
                  </a:lnTo>
                  <a:lnTo>
                    <a:pt x="1250016" y="6179"/>
                  </a:lnTo>
                  <a:lnTo>
                    <a:pt x="1297596" y="0"/>
                  </a:lnTo>
                  <a:lnTo>
                    <a:pt x="1346193" y="1334"/>
                  </a:lnTo>
                  <a:lnTo>
                    <a:pt x="1393251" y="10317"/>
                  </a:lnTo>
                  <a:lnTo>
                    <a:pt x="1436217" y="27082"/>
                  </a:lnTo>
                  <a:lnTo>
                    <a:pt x="1478016" y="57610"/>
                  </a:lnTo>
                  <a:lnTo>
                    <a:pt x="1500479" y="94900"/>
                  </a:lnTo>
                  <a:lnTo>
                    <a:pt x="1552072" y="108229"/>
                  </a:lnTo>
                  <a:lnTo>
                    <a:pt x="1594666" y="128678"/>
                  </a:lnTo>
                  <a:lnTo>
                    <a:pt x="1626860" y="154749"/>
                  </a:lnTo>
                  <a:lnTo>
                    <a:pt x="1647253" y="184948"/>
                  </a:lnTo>
                  <a:lnTo>
                    <a:pt x="1654446" y="217779"/>
                  </a:lnTo>
                  <a:lnTo>
                    <a:pt x="1647037" y="251745"/>
                  </a:lnTo>
                  <a:lnTo>
                    <a:pt x="1644497" y="257460"/>
                  </a:lnTo>
                  <a:lnTo>
                    <a:pt x="1641322" y="263175"/>
                  </a:lnTo>
                  <a:lnTo>
                    <a:pt x="1637512" y="268636"/>
                  </a:lnTo>
                  <a:lnTo>
                    <a:pt x="1669020" y="300669"/>
                  </a:lnTo>
                  <a:lnTo>
                    <a:pt x="1687215" y="335115"/>
                  </a:lnTo>
                  <a:lnTo>
                    <a:pt x="1692389" y="370607"/>
                  </a:lnTo>
                  <a:lnTo>
                    <a:pt x="1684836" y="405778"/>
                  </a:lnTo>
                  <a:lnTo>
                    <a:pt x="1664848" y="439264"/>
                  </a:lnTo>
                  <a:lnTo>
                    <a:pt x="1632720" y="469698"/>
                  </a:lnTo>
                  <a:lnTo>
                    <a:pt x="1588744" y="495712"/>
                  </a:lnTo>
                  <a:lnTo>
                    <a:pt x="1530086" y="516556"/>
                  </a:lnTo>
                  <a:lnTo>
                    <a:pt x="1464665" y="527589"/>
                  </a:lnTo>
                  <a:lnTo>
                    <a:pt x="1456085" y="564287"/>
                  </a:lnTo>
                  <a:lnTo>
                    <a:pt x="1432811" y="597185"/>
                  </a:lnTo>
                  <a:lnTo>
                    <a:pt x="1397021" y="624982"/>
                  </a:lnTo>
                  <a:lnTo>
                    <a:pt x="1350892" y="646377"/>
                  </a:lnTo>
                  <a:lnTo>
                    <a:pt x="1296598" y="660066"/>
                  </a:lnTo>
                  <a:lnTo>
                    <a:pt x="1236319" y="664749"/>
                  </a:lnTo>
                  <a:lnTo>
                    <a:pt x="1205220" y="663261"/>
                  </a:lnTo>
                  <a:lnTo>
                    <a:pt x="1174882" y="659225"/>
                  </a:lnTo>
                  <a:lnTo>
                    <a:pt x="1145736" y="652712"/>
                  </a:lnTo>
                  <a:lnTo>
                    <a:pt x="1118209" y="643794"/>
                  </a:lnTo>
                  <a:lnTo>
                    <a:pt x="1097630" y="674035"/>
                  </a:lnTo>
                  <a:lnTo>
                    <a:pt x="1068498" y="700363"/>
                  </a:lnTo>
                  <a:lnTo>
                    <a:pt x="1032142" y="722342"/>
                  </a:lnTo>
                  <a:lnTo>
                    <a:pt x="989891" y="739536"/>
                  </a:lnTo>
                  <a:lnTo>
                    <a:pt x="943074" y="751510"/>
                  </a:lnTo>
                  <a:lnTo>
                    <a:pt x="893020" y="757826"/>
                  </a:lnTo>
                  <a:lnTo>
                    <a:pt x="841058" y="758050"/>
                  </a:lnTo>
                  <a:lnTo>
                    <a:pt x="788517" y="751744"/>
                  </a:lnTo>
                  <a:lnTo>
                    <a:pt x="746220" y="741426"/>
                  </a:lnTo>
                  <a:lnTo>
                    <a:pt x="707697" y="726916"/>
                  </a:lnTo>
                  <a:lnTo>
                    <a:pt x="673770" y="708596"/>
                  </a:lnTo>
                  <a:lnTo>
                    <a:pt x="645261" y="686847"/>
                  </a:lnTo>
                  <a:lnTo>
                    <a:pt x="596204" y="701440"/>
                  </a:lnTo>
                  <a:lnTo>
                    <a:pt x="545151" y="710202"/>
                  </a:lnTo>
                  <a:lnTo>
                    <a:pt x="493275" y="713315"/>
                  </a:lnTo>
                  <a:lnTo>
                    <a:pt x="441750" y="710959"/>
                  </a:lnTo>
                  <a:lnTo>
                    <a:pt x="391750" y="703315"/>
                  </a:lnTo>
                  <a:lnTo>
                    <a:pt x="344449" y="690563"/>
                  </a:lnTo>
                  <a:lnTo>
                    <a:pt x="301021" y="672885"/>
                  </a:lnTo>
                  <a:lnTo>
                    <a:pt x="262640" y="650462"/>
                  </a:lnTo>
                  <a:lnTo>
                    <a:pt x="230479" y="623474"/>
                  </a:lnTo>
                  <a:lnTo>
                    <a:pt x="228320" y="621188"/>
                  </a:lnTo>
                  <a:lnTo>
                    <a:pt x="227304" y="620172"/>
                  </a:lnTo>
                  <a:lnTo>
                    <a:pt x="172667" y="618699"/>
                  </a:lnTo>
                  <a:lnTo>
                    <a:pt x="123298" y="607350"/>
                  </a:lnTo>
                  <a:lnTo>
                    <a:pt x="82298" y="587620"/>
                  </a:lnTo>
                  <a:lnTo>
                    <a:pt x="52771" y="561000"/>
                  </a:lnTo>
                  <a:lnTo>
                    <a:pt x="37540" y="506327"/>
                  </a:lnTo>
                  <a:lnTo>
                    <a:pt x="45202" y="484393"/>
                  </a:lnTo>
                  <a:lnTo>
                    <a:pt x="60412" y="463960"/>
                  </a:lnTo>
                  <a:lnTo>
                    <a:pt x="82778" y="445801"/>
                  </a:lnTo>
                  <a:lnTo>
                    <a:pt x="32357" y="418209"/>
                  </a:lnTo>
                  <a:lnTo>
                    <a:pt x="4117" y="382127"/>
                  </a:lnTo>
                  <a:lnTo>
                    <a:pt x="0" y="342163"/>
                  </a:lnTo>
                  <a:lnTo>
                    <a:pt x="21945" y="302926"/>
                  </a:lnTo>
                  <a:lnTo>
                    <a:pt x="46093" y="283303"/>
                  </a:lnTo>
                  <a:lnTo>
                    <a:pt x="76634" y="267858"/>
                  </a:lnTo>
                  <a:lnTo>
                    <a:pt x="112152" y="257153"/>
                  </a:lnTo>
                  <a:lnTo>
                    <a:pt x="151231" y="251745"/>
                  </a:lnTo>
                  <a:lnTo>
                    <a:pt x="152628" y="249459"/>
                  </a:lnTo>
                  <a:close/>
                </a:path>
                <a:path w="1692910" h="1830070">
                  <a:moveTo>
                    <a:pt x="886815" y="1808384"/>
                  </a:moveTo>
                  <a:lnTo>
                    <a:pt x="885164" y="1816608"/>
                  </a:lnTo>
                  <a:lnTo>
                    <a:pt x="880655" y="1823307"/>
                  </a:lnTo>
                  <a:lnTo>
                    <a:pt x="873956" y="1827815"/>
                  </a:lnTo>
                  <a:lnTo>
                    <a:pt x="865733" y="1829466"/>
                  </a:lnTo>
                  <a:lnTo>
                    <a:pt x="857563" y="1827815"/>
                  </a:lnTo>
                  <a:lnTo>
                    <a:pt x="850858" y="1823307"/>
                  </a:lnTo>
                  <a:lnTo>
                    <a:pt x="846320" y="1816607"/>
                  </a:lnTo>
                  <a:lnTo>
                    <a:pt x="844651" y="1808384"/>
                  </a:lnTo>
                  <a:lnTo>
                    <a:pt x="846320" y="1800161"/>
                  </a:lnTo>
                  <a:lnTo>
                    <a:pt x="850858" y="1793462"/>
                  </a:lnTo>
                  <a:lnTo>
                    <a:pt x="857563" y="1788953"/>
                  </a:lnTo>
                  <a:lnTo>
                    <a:pt x="865733" y="1787302"/>
                  </a:lnTo>
                  <a:lnTo>
                    <a:pt x="873956" y="1788953"/>
                  </a:lnTo>
                  <a:lnTo>
                    <a:pt x="880655" y="1793462"/>
                  </a:lnTo>
                  <a:lnTo>
                    <a:pt x="885164" y="1800161"/>
                  </a:lnTo>
                  <a:lnTo>
                    <a:pt x="886815" y="1808384"/>
                  </a:lnTo>
                  <a:close/>
                </a:path>
              </a:pathLst>
            </a:custGeom>
            <a:ln w="9525">
              <a:solidFill>
                <a:srgbClr val="1177EB"/>
              </a:solidFill>
            </a:ln>
          </p:spPr>
          <p:txBody>
            <a:bodyPr wrap="square" lIns="0" tIns="0" rIns="0" bIns="0" rtlCol="0"/>
            <a:lstStyle/>
            <a:p>
              <a:endParaRPr>
                <a:latin typeface="+mj-lt"/>
              </a:endParaRPr>
            </a:p>
          </p:txBody>
        </p:sp>
        <p:pic>
          <p:nvPicPr>
            <p:cNvPr id="48" name="object 48"/>
            <p:cNvPicPr/>
            <p:nvPr/>
          </p:nvPicPr>
          <p:blipFill>
            <a:blip r:embed="rId24" cstate="print"/>
            <a:stretch>
              <a:fillRect/>
            </a:stretch>
          </p:blipFill>
          <p:spPr>
            <a:xfrm>
              <a:off x="3231197" y="2736786"/>
              <a:ext cx="93852" cy="93852"/>
            </a:xfrm>
            <a:prstGeom prst="rect">
              <a:avLst/>
            </a:prstGeom>
          </p:spPr>
        </p:pic>
        <p:pic>
          <p:nvPicPr>
            <p:cNvPr id="49" name="object 49"/>
            <p:cNvPicPr/>
            <p:nvPr/>
          </p:nvPicPr>
          <p:blipFill>
            <a:blip r:embed="rId25" cstate="print"/>
            <a:stretch>
              <a:fillRect/>
            </a:stretch>
          </p:blipFill>
          <p:spPr>
            <a:xfrm>
              <a:off x="3204908" y="2336863"/>
              <a:ext cx="136017" cy="136016"/>
            </a:xfrm>
            <a:prstGeom prst="rect">
              <a:avLst/>
            </a:prstGeom>
          </p:spPr>
        </p:pic>
        <p:sp>
          <p:nvSpPr>
            <p:cNvPr id="50" name="object 50"/>
            <p:cNvSpPr/>
            <p:nvPr/>
          </p:nvSpPr>
          <p:spPr>
            <a:xfrm>
              <a:off x="2501645" y="1350264"/>
              <a:ext cx="1552575" cy="645795"/>
            </a:xfrm>
            <a:custGeom>
              <a:avLst/>
              <a:gdLst/>
              <a:ahLst/>
              <a:cxnLst/>
              <a:rect l="l" t="t" r="r" b="b"/>
              <a:pathLst>
                <a:path w="1552575" h="645794">
                  <a:moveTo>
                    <a:pt x="99187" y="418719"/>
                  </a:moveTo>
                  <a:lnTo>
                    <a:pt x="73277" y="418750"/>
                  </a:lnTo>
                  <a:lnTo>
                    <a:pt x="47831" y="416401"/>
                  </a:lnTo>
                  <a:lnTo>
                    <a:pt x="23266" y="411718"/>
                  </a:lnTo>
                  <a:lnTo>
                    <a:pt x="0" y="404749"/>
                  </a:lnTo>
                </a:path>
                <a:path w="1552575" h="645794">
                  <a:moveTo>
                    <a:pt x="186690" y="572008"/>
                  </a:moveTo>
                  <a:lnTo>
                    <a:pt x="176170" y="574290"/>
                  </a:lnTo>
                  <a:lnTo>
                    <a:pt x="165401" y="576167"/>
                  </a:lnTo>
                  <a:lnTo>
                    <a:pt x="154418" y="577615"/>
                  </a:lnTo>
                  <a:lnTo>
                    <a:pt x="143256" y="578612"/>
                  </a:lnTo>
                </a:path>
                <a:path w="1552575" h="645794">
                  <a:moveTo>
                    <a:pt x="560705" y="645540"/>
                  </a:moveTo>
                  <a:lnTo>
                    <a:pt x="553134" y="638260"/>
                  </a:lnTo>
                  <a:lnTo>
                    <a:pt x="546242" y="630729"/>
                  </a:lnTo>
                  <a:lnTo>
                    <a:pt x="540041" y="622984"/>
                  </a:lnTo>
                  <a:lnTo>
                    <a:pt x="534543" y="615061"/>
                  </a:lnTo>
                </a:path>
                <a:path w="1552575" h="645794">
                  <a:moveTo>
                    <a:pt x="1044194" y="569340"/>
                  </a:moveTo>
                  <a:lnTo>
                    <a:pt x="1042691" y="577865"/>
                  </a:lnTo>
                  <a:lnTo>
                    <a:pt x="1040463" y="586295"/>
                  </a:lnTo>
                  <a:lnTo>
                    <a:pt x="1037496" y="594629"/>
                  </a:lnTo>
                  <a:lnTo>
                    <a:pt x="1033780" y="602869"/>
                  </a:lnTo>
                </a:path>
                <a:path w="1552575" h="645794">
                  <a:moveTo>
                    <a:pt x="1251839" y="362076"/>
                  </a:moveTo>
                  <a:lnTo>
                    <a:pt x="1304942" y="384038"/>
                  </a:lnTo>
                  <a:lnTo>
                    <a:pt x="1345199" y="413559"/>
                  </a:lnTo>
                  <a:lnTo>
                    <a:pt x="1370621" y="448677"/>
                  </a:lnTo>
                  <a:lnTo>
                    <a:pt x="1379220" y="487425"/>
                  </a:lnTo>
                </a:path>
                <a:path w="1552575" h="645794">
                  <a:moveTo>
                    <a:pt x="1552194" y="228600"/>
                  </a:moveTo>
                  <a:lnTo>
                    <a:pt x="1541430" y="241800"/>
                  </a:lnTo>
                  <a:lnTo>
                    <a:pt x="1528286" y="254095"/>
                  </a:lnTo>
                  <a:lnTo>
                    <a:pt x="1512903" y="265390"/>
                  </a:lnTo>
                  <a:lnTo>
                    <a:pt x="1495425" y="275589"/>
                  </a:lnTo>
                </a:path>
                <a:path w="1552575" h="645794">
                  <a:moveTo>
                    <a:pt x="1416177" y="54228"/>
                  </a:moveTo>
                  <a:lnTo>
                    <a:pt x="1418336" y="61468"/>
                  </a:lnTo>
                  <a:lnTo>
                    <a:pt x="1419352" y="68961"/>
                  </a:lnTo>
                  <a:lnTo>
                    <a:pt x="1419098" y="76326"/>
                  </a:lnTo>
                </a:path>
                <a:path w="1552575" h="645794">
                  <a:moveTo>
                    <a:pt x="1054100" y="28321"/>
                  </a:moveTo>
                  <a:lnTo>
                    <a:pt x="1060070" y="20752"/>
                  </a:lnTo>
                  <a:lnTo>
                    <a:pt x="1066911" y="13493"/>
                  </a:lnTo>
                  <a:lnTo>
                    <a:pt x="1074584" y="6568"/>
                  </a:lnTo>
                  <a:lnTo>
                    <a:pt x="1083056" y="0"/>
                  </a:lnTo>
                </a:path>
                <a:path w="1552575" h="645794">
                  <a:moveTo>
                    <a:pt x="782446" y="41783"/>
                  </a:moveTo>
                  <a:lnTo>
                    <a:pt x="785042" y="35472"/>
                  </a:lnTo>
                  <a:lnTo>
                    <a:pt x="788257" y="29305"/>
                  </a:lnTo>
                  <a:lnTo>
                    <a:pt x="792091" y="23280"/>
                  </a:lnTo>
                  <a:lnTo>
                    <a:pt x="796544" y="17399"/>
                  </a:lnTo>
                </a:path>
                <a:path w="1552575" h="645794">
                  <a:moveTo>
                    <a:pt x="463677" y="50037"/>
                  </a:moveTo>
                  <a:lnTo>
                    <a:pt x="477240" y="55248"/>
                  </a:lnTo>
                  <a:lnTo>
                    <a:pt x="490267" y="60959"/>
                  </a:lnTo>
                  <a:lnTo>
                    <a:pt x="502699" y="67147"/>
                  </a:lnTo>
                  <a:lnTo>
                    <a:pt x="514477" y="73787"/>
                  </a:lnTo>
                </a:path>
                <a:path w="1552575" h="645794">
                  <a:moveTo>
                    <a:pt x="76962" y="236220"/>
                  </a:moveTo>
                  <a:lnTo>
                    <a:pt x="74181" y="230080"/>
                  </a:lnTo>
                  <a:lnTo>
                    <a:pt x="71770" y="223869"/>
                  </a:lnTo>
                  <a:lnTo>
                    <a:pt x="69764" y="217610"/>
                  </a:lnTo>
                  <a:lnTo>
                    <a:pt x="68199" y="211327"/>
                  </a:lnTo>
                </a:path>
              </a:pathLst>
            </a:custGeom>
            <a:ln w="9525">
              <a:solidFill>
                <a:srgbClr val="1177EB"/>
              </a:solidFill>
            </a:ln>
          </p:spPr>
          <p:txBody>
            <a:bodyPr wrap="square" lIns="0" tIns="0" rIns="0" bIns="0" rtlCol="0"/>
            <a:lstStyle/>
            <a:p>
              <a:endParaRPr>
                <a:latin typeface="+mj-lt"/>
              </a:endParaRPr>
            </a:p>
          </p:txBody>
        </p:sp>
      </p:grpSp>
      <p:sp>
        <p:nvSpPr>
          <p:cNvPr id="51" name="object 51"/>
          <p:cNvSpPr txBox="1"/>
          <p:nvPr/>
        </p:nvSpPr>
        <p:spPr>
          <a:xfrm>
            <a:off x="2841751" y="1375664"/>
            <a:ext cx="721360" cy="574040"/>
          </a:xfrm>
          <a:prstGeom prst="rect">
            <a:avLst/>
          </a:prstGeom>
        </p:spPr>
        <p:txBody>
          <a:bodyPr vert="horz" wrap="square" lIns="0" tIns="12700" rIns="0" bIns="0" rtlCol="0">
            <a:spAutoFit/>
          </a:bodyPr>
          <a:lstStyle/>
          <a:p>
            <a:pPr marL="12700" marR="5080" algn="ctr">
              <a:lnSpc>
                <a:spcPct val="100000"/>
              </a:lnSpc>
              <a:spcBef>
                <a:spcPts val="100"/>
              </a:spcBef>
            </a:pPr>
            <a:r>
              <a:rPr sz="1200" b="1" spc="-5" dirty="0">
                <a:solidFill>
                  <a:srgbClr val="001F5F"/>
                </a:solidFill>
                <a:latin typeface="+mj-lt"/>
                <a:cs typeface="Calibri"/>
              </a:rPr>
              <a:t>Auto </a:t>
            </a:r>
            <a:r>
              <a:rPr sz="1200" b="1" dirty="0">
                <a:solidFill>
                  <a:srgbClr val="001F5F"/>
                </a:solidFill>
                <a:latin typeface="+mj-lt"/>
                <a:cs typeface="Calibri"/>
              </a:rPr>
              <a:t> </a:t>
            </a:r>
            <a:r>
              <a:rPr sz="1200" b="1" spc="-5" dirty="0">
                <a:solidFill>
                  <a:srgbClr val="001F5F"/>
                </a:solidFill>
                <a:latin typeface="+mj-lt"/>
                <a:cs typeface="Calibri"/>
              </a:rPr>
              <a:t>Structure </a:t>
            </a:r>
            <a:r>
              <a:rPr sz="1200" b="1" dirty="0">
                <a:solidFill>
                  <a:srgbClr val="001F5F"/>
                </a:solidFill>
                <a:latin typeface="+mj-lt"/>
                <a:cs typeface="Calibri"/>
              </a:rPr>
              <a:t> Al</a:t>
            </a:r>
            <a:r>
              <a:rPr sz="1200" b="1" spc="-20" dirty="0">
                <a:solidFill>
                  <a:srgbClr val="001F5F"/>
                </a:solidFill>
                <a:latin typeface="+mj-lt"/>
                <a:cs typeface="Calibri"/>
              </a:rPr>
              <a:t>g</a:t>
            </a:r>
            <a:r>
              <a:rPr sz="1200" b="1" dirty="0">
                <a:solidFill>
                  <a:srgbClr val="001F5F"/>
                </a:solidFill>
                <a:latin typeface="+mj-lt"/>
                <a:cs typeface="Calibri"/>
              </a:rPr>
              <a:t>o</a:t>
            </a:r>
            <a:r>
              <a:rPr sz="1200" b="1" spc="5" dirty="0">
                <a:solidFill>
                  <a:srgbClr val="001F5F"/>
                </a:solidFill>
                <a:latin typeface="+mj-lt"/>
                <a:cs typeface="Calibri"/>
              </a:rPr>
              <a:t>r</a:t>
            </a:r>
            <a:r>
              <a:rPr sz="1200" b="1" dirty="0">
                <a:solidFill>
                  <a:srgbClr val="001F5F"/>
                </a:solidFill>
                <a:latin typeface="+mj-lt"/>
                <a:cs typeface="Calibri"/>
              </a:rPr>
              <a:t>it</a:t>
            </a:r>
            <a:r>
              <a:rPr sz="1200" b="1" spc="5" dirty="0">
                <a:solidFill>
                  <a:srgbClr val="001F5F"/>
                </a:solidFill>
                <a:latin typeface="+mj-lt"/>
                <a:cs typeface="Calibri"/>
              </a:rPr>
              <a:t>h</a:t>
            </a:r>
            <a:r>
              <a:rPr sz="1200" b="1" spc="-5" dirty="0">
                <a:solidFill>
                  <a:srgbClr val="001F5F"/>
                </a:solidFill>
                <a:latin typeface="+mj-lt"/>
                <a:cs typeface="Calibri"/>
              </a:rPr>
              <a:t>m</a:t>
            </a:r>
            <a:r>
              <a:rPr sz="1200" b="1" dirty="0">
                <a:solidFill>
                  <a:srgbClr val="001F5F"/>
                </a:solidFill>
                <a:latin typeface="+mj-lt"/>
                <a:cs typeface="Calibri"/>
              </a:rPr>
              <a:t>s</a:t>
            </a:r>
            <a:endParaRPr sz="1200" dirty="0">
              <a:latin typeface="+mj-lt"/>
              <a:cs typeface="Calibri"/>
            </a:endParaRPr>
          </a:p>
        </p:txBody>
      </p:sp>
      <p:grpSp>
        <p:nvGrpSpPr>
          <p:cNvPr id="52" name="object 52"/>
          <p:cNvGrpSpPr/>
          <p:nvPr/>
        </p:nvGrpSpPr>
        <p:grpSpPr>
          <a:xfrm>
            <a:off x="4166601" y="1245079"/>
            <a:ext cx="1945005" cy="1923414"/>
            <a:chOff x="4166601" y="1245079"/>
            <a:chExt cx="1945005" cy="1923414"/>
          </a:xfrm>
        </p:grpSpPr>
        <p:pic>
          <p:nvPicPr>
            <p:cNvPr id="53" name="object 53"/>
            <p:cNvPicPr/>
            <p:nvPr/>
          </p:nvPicPr>
          <p:blipFill>
            <a:blip r:embed="rId26" cstate="print"/>
            <a:stretch>
              <a:fillRect/>
            </a:stretch>
          </p:blipFill>
          <p:spPr>
            <a:xfrm>
              <a:off x="4166601" y="1245079"/>
              <a:ext cx="1944652" cy="1923345"/>
            </a:xfrm>
            <a:prstGeom prst="rect">
              <a:avLst/>
            </a:prstGeom>
          </p:spPr>
        </p:pic>
        <p:pic>
          <p:nvPicPr>
            <p:cNvPr id="54" name="object 54"/>
            <p:cNvPicPr/>
            <p:nvPr/>
          </p:nvPicPr>
          <p:blipFill>
            <a:blip r:embed="rId27" cstate="print"/>
            <a:stretch>
              <a:fillRect/>
            </a:stretch>
          </p:blipFill>
          <p:spPr>
            <a:xfrm>
              <a:off x="4430268" y="1310652"/>
              <a:ext cx="1319784" cy="766559"/>
            </a:xfrm>
            <a:prstGeom prst="rect">
              <a:avLst/>
            </a:prstGeom>
          </p:spPr>
        </p:pic>
        <p:pic>
          <p:nvPicPr>
            <p:cNvPr id="55" name="object 55"/>
            <p:cNvPicPr/>
            <p:nvPr/>
          </p:nvPicPr>
          <p:blipFill>
            <a:blip r:embed="rId28" cstate="print"/>
            <a:stretch>
              <a:fillRect/>
            </a:stretch>
          </p:blipFill>
          <p:spPr>
            <a:xfrm>
              <a:off x="4205700" y="1263254"/>
              <a:ext cx="1871322" cy="821199"/>
            </a:xfrm>
            <a:prstGeom prst="rect">
              <a:avLst/>
            </a:prstGeom>
          </p:spPr>
        </p:pic>
        <p:pic>
          <p:nvPicPr>
            <p:cNvPr id="56" name="object 56"/>
            <p:cNvPicPr/>
            <p:nvPr/>
          </p:nvPicPr>
          <p:blipFill>
            <a:blip r:embed="rId29" cstate="print"/>
            <a:stretch>
              <a:fillRect/>
            </a:stretch>
          </p:blipFill>
          <p:spPr>
            <a:xfrm>
              <a:off x="5031994" y="3069082"/>
              <a:ext cx="45719" cy="45719"/>
            </a:xfrm>
            <a:prstGeom prst="rect">
              <a:avLst/>
            </a:prstGeom>
          </p:spPr>
        </p:pic>
        <p:pic>
          <p:nvPicPr>
            <p:cNvPr id="57" name="object 57"/>
            <p:cNvPicPr/>
            <p:nvPr/>
          </p:nvPicPr>
          <p:blipFill>
            <a:blip r:embed="rId30" cstate="print"/>
            <a:stretch>
              <a:fillRect/>
            </a:stretch>
          </p:blipFill>
          <p:spPr>
            <a:xfrm>
              <a:off x="5028692" y="2724785"/>
              <a:ext cx="91312" cy="91186"/>
            </a:xfrm>
            <a:prstGeom prst="rect">
              <a:avLst/>
            </a:prstGeom>
          </p:spPr>
        </p:pic>
        <p:sp>
          <p:nvSpPr>
            <p:cNvPr id="58" name="object 58"/>
            <p:cNvSpPr/>
            <p:nvPr/>
          </p:nvSpPr>
          <p:spPr>
            <a:xfrm>
              <a:off x="4205700" y="1263254"/>
              <a:ext cx="1871345" cy="1851660"/>
            </a:xfrm>
            <a:custGeom>
              <a:avLst/>
              <a:gdLst/>
              <a:ahLst/>
              <a:cxnLst/>
              <a:rect l="l" t="t" r="r" b="b"/>
              <a:pathLst>
                <a:path w="1871345" h="1851660">
                  <a:moveTo>
                    <a:pt x="169322" y="270397"/>
                  </a:moveTo>
                  <a:lnTo>
                    <a:pt x="176769" y="201136"/>
                  </a:lnTo>
                  <a:lnTo>
                    <a:pt x="226329" y="141031"/>
                  </a:lnTo>
                  <a:lnTo>
                    <a:pt x="264390" y="116395"/>
                  </a:lnTo>
                  <a:lnTo>
                    <a:pt x="309965" y="96428"/>
                  </a:lnTo>
                  <a:lnTo>
                    <a:pt x="362049" y="81923"/>
                  </a:lnTo>
                  <a:lnTo>
                    <a:pt x="419639" y="73674"/>
                  </a:lnTo>
                  <a:lnTo>
                    <a:pt x="468264" y="72130"/>
                  </a:lnTo>
                  <a:lnTo>
                    <a:pt x="516318" y="75420"/>
                  </a:lnTo>
                  <a:lnTo>
                    <a:pt x="562800" y="83425"/>
                  </a:lnTo>
                  <a:lnTo>
                    <a:pt x="606710" y="96026"/>
                  </a:lnTo>
                  <a:lnTo>
                    <a:pt x="636932" y="69740"/>
                  </a:lnTo>
                  <a:lnTo>
                    <a:pt x="675073" y="48914"/>
                  </a:lnTo>
                  <a:lnTo>
                    <a:pt x="719257" y="33894"/>
                  </a:lnTo>
                  <a:lnTo>
                    <a:pt x="767607" y="25023"/>
                  </a:lnTo>
                  <a:lnTo>
                    <a:pt x="818245" y="22645"/>
                  </a:lnTo>
                  <a:lnTo>
                    <a:pt x="869293" y="27106"/>
                  </a:lnTo>
                  <a:lnTo>
                    <a:pt x="918876" y="38749"/>
                  </a:lnTo>
                  <a:lnTo>
                    <a:pt x="960274" y="55608"/>
                  </a:lnTo>
                  <a:lnTo>
                    <a:pt x="972597" y="62371"/>
                  </a:lnTo>
                  <a:lnTo>
                    <a:pt x="1001066" y="37274"/>
                  </a:lnTo>
                  <a:lnTo>
                    <a:pt x="1038256" y="18189"/>
                  </a:lnTo>
                  <a:lnTo>
                    <a:pt x="1081753" y="5602"/>
                  </a:lnTo>
                  <a:lnTo>
                    <a:pt x="1129146" y="0"/>
                  </a:lnTo>
                  <a:lnTo>
                    <a:pt x="1178019" y="1869"/>
                  </a:lnTo>
                  <a:lnTo>
                    <a:pt x="1225962" y="11698"/>
                  </a:lnTo>
                  <a:lnTo>
                    <a:pt x="1262062" y="25668"/>
                  </a:lnTo>
                  <a:lnTo>
                    <a:pt x="1291875" y="44210"/>
                  </a:lnTo>
                  <a:lnTo>
                    <a:pt x="1333737" y="21679"/>
                  </a:lnTo>
                  <a:lnTo>
                    <a:pt x="1382379" y="7013"/>
                  </a:lnTo>
                  <a:lnTo>
                    <a:pt x="1434972" y="347"/>
                  </a:lnTo>
                  <a:lnTo>
                    <a:pt x="1488687" y="1820"/>
                  </a:lnTo>
                  <a:lnTo>
                    <a:pt x="1540695" y="11569"/>
                  </a:lnTo>
                  <a:lnTo>
                    <a:pt x="1588166" y="29732"/>
                  </a:lnTo>
                  <a:lnTo>
                    <a:pt x="1634378" y="62720"/>
                  </a:lnTo>
                  <a:lnTo>
                    <a:pt x="1659159" y="103138"/>
                  </a:lnTo>
                  <a:lnTo>
                    <a:pt x="1716221" y="117559"/>
                  </a:lnTo>
                  <a:lnTo>
                    <a:pt x="1763318" y="139681"/>
                  </a:lnTo>
                  <a:lnTo>
                    <a:pt x="1798907" y="167892"/>
                  </a:lnTo>
                  <a:lnTo>
                    <a:pt x="1821446" y="200580"/>
                  </a:lnTo>
                  <a:lnTo>
                    <a:pt x="1829395" y="236132"/>
                  </a:lnTo>
                  <a:lnTo>
                    <a:pt x="1821211" y="272937"/>
                  </a:lnTo>
                  <a:lnTo>
                    <a:pt x="1818417" y="279033"/>
                  </a:lnTo>
                  <a:lnTo>
                    <a:pt x="1814861" y="285129"/>
                  </a:lnTo>
                  <a:lnTo>
                    <a:pt x="1810670" y="291098"/>
                  </a:lnTo>
                  <a:lnTo>
                    <a:pt x="1845496" y="325771"/>
                  </a:lnTo>
                  <a:lnTo>
                    <a:pt x="1865606" y="363054"/>
                  </a:lnTo>
                  <a:lnTo>
                    <a:pt x="1871322" y="401469"/>
                  </a:lnTo>
                  <a:lnTo>
                    <a:pt x="1862967" y="439534"/>
                  </a:lnTo>
                  <a:lnTo>
                    <a:pt x="1840863" y="475772"/>
                  </a:lnTo>
                  <a:lnTo>
                    <a:pt x="1805332" y="508701"/>
                  </a:lnTo>
                  <a:lnTo>
                    <a:pt x="1756695" y="536843"/>
                  </a:lnTo>
                  <a:lnTo>
                    <a:pt x="1691941" y="559401"/>
                  </a:lnTo>
                  <a:lnTo>
                    <a:pt x="1619662" y="571387"/>
                  </a:lnTo>
                  <a:lnTo>
                    <a:pt x="1612574" y="605676"/>
                  </a:lnTo>
                  <a:lnTo>
                    <a:pt x="1563358" y="664719"/>
                  </a:lnTo>
                  <a:lnTo>
                    <a:pt x="1524260" y="687692"/>
                  </a:lnTo>
                  <a:lnTo>
                    <a:pt x="1477522" y="705111"/>
                  </a:lnTo>
                  <a:lnTo>
                    <a:pt x="1424659" y="716084"/>
                  </a:lnTo>
                  <a:lnTo>
                    <a:pt x="1367186" y="719723"/>
                  </a:lnTo>
                  <a:lnTo>
                    <a:pt x="1332785" y="718191"/>
                  </a:lnTo>
                  <a:lnTo>
                    <a:pt x="1299241" y="713849"/>
                  </a:lnTo>
                  <a:lnTo>
                    <a:pt x="1267031" y="706792"/>
                  </a:lnTo>
                  <a:lnTo>
                    <a:pt x="1236630" y="697117"/>
                  </a:lnTo>
                  <a:lnTo>
                    <a:pt x="1216910" y="726431"/>
                  </a:lnTo>
                  <a:lnTo>
                    <a:pt x="1155707" y="774794"/>
                  </a:lnTo>
                  <a:lnTo>
                    <a:pt x="1116285" y="793180"/>
                  </a:lnTo>
                  <a:lnTo>
                    <a:pt x="1072354" y="807263"/>
                  </a:lnTo>
                  <a:lnTo>
                    <a:pt x="1024945" y="816713"/>
                  </a:lnTo>
                  <a:lnTo>
                    <a:pt x="975086" y="821199"/>
                  </a:lnTo>
                  <a:lnTo>
                    <a:pt x="923808" y="820390"/>
                  </a:lnTo>
                  <a:lnTo>
                    <a:pt x="872140" y="813957"/>
                  </a:lnTo>
                  <a:lnTo>
                    <a:pt x="825430" y="802787"/>
                  </a:lnTo>
                  <a:lnTo>
                    <a:pt x="782875" y="787080"/>
                  </a:lnTo>
                  <a:lnTo>
                    <a:pt x="745392" y="767254"/>
                  </a:lnTo>
                  <a:lnTo>
                    <a:pt x="713898" y="743726"/>
                  </a:lnTo>
                  <a:lnTo>
                    <a:pt x="665204" y="758223"/>
                  </a:lnTo>
                  <a:lnTo>
                    <a:pt x="614620" y="767598"/>
                  </a:lnTo>
                  <a:lnTo>
                    <a:pt x="563091" y="771990"/>
                  </a:lnTo>
                  <a:lnTo>
                    <a:pt x="511562" y="771542"/>
                  </a:lnTo>
                  <a:lnTo>
                    <a:pt x="460977" y="766395"/>
                  </a:lnTo>
                  <a:lnTo>
                    <a:pt x="412283" y="756692"/>
                  </a:lnTo>
                  <a:lnTo>
                    <a:pt x="366423" y="742573"/>
                  </a:lnTo>
                  <a:lnTo>
                    <a:pt x="324343" y="724182"/>
                  </a:lnTo>
                  <a:lnTo>
                    <a:pt x="286987" y="701659"/>
                  </a:lnTo>
                  <a:lnTo>
                    <a:pt x="255301" y="675146"/>
                  </a:lnTo>
                  <a:lnTo>
                    <a:pt x="253015" y="672733"/>
                  </a:lnTo>
                  <a:lnTo>
                    <a:pt x="251872" y="671590"/>
                  </a:lnTo>
                  <a:lnTo>
                    <a:pt x="191455" y="670032"/>
                  </a:lnTo>
                  <a:lnTo>
                    <a:pt x="136853" y="657758"/>
                  </a:lnTo>
                  <a:lnTo>
                    <a:pt x="91505" y="636394"/>
                  </a:lnTo>
                  <a:lnTo>
                    <a:pt x="58848" y="607569"/>
                  </a:lnTo>
                  <a:lnTo>
                    <a:pt x="42322" y="572911"/>
                  </a:lnTo>
                  <a:lnTo>
                    <a:pt x="42008" y="548376"/>
                  </a:lnTo>
                  <a:lnTo>
                    <a:pt x="50482" y="524651"/>
                  </a:lnTo>
                  <a:lnTo>
                    <a:pt x="67289" y="502545"/>
                  </a:lnTo>
                  <a:lnTo>
                    <a:pt x="91979" y="482868"/>
                  </a:lnTo>
                  <a:lnTo>
                    <a:pt x="45575" y="459855"/>
                  </a:lnTo>
                  <a:lnTo>
                    <a:pt x="14546" y="430320"/>
                  </a:lnTo>
                  <a:lnTo>
                    <a:pt x="0" y="396823"/>
                  </a:lnTo>
                  <a:lnTo>
                    <a:pt x="3046" y="361923"/>
                  </a:lnTo>
                  <a:lnTo>
                    <a:pt x="24796" y="328182"/>
                  </a:lnTo>
                  <a:lnTo>
                    <a:pt x="85248" y="290320"/>
                  </a:lnTo>
                  <a:lnTo>
                    <a:pt x="124523" y="278765"/>
                  </a:lnTo>
                  <a:lnTo>
                    <a:pt x="167798" y="272937"/>
                  </a:lnTo>
                  <a:lnTo>
                    <a:pt x="169322" y="270397"/>
                  </a:lnTo>
                  <a:close/>
                </a:path>
                <a:path w="1871345" h="1851660">
                  <a:moveTo>
                    <a:pt x="872013" y="1828687"/>
                  </a:moveTo>
                  <a:lnTo>
                    <a:pt x="870209" y="1837563"/>
                  </a:lnTo>
                  <a:lnTo>
                    <a:pt x="865298" y="1844831"/>
                  </a:lnTo>
                  <a:lnTo>
                    <a:pt x="858029" y="1849743"/>
                  </a:lnTo>
                  <a:lnTo>
                    <a:pt x="849153" y="1851547"/>
                  </a:lnTo>
                  <a:lnTo>
                    <a:pt x="840277" y="1849743"/>
                  </a:lnTo>
                  <a:lnTo>
                    <a:pt x="833008" y="1844831"/>
                  </a:lnTo>
                  <a:lnTo>
                    <a:pt x="828097" y="1837563"/>
                  </a:lnTo>
                  <a:lnTo>
                    <a:pt x="826293" y="1828687"/>
                  </a:lnTo>
                  <a:lnTo>
                    <a:pt x="828097" y="1819811"/>
                  </a:lnTo>
                  <a:lnTo>
                    <a:pt x="833008" y="1812542"/>
                  </a:lnTo>
                  <a:lnTo>
                    <a:pt x="840277" y="1807630"/>
                  </a:lnTo>
                  <a:lnTo>
                    <a:pt x="849153" y="1805827"/>
                  </a:lnTo>
                  <a:lnTo>
                    <a:pt x="858029" y="1807630"/>
                  </a:lnTo>
                  <a:lnTo>
                    <a:pt x="865298" y="1812542"/>
                  </a:lnTo>
                  <a:lnTo>
                    <a:pt x="870209" y="1819811"/>
                  </a:lnTo>
                  <a:lnTo>
                    <a:pt x="872013" y="1828687"/>
                  </a:lnTo>
                  <a:close/>
                </a:path>
              </a:pathLst>
            </a:custGeom>
            <a:ln w="9525">
              <a:solidFill>
                <a:srgbClr val="1177EB"/>
              </a:solidFill>
            </a:ln>
          </p:spPr>
          <p:txBody>
            <a:bodyPr wrap="square" lIns="0" tIns="0" rIns="0" bIns="0" rtlCol="0"/>
            <a:lstStyle/>
            <a:p>
              <a:endParaRPr>
                <a:latin typeface="+mj-lt"/>
              </a:endParaRPr>
            </a:p>
          </p:txBody>
        </p:sp>
        <p:pic>
          <p:nvPicPr>
            <p:cNvPr id="59" name="object 59"/>
            <p:cNvPicPr/>
            <p:nvPr/>
          </p:nvPicPr>
          <p:blipFill>
            <a:blip r:embed="rId31" cstate="print"/>
            <a:stretch>
              <a:fillRect/>
            </a:stretch>
          </p:blipFill>
          <p:spPr>
            <a:xfrm>
              <a:off x="5023929" y="2720022"/>
              <a:ext cx="100837" cy="100711"/>
            </a:xfrm>
            <a:prstGeom prst="rect">
              <a:avLst/>
            </a:prstGeom>
          </p:spPr>
        </p:pic>
        <p:sp>
          <p:nvSpPr>
            <p:cNvPr id="60" name="object 60"/>
            <p:cNvSpPr/>
            <p:nvPr/>
          </p:nvSpPr>
          <p:spPr>
            <a:xfrm>
              <a:off x="4299712" y="1304798"/>
              <a:ext cx="1715770" cy="699135"/>
            </a:xfrm>
            <a:custGeom>
              <a:avLst/>
              <a:gdLst/>
              <a:ahLst/>
              <a:cxnLst/>
              <a:rect l="l" t="t" r="r" b="b"/>
              <a:pathLst>
                <a:path w="1715770" h="699135">
                  <a:moveTo>
                    <a:pt x="109727" y="453263"/>
                  </a:moveTo>
                  <a:lnTo>
                    <a:pt x="81063" y="453294"/>
                  </a:lnTo>
                  <a:lnTo>
                    <a:pt x="52911" y="450754"/>
                  </a:lnTo>
                  <a:lnTo>
                    <a:pt x="25735" y="445690"/>
                  </a:lnTo>
                  <a:lnTo>
                    <a:pt x="0" y="438150"/>
                  </a:lnTo>
                </a:path>
                <a:path w="1715770" h="699135">
                  <a:moveTo>
                    <a:pt x="206375" y="619125"/>
                  </a:moveTo>
                  <a:lnTo>
                    <a:pt x="194714" y="621649"/>
                  </a:lnTo>
                  <a:lnTo>
                    <a:pt x="182816" y="623696"/>
                  </a:lnTo>
                  <a:lnTo>
                    <a:pt x="170727" y="625268"/>
                  </a:lnTo>
                  <a:lnTo>
                    <a:pt x="158496" y="626363"/>
                  </a:lnTo>
                </a:path>
                <a:path w="1715770" h="699135">
                  <a:moveTo>
                    <a:pt x="619760" y="698880"/>
                  </a:moveTo>
                  <a:lnTo>
                    <a:pt x="611451" y="690951"/>
                  </a:lnTo>
                  <a:lnTo>
                    <a:pt x="603869" y="682783"/>
                  </a:lnTo>
                  <a:lnTo>
                    <a:pt x="597025" y="674377"/>
                  </a:lnTo>
                  <a:lnTo>
                    <a:pt x="590930" y="665734"/>
                  </a:lnTo>
                </a:path>
                <a:path w="1715770" h="699135">
                  <a:moveTo>
                    <a:pt x="1154302" y="616330"/>
                  </a:moveTo>
                  <a:lnTo>
                    <a:pt x="1152640" y="625542"/>
                  </a:lnTo>
                  <a:lnTo>
                    <a:pt x="1150143" y="634682"/>
                  </a:lnTo>
                  <a:lnTo>
                    <a:pt x="1146837" y="643727"/>
                  </a:lnTo>
                  <a:lnTo>
                    <a:pt x="1142746" y="652652"/>
                  </a:lnTo>
                </a:path>
                <a:path w="1715770" h="699135">
                  <a:moveTo>
                    <a:pt x="1383791" y="392049"/>
                  </a:moveTo>
                  <a:lnTo>
                    <a:pt x="1442497" y="415796"/>
                  </a:lnTo>
                  <a:lnTo>
                    <a:pt x="1487011" y="447722"/>
                  </a:lnTo>
                  <a:lnTo>
                    <a:pt x="1515094" y="485721"/>
                  </a:lnTo>
                  <a:lnTo>
                    <a:pt x="1524508" y="527685"/>
                  </a:lnTo>
                </a:path>
                <a:path w="1715770" h="699135">
                  <a:moveTo>
                    <a:pt x="1715770" y="247523"/>
                  </a:moveTo>
                  <a:lnTo>
                    <a:pt x="1703915" y="261782"/>
                  </a:lnTo>
                  <a:lnTo>
                    <a:pt x="1689417" y="275113"/>
                  </a:lnTo>
                  <a:lnTo>
                    <a:pt x="1672443" y="287349"/>
                  </a:lnTo>
                  <a:lnTo>
                    <a:pt x="1653159" y="298323"/>
                  </a:lnTo>
                </a:path>
                <a:path w="1715770" h="699135">
                  <a:moveTo>
                    <a:pt x="1565402" y="58674"/>
                  </a:moveTo>
                  <a:lnTo>
                    <a:pt x="1567814" y="66675"/>
                  </a:lnTo>
                  <a:lnTo>
                    <a:pt x="1568958" y="74675"/>
                  </a:lnTo>
                  <a:lnTo>
                    <a:pt x="1568703" y="82803"/>
                  </a:lnTo>
                </a:path>
                <a:path w="1715770" h="699135">
                  <a:moveTo>
                    <a:pt x="1165225" y="30734"/>
                  </a:moveTo>
                  <a:lnTo>
                    <a:pt x="1171817" y="22520"/>
                  </a:lnTo>
                  <a:lnTo>
                    <a:pt x="1179385" y="14652"/>
                  </a:lnTo>
                  <a:lnTo>
                    <a:pt x="1187906" y="7141"/>
                  </a:lnTo>
                  <a:lnTo>
                    <a:pt x="1197355" y="0"/>
                  </a:lnTo>
                </a:path>
                <a:path w="1715770" h="699135">
                  <a:moveTo>
                    <a:pt x="864870" y="45338"/>
                  </a:moveTo>
                  <a:lnTo>
                    <a:pt x="867775" y="38532"/>
                  </a:lnTo>
                  <a:lnTo>
                    <a:pt x="871347" y="31845"/>
                  </a:lnTo>
                  <a:lnTo>
                    <a:pt x="875585" y="25300"/>
                  </a:lnTo>
                  <a:lnTo>
                    <a:pt x="880490" y="18923"/>
                  </a:lnTo>
                </a:path>
                <a:path w="1715770" h="699135">
                  <a:moveTo>
                    <a:pt x="512572" y="54228"/>
                  </a:moveTo>
                  <a:lnTo>
                    <a:pt x="527542" y="59898"/>
                  </a:lnTo>
                  <a:lnTo>
                    <a:pt x="541940" y="66055"/>
                  </a:lnTo>
                  <a:lnTo>
                    <a:pt x="555720" y="72713"/>
                  </a:lnTo>
                  <a:lnTo>
                    <a:pt x="568833" y="79882"/>
                  </a:lnTo>
                </a:path>
                <a:path w="1715770" h="699135">
                  <a:moveTo>
                    <a:pt x="85216" y="255777"/>
                  </a:moveTo>
                  <a:lnTo>
                    <a:pt x="82097" y="249088"/>
                  </a:lnTo>
                  <a:lnTo>
                    <a:pt x="79406" y="242363"/>
                  </a:lnTo>
                  <a:lnTo>
                    <a:pt x="77144" y="235614"/>
                  </a:lnTo>
                  <a:lnTo>
                    <a:pt x="75311" y="228853"/>
                  </a:lnTo>
                </a:path>
              </a:pathLst>
            </a:custGeom>
            <a:ln w="9525">
              <a:solidFill>
                <a:srgbClr val="1177EB"/>
              </a:solidFill>
            </a:ln>
          </p:spPr>
          <p:txBody>
            <a:bodyPr wrap="square" lIns="0" tIns="0" rIns="0" bIns="0" rtlCol="0"/>
            <a:lstStyle/>
            <a:p>
              <a:endParaRPr>
                <a:latin typeface="+mj-lt"/>
              </a:endParaRPr>
            </a:p>
          </p:txBody>
        </p:sp>
        <p:pic>
          <p:nvPicPr>
            <p:cNvPr id="61" name="object 61"/>
            <p:cNvPicPr/>
            <p:nvPr/>
          </p:nvPicPr>
          <p:blipFill>
            <a:blip r:embed="rId32" cstate="print"/>
            <a:stretch>
              <a:fillRect/>
            </a:stretch>
          </p:blipFill>
          <p:spPr>
            <a:xfrm>
              <a:off x="5023548" y="2299716"/>
              <a:ext cx="313499" cy="176720"/>
            </a:xfrm>
            <a:prstGeom prst="rect">
              <a:avLst/>
            </a:prstGeom>
          </p:spPr>
        </p:pic>
      </p:grpSp>
      <p:sp>
        <p:nvSpPr>
          <p:cNvPr id="62" name="object 62"/>
          <p:cNvSpPr txBox="1"/>
          <p:nvPr/>
        </p:nvSpPr>
        <p:spPr>
          <a:xfrm>
            <a:off x="4552950" y="1356105"/>
            <a:ext cx="1045844" cy="574040"/>
          </a:xfrm>
          <a:prstGeom prst="rect">
            <a:avLst/>
          </a:prstGeom>
        </p:spPr>
        <p:txBody>
          <a:bodyPr vert="horz" wrap="square" lIns="0" tIns="12700" rIns="0" bIns="0" rtlCol="0">
            <a:spAutoFit/>
          </a:bodyPr>
          <a:lstStyle/>
          <a:p>
            <a:pPr marL="12700" marR="5080" indent="-635" algn="ctr">
              <a:lnSpc>
                <a:spcPct val="100000"/>
              </a:lnSpc>
              <a:spcBef>
                <a:spcPts val="100"/>
              </a:spcBef>
            </a:pPr>
            <a:r>
              <a:rPr sz="1200" b="1" spc="-5" dirty="0">
                <a:solidFill>
                  <a:srgbClr val="001F5F"/>
                </a:solidFill>
                <a:latin typeface="+mj-lt"/>
                <a:cs typeface="Calibri"/>
              </a:rPr>
              <a:t>Repository </a:t>
            </a:r>
            <a:r>
              <a:rPr sz="1200" b="1" dirty="0">
                <a:solidFill>
                  <a:srgbClr val="001F5F"/>
                </a:solidFill>
                <a:latin typeface="+mj-lt"/>
                <a:cs typeface="Calibri"/>
              </a:rPr>
              <a:t> </a:t>
            </a:r>
            <a:r>
              <a:rPr sz="1200" b="1" spc="-10" dirty="0">
                <a:solidFill>
                  <a:srgbClr val="001F5F"/>
                </a:solidFill>
                <a:latin typeface="+mj-lt"/>
                <a:cs typeface="Calibri"/>
              </a:rPr>
              <a:t>Records</a:t>
            </a:r>
            <a:r>
              <a:rPr sz="1200" b="1" spc="-50" dirty="0">
                <a:solidFill>
                  <a:srgbClr val="001F5F"/>
                </a:solidFill>
                <a:latin typeface="+mj-lt"/>
                <a:cs typeface="Calibri"/>
              </a:rPr>
              <a:t> </a:t>
            </a:r>
            <a:r>
              <a:rPr sz="1200" b="1" spc="-5" dirty="0">
                <a:solidFill>
                  <a:srgbClr val="001F5F"/>
                </a:solidFill>
                <a:latin typeface="+mj-lt"/>
                <a:cs typeface="Calibri"/>
              </a:rPr>
              <a:t>(PPR)</a:t>
            </a:r>
            <a:r>
              <a:rPr sz="1200" b="1" spc="-20" dirty="0">
                <a:solidFill>
                  <a:srgbClr val="001F5F"/>
                </a:solidFill>
                <a:latin typeface="+mj-lt"/>
                <a:cs typeface="Calibri"/>
              </a:rPr>
              <a:t> </a:t>
            </a:r>
            <a:r>
              <a:rPr sz="1200" b="1" dirty="0">
                <a:solidFill>
                  <a:srgbClr val="001F5F"/>
                </a:solidFill>
                <a:latin typeface="+mj-lt"/>
                <a:cs typeface="Calibri"/>
              </a:rPr>
              <a:t>&amp; </a:t>
            </a:r>
            <a:r>
              <a:rPr sz="1200" b="1" spc="-260" dirty="0">
                <a:solidFill>
                  <a:srgbClr val="001F5F"/>
                </a:solidFill>
                <a:latin typeface="+mj-lt"/>
                <a:cs typeface="Calibri"/>
              </a:rPr>
              <a:t> </a:t>
            </a:r>
            <a:r>
              <a:rPr sz="1200" b="1" spc="-10" dirty="0">
                <a:solidFill>
                  <a:srgbClr val="001F5F"/>
                </a:solidFill>
                <a:latin typeface="+mj-lt"/>
                <a:cs typeface="Calibri"/>
              </a:rPr>
              <a:t>Data</a:t>
            </a:r>
            <a:r>
              <a:rPr sz="1200" b="1" spc="-25" dirty="0">
                <a:solidFill>
                  <a:srgbClr val="001F5F"/>
                </a:solidFill>
                <a:latin typeface="+mj-lt"/>
                <a:cs typeface="Calibri"/>
              </a:rPr>
              <a:t> </a:t>
            </a:r>
            <a:r>
              <a:rPr sz="1200" b="1" spc="-5" dirty="0">
                <a:solidFill>
                  <a:srgbClr val="001F5F"/>
                </a:solidFill>
                <a:latin typeface="+mj-lt"/>
                <a:cs typeface="Calibri"/>
              </a:rPr>
              <a:t>Libraries</a:t>
            </a:r>
            <a:endParaRPr sz="1200">
              <a:latin typeface="+mj-lt"/>
              <a:cs typeface="Calibri"/>
            </a:endParaRPr>
          </a:p>
        </p:txBody>
      </p:sp>
      <p:grpSp>
        <p:nvGrpSpPr>
          <p:cNvPr id="63" name="object 63"/>
          <p:cNvGrpSpPr/>
          <p:nvPr/>
        </p:nvGrpSpPr>
        <p:grpSpPr>
          <a:xfrm>
            <a:off x="2770632" y="2545067"/>
            <a:ext cx="2776855" cy="981710"/>
            <a:chOff x="2770632" y="2545067"/>
            <a:chExt cx="2776855" cy="981710"/>
          </a:xfrm>
        </p:grpSpPr>
        <p:pic>
          <p:nvPicPr>
            <p:cNvPr id="64" name="object 64"/>
            <p:cNvPicPr/>
            <p:nvPr/>
          </p:nvPicPr>
          <p:blipFill>
            <a:blip r:embed="rId33" cstate="print"/>
            <a:stretch>
              <a:fillRect/>
            </a:stretch>
          </p:blipFill>
          <p:spPr>
            <a:xfrm>
              <a:off x="2770632" y="2545067"/>
              <a:ext cx="527291" cy="944892"/>
            </a:xfrm>
            <a:prstGeom prst="rect">
              <a:avLst/>
            </a:prstGeom>
          </p:spPr>
        </p:pic>
        <p:pic>
          <p:nvPicPr>
            <p:cNvPr id="65" name="object 65"/>
            <p:cNvPicPr/>
            <p:nvPr/>
          </p:nvPicPr>
          <p:blipFill>
            <a:blip r:embed="rId34" cstate="print"/>
            <a:stretch>
              <a:fillRect/>
            </a:stretch>
          </p:blipFill>
          <p:spPr>
            <a:xfrm>
              <a:off x="2817876" y="2572512"/>
              <a:ext cx="437388" cy="854455"/>
            </a:xfrm>
            <a:prstGeom prst="rect">
              <a:avLst/>
            </a:prstGeom>
          </p:spPr>
        </p:pic>
        <p:sp>
          <p:nvSpPr>
            <p:cNvPr id="66" name="object 66"/>
            <p:cNvSpPr/>
            <p:nvPr/>
          </p:nvSpPr>
          <p:spPr>
            <a:xfrm>
              <a:off x="2817876" y="2572512"/>
              <a:ext cx="437515" cy="854710"/>
            </a:xfrm>
            <a:custGeom>
              <a:avLst/>
              <a:gdLst/>
              <a:ahLst/>
              <a:cxnLst/>
              <a:rect l="l" t="t" r="r" b="b"/>
              <a:pathLst>
                <a:path w="437514" h="854710">
                  <a:moveTo>
                    <a:pt x="0" y="460121"/>
                  </a:moveTo>
                  <a:lnTo>
                    <a:pt x="2942" y="419222"/>
                  </a:lnTo>
                  <a:lnTo>
                    <a:pt x="11552" y="379708"/>
                  </a:lnTo>
                  <a:lnTo>
                    <a:pt x="25500" y="341840"/>
                  </a:lnTo>
                  <a:lnTo>
                    <a:pt x="44458" y="305882"/>
                  </a:lnTo>
                  <a:lnTo>
                    <a:pt x="68098" y="272098"/>
                  </a:lnTo>
                  <a:lnTo>
                    <a:pt x="96091" y="240751"/>
                  </a:lnTo>
                  <a:lnTo>
                    <a:pt x="128111" y="212105"/>
                  </a:lnTo>
                  <a:lnTo>
                    <a:pt x="163827" y="186424"/>
                  </a:lnTo>
                  <a:lnTo>
                    <a:pt x="202913" y="163971"/>
                  </a:lnTo>
                  <a:lnTo>
                    <a:pt x="245039" y="145009"/>
                  </a:lnTo>
                  <a:lnTo>
                    <a:pt x="289878" y="129802"/>
                  </a:lnTo>
                  <a:lnTo>
                    <a:pt x="337101" y="118613"/>
                  </a:lnTo>
                  <a:lnTo>
                    <a:pt x="386380" y="111707"/>
                  </a:lnTo>
                  <a:lnTo>
                    <a:pt x="437388" y="109347"/>
                  </a:lnTo>
                  <a:lnTo>
                    <a:pt x="437388" y="0"/>
                  </a:lnTo>
                  <a:lnTo>
                    <a:pt x="386380" y="2360"/>
                  </a:lnTo>
                  <a:lnTo>
                    <a:pt x="337101" y="9266"/>
                  </a:lnTo>
                  <a:lnTo>
                    <a:pt x="289878" y="20455"/>
                  </a:lnTo>
                  <a:lnTo>
                    <a:pt x="245039" y="35662"/>
                  </a:lnTo>
                  <a:lnTo>
                    <a:pt x="202913" y="54624"/>
                  </a:lnTo>
                  <a:lnTo>
                    <a:pt x="163827" y="77077"/>
                  </a:lnTo>
                  <a:lnTo>
                    <a:pt x="128111" y="102758"/>
                  </a:lnTo>
                  <a:lnTo>
                    <a:pt x="96091" y="131404"/>
                  </a:lnTo>
                  <a:lnTo>
                    <a:pt x="68098" y="162751"/>
                  </a:lnTo>
                  <a:lnTo>
                    <a:pt x="44458" y="196535"/>
                  </a:lnTo>
                  <a:lnTo>
                    <a:pt x="25500" y="232493"/>
                  </a:lnTo>
                  <a:lnTo>
                    <a:pt x="11552" y="270361"/>
                  </a:lnTo>
                  <a:lnTo>
                    <a:pt x="2942" y="309875"/>
                  </a:lnTo>
                  <a:lnTo>
                    <a:pt x="0" y="350774"/>
                  </a:lnTo>
                  <a:lnTo>
                    <a:pt x="0" y="460121"/>
                  </a:lnTo>
                  <a:lnTo>
                    <a:pt x="3286" y="503199"/>
                  </a:lnTo>
                  <a:lnTo>
                    <a:pt x="12915" y="544912"/>
                  </a:lnTo>
                  <a:lnTo>
                    <a:pt x="28542" y="584902"/>
                  </a:lnTo>
                  <a:lnTo>
                    <a:pt x="49821" y="622810"/>
                  </a:lnTo>
                  <a:lnTo>
                    <a:pt x="76407" y="658280"/>
                  </a:lnTo>
                  <a:lnTo>
                    <a:pt x="107955" y="690953"/>
                  </a:lnTo>
                  <a:lnTo>
                    <a:pt x="144120" y="720472"/>
                  </a:lnTo>
                  <a:lnTo>
                    <a:pt x="184556" y="746478"/>
                  </a:lnTo>
                  <a:lnTo>
                    <a:pt x="228918" y="768615"/>
                  </a:lnTo>
                  <a:lnTo>
                    <a:pt x="276861" y="786523"/>
                  </a:lnTo>
                  <a:lnTo>
                    <a:pt x="328041" y="799846"/>
                  </a:lnTo>
                  <a:lnTo>
                    <a:pt x="328041" y="854455"/>
                  </a:lnTo>
                  <a:lnTo>
                    <a:pt x="437388" y="756285"/>
                  </a:lnTo>
                  <a:lnTo>
                    <a:pt x="328041" y="635762"/>
                  </a:lnTo>
                  <a:lnTo>
                    <a:pt x="328041" y="690499"/>
                  </a:lnTo>
                  <a:lnTo>
                    <a:pt x="273415" y="676072"/>
                  </a:lnTo>
                  <a:lnTo>
                    <a:pt x="222378" y="656355"/>
                  </a:lnTo>
                  <a:lnTo>
                    <a:pt x="175401" y="631768"/>
                  </a:lnTo>
                  <a:lnTo>
                    <a:pt x="132958" y="602732"/>
                  </a:lnTo>
                  <a:lnTo>
                    <a:pt x="95523" y="569666"/>
                  </a:lnTo>
                  <a:lnTo>
                    <a:pt x="63570" y="532990"/>
                  </a:lnTo>
                  <a:lnTo>
                    <a:pt x="37572" y="493126"/>
                  </a:lnTo>
                  <a:lnTo>
                    <a:pt x="18002" y="450493"/>
                  </a:lnTo>
                  <a:lnTo>
                    <a:pt x="5334" y="405511"/>
                  </a:lnTo>
                </a:path>
              </a:pathLst>
            </a:custGeom>
            <a:ln w="9525">
              <a:solidFill>
                <a:srgbClr val="CC0000"/>
              </a:solidFill>
            </a:ln>
          </p:spPr>
          <p:txBody>
            <a:bodyPr wrap="square" lIns="0" tIns="0" rIns="0" bIns="0" rtlCol="0"/>
            <a:lstStyle/>
            <a:p>
              <a:endParaRPr>
                <a:latin typeface="+mj-lt"/>
              </a:endParaRPr>
            </a:p>
          </p:txBody>
        </p:sp>
        <p:pic>
          <p:nvPicPr>
            <p:cNvPr id="67" name="object 67"/>
            <p:cNvPicPr/>
            <p:nvPr/>
          </p:nvPicPr>
          <p:blipFill>
            <a:blip r:embed="rId35" cstate="print"/>
            <a:stretch>
              <a:fillRect/>
            </a:stretch>
          </p:blipFill>
          <p:spPr>
            <a:xfrm>
              <a:off x="3499104" y="2555735"/>
              <a:ext cx="527291" cy="944892"/>
            </a:xfrm>
            <a:prstGeom prst="rect">
              <a:avLst/>
            </a:prstGeom>
          </p:spPr>
        </p:pic>
        <p:pic>
          <p:nvPicPr>
            <p:cNvPr id="68" name="object 68"/>
            <p:cNvPicPr/>
            <p:nvPr/>
          </p:nvPicPr>
          <p:blipFill>
            <a:blip r:embed="rId36" cstate="print"/>
            <a:stretch>
              <a:fillRect/>
            </a:stretch>
          </p:blipFill>
          <p:spPr>
            <a:xfrm>
              <a:off x="3546348" y="2583688"/>
              <a:ext cx="437388" cy="854456"/>
            </a:xfrm>
            <a:prstGeom prst="rect">
              <a:avLst/>
            </a:prstGeom>
          </p:spPr>
        </p:pic>
        <p:sp>
          <p:nvSpPr>
            <p:cNvPr id="69" name="object 69"/>
            <p:cNvSpPr/>
            <p:nvPr/>
          </p:nvSpPr>
          <p:spPr>
            <a:xfrm>
              <a:off x="3546348" y="2583688"/>
              <a:ext cx="437515" cy="854710"/>
            </a:xfrm>
            <a:custGeom>
              <a:avLst/>
              <a:gdLst/>
              <a:ahLst/>
              <a:cxnLst/>
              <a:rect l="l" t="t" r="r" b="b"/>
              <a:pathLst>
                <a:path w="437514" h="854710">
                  <a:moveTo>
                    <a:pt x="437388" y="394335"/>
                  </a:moveTo>
                  <a:lnTo>
                    <a:pt x="434445" y="435233"/>
                  </a:lnTo>
                  <a:lnTo>
                    <a:pt x="425835" y="474747"/>
                  </a:lnTo>
                  <a:lnTo>
                    <a:pt x="411887" y="512615"/>
                  </a:lnTo>
                  <a:lnTo>
                    <a:pt x="392929" y="548573"/>
                  </a:lnTo>
                  <a:lnTo>
                    <a:pt x="369289" y="582357"/>
                  </a:lnTo>
                  <a:lnTo>
                    <a:pt x="341296" y="613704"/>
                  </a:lnTo>
                  <a:lnTo>
                    <a:pt x="309276" y="642350"/>
                  </a:lnTo>
                  <a:lnTo>
                    <a:pt x="273560" y="668031"/>
                  </a:lnTo>
                  <a:lnTo>
                    <a:pt x="234474" y="690484"/>
                  </a:lnTo>
                  <a:lnTo>
                    <a:pt x="192348" y="709446"/>
                  </a:lnTo>
                  <a:lnTo>
                    <a:pt x="147509" y="724653"/>
                  </a:lnTo>
                  <a:lnTo>
                    <a:pt x="100286" y="735842"/>
                  </a:lnTo>
                  <a:lnTo>
                    <a:pt x="51007" y="742748"/>
                  </a:lnTo>
                  <a:lnTo>
                    <a:pt x="0" y="745109"/>
                  </a:lnTo>
                  <a:lnTo>
                    <a:pt x="0" y="854456"/>
                  </a:lnTo>
                  <a:lnTo>
                    <a:pt x="51007" y="852095"/>
                  </a:lnTo>
                  <a:lnTo>
                    <a:pt x="100286" y="845189"/>
                  </a:lnTo>
                  <a:lnTo>
                    <a:pt x="147509" y="834000"/>
                  </a:lnTo>
                  <a:lnTo>
                    <a:pt x="192348" y="818793"/>
                  </a:lnTo>
                  <a:lnTo>
                    <a:pt x="234474" y="799831"/>
                  </a:lnTo>
                  <a:lnTo>
                    <a:pt x="273560" y="777378"/>
                  </a:lnTo>
                  <a:lnTo>
                    <a:pt x="309276" y="751697"/>
                  </a:lnTo>
                  <a:lnTo>
                    <a:pt x="341296" y="723051"/>
                  </a:lnTo>
                  <a:lnTo>
                    <a:pt x="369289" y="691704"/>
                  </a:lnTo>
                  <a:lnTo>
                    <a:pt x="392929" y="657920"/>
                  </a:lnTo>
                  <a:lnTo>
                    <a:pt x="411887" y="621962"/>
                  </a:lnTo>
                  <a:lnTo>
                    <a:pt x="425835" y="584094"/>
                  </a:lnTo>
                  <a:lnTo>
                    <a:pt x="434445" y="544580"/>
                  </a:lnTo>
                  <a:lnTo>
                    <a:pt x="437388" y="503682"/>
                  </a:lnTo>
                  <a:lnTo>
                    <a:pt x="437388" y="394335"/>
                  </a:lnTo>
                  <a:lnTo>
                    <a:pt x="434101" y="351256"/>
                  </a:lnTo>
                  <a:lnTo>
                    <a:pt x="424472" y="309543"/>
                  </a:lnTo>
                  <a:lnTo>
                    <a:pt x="408845" y="269553"/>
                  </a:lnTo>
                  <a:lnTo>
                    <a:pt x="387566" y="231645"/>
                  </a:lnTo>
                  <a:lnTo>
                    <a:pt x="360980" y="196175"/>
                  </a:lnTo>
                  <a:lnTo>
                    <a:pt x="329432" y="163502"/>
                  </a:lnTo>
                  <a:lnTo>
                    <a:pt x="293267" y="133983"/>
                  </a:lnTo>
                  <a:lnTo>
                    <a:pt x="252831" y="107977"/>
                  </a:lnTo>
                  <a:lnTo>
                    <a:pt x="208469" y="85840"/>
                  </a:lnTo>
                  <a:lnTo>
                    <a:pt x="160526" y="67932"/>
                  </a:lnTo>
                  <a:lnTo>
                    <a:pt x="109347" y="54610"/>
                  </a:lnTo>
                  <a:lnTo>
                    <a:pt x="109347" y="0"/>
                  </a:lnTo>
                  <a:lnTo>
                    <a:pt x="0" y="98171"/>
                  </a:lnTo>
                  <a:lnTo>
                    <a:pt x="109347" y="218694"/>
                  </a:lnTo>
                  <a:lnTo>
                    <a:pt x="109347" y="163957"/>
                  </a:lnTo>
                  <a:lnTo>
                    <a:pt x="163972" y="178383"/>
                  </a:lnTo>
                  <a:lnTo>
                    <a:pt x="215009" y="198100"/>
                  </a:lnTo>
                  <a:lnTo>
                    <a:pt x="261986" y="222687"/>
                  </a:lnTo>
                  <a:lnTo>
                    <a:pt x="304429" y="251723"/>
                  </a:lnTo>
                  <a:lnTo>
                    <a:pt x="341864" y="284789"/>
                  </a:lnTo>
                  <a:lnTo>
                    <a:pt x="373817" y="321465"/>
                  </a:lnTo>
                  <a:lnTo>
                    <a:pt x="399815" y="361329"/>
                  </a:lnTo>
                  <a:lnTo>
                    <a:pt x="419385" y="403962"/>
                  </a:lnTo>
                  <a:lnTo>
                    <a:pt x="432053" y="448945"/>
                  </a:lnTo>
                </a:path>
              </a:pathLst>
            </a:custGeom>
            <a:ln w="9525">
              <a:solidFill>
                <a:srgbClr val="CC0000"/>
              </a:solidFill>
            </a:ln>
          </p:spPr>
          <p:txBody>
            <a:bodyPr wrap="square" lIns="0" tIns="0" rIns="0" bIns="0" rtlCol="0"/>
            <a:lstStyle/>
            <a:p>
              <a:endParaRPr>
                <a:latin typeface="+mj-lt"/>
              </a:endParaRPr>
            </a:p>
          </p:txBody>
        </p:sp>
        <p:pic>
          <p:nvPicPr>
            <p:cNvPr id="70" name="object 70"/>
            <p:cNvPicPr/>
            <p:nvPr/>
          </p:nvPicPr>
          <p:blipFill>
            <a:blip r:embed="rId37" cstate="print"/>
            <a:stretch>
              <a:fillRect/>
            </a:stretch>
          </p:blipFill>
          <p:spPr>
            <a:xfrm>
              <a:off x="2985516" y="2871216"/>
              <a:ext cx="876300" cy="277367"/>
            </a:xfrm>
            <a:prstGeom prst="rect">
              <a:avLst/>
            </a:prstGeom>
          </p:spPr>
        </p:pic>
        <p:pic>
          <p:nvPicPr>
            <p:cNvPr id="71" name="object 71"/>
            <p:cNvPicPr/>
            <p:nvPr/>
          </p:nvPicPr>
          <p:blipFill>
            <a:blip r:embed="rId38" cstate="print"/>
            <a:stretch>
              <a:fillRect/>
            </a:stretch>
          </p:blipFill>
          <p:spPr>
            <a:xfrm>
              <a:off x="4622292" y="2851404"/>
              <a:ext cx="620267" cy="345948"/>
            </a:xfrm>
            <a:prstGeom prst="rect">
              <a:avLst/>
            </a:prstGeom>
          </p:spPr>
        </p:pic>
        <p:pic>
          <p:nvPicPr>
            <p:cNvPr id="72" name="object 72"/>
            <p:cNvPicPr/>
            <p:nvPr/>
          </p:nvPicPr>
          <p:blipFill>
            <a:blip r:embed="rId39" cstate="print"/>
            <a:stretch>
              <a:fillRect/>
            </a:stretch>
          </p:blipFill>
          <p:spPr>
            <a:xfrm>
              <a:off x="4290060" y="2572499"/>
              <a:ext cx="527291" cy="943368"/>
            </a:xfrm>
            <a:prstGeom prst="rect">
              <a:avLst/>
            </a:prstGeom>
          </p:spPr>
        </p:pic>
        <p:pic>
          <p:nvPicPr>
            <p:cNvPr id="73" name="object 73"/>
            <p:cNvPicPr/>
            <p:nvPr/>
          </p:nvPicPr>
          <p:blipFill>
            <a:blip r:embed="rId40" cstate="print"/>
            <a:stretch>
              <a:fillRect/>
            </a:stretch>
          </p:blipFill>
          <p:spPr>
            <a:xfrm>
              <a:off x="4337304" y="2599944"/>
              <a:ext cx="437388" cy="852931"/>
            </a:xfrm>
            <a:prstGeom prst="rect">
              <a:avLst/>
            </a:prstGeom>
          </p:spPr>
        </p:pic>
        <p:sp>
          <p:nvSpPr>
            <p:cNvPr id="74" name="object 74"/>
            <p:cNvSpPr/>
            <p:nvPr/>
          </p:nvSpPr>
          <p:spPr>
            <a:xfrm>
              <a:off x="4337304" y="2599944"/>
              <a:ext cx="437515" cy="853440"/>
            </a:xfrm>
            <a:custGeom>
              <a:avLst/>
              <a:gdLst/>
              <a:ahLst/>
              <a:cxnLst/>
              <a:rect l="l" t="t" r="r" b="b"/>
              <a:pathLst>
                <a:path w="437514" h="853439">
                  <a:moveTo>
                    <a:pt x="0" y="459358"/>
                  </a:moveTo>
                  <a:lnTo>
                    <a:pt x="3408" y="415456"/>
                  </a:lnTo>
                  <a:lnTo>
                    <a:pt x="13358" y="373180"/>
                  </a:lnTo>
                  <a:lnTo>
                    <a:pt x="29442" y="332860"/>
                  </a:lnTo>
                  <a:lnTo>
                    <a:pt x="51248" y="294822"/>
                  </a:lnTo>
                  <a:lnTo>
                    <a:pt x="78367" y="259394"/>
                  </a:lnTo>
                  <a:lnTo>
                    <a:pt x="110389" y="226907"/>
                  </a:lnTo>
                  <a:lnTo>
                    <a:pt x="146904" y="197686"/>
                  </a:lnTo>
                  <a:lnTo>
                    <a:pt x="187502" y="172060"/>
                  </a:lnTo>
                  <a:lnTo>
                    <a:pt x="231773" y="150358"/>
                  </a:lnTo>
                  <a:lnTo>
                    <a:pt x="279307" y="132908"/>
                  </a:lnTo>
                  <a:lnTo>
                    <a:pt x="329694" y="120037"/>
                  </a:lnTo>
                  <a:lnTo>
                    <a:pt x="382524" y="112074"/>
                  </a:lnTo>
                  <a:lnTo>
                    <a:pt x="437388" y="109346"/>
                  </a:lnTo>
                  <a:lnTo>
                    <a:pt x="437388" y="0"/>
                  </a:lnTo>
                  <a:lnTo>
                    <a:pt x="382524" y="2727"/>
                  </a:lnTo>
                  <a:lnTo>
                    <a:pt x="329694" y="10690"/>
                  </a:lnTo>
                  <a:lnTo>
                    <a:pt x="279307" y="23561"/>
                  </a:lnTo>
                  <a:lnTo>
                    <a:pt x="231773" y="41011"/>
                  </a:lnTo>
                  <a:lnTo>
                    <a:pt x="187502" y="62713"/>
                  </a:lnTo>
                  <a:lnTo>
                    <a:pt x="146904" y="88339"/>
                  </a:lnTo>
                  <a:lnTo>
                    <a:pt x="110389" y="117560"/>
                  </a:lnTo>
                  <a:lnTo>
                    <a:pt x="78367" y="150047"/>
                  </a:lnTo>
                  <a:lnTo>
                    <a:pt x="51248" y="185475"/>
                  </a:lnTo>
                  <a:lnTo>
                    <a:pt x="29442" y="223513"/>
                  </a:lnTo>
                  <a:lnTo>
                    <a:pt x="13358" y="263833"/>
                  </a:lnTo>
                  <a:lnTo>
                    <a:pt x="3408" y="306109"/>
                  </a:lnTo>
                  <a:lnTo>
                    <a:pt x="0" y="350011"/>
                  </a:lnTo>
                  <a:lnTo>
                    <a:pt x="0" y="459358"/>
                  </a:lnTo>
                  <a:lnTo>
                    <a:pt x="3286" y="502336"/>
                  </a:lnTo>
                  <a:lnTo>
                    <a:pt x="12915" y="543955"/>
                  </a:lnTo>
                  <a:lnTo>
                    <a:pt x="28542" y="583856"/>
                  </a:lnTo>
                  <a:lnTo>
                    <a:pt x="49821" y="621683"/>
                  </a:lnTo>
                  <a:lnTo>
                    <a:pt x="76407" y="657077"/>
                  </a:lnTo>
                  <a:lnTo>
                    <a:pt x="107955" y="689681"/>
                  </a:lnTo>
                  <a:lnTo>
                    <a:pt x="144120" y="719137"/>
                  </a:lnTo>
                  <a:lnTo>
                    <a:pt x="184556" y="745087"/>
                  </a:lnTo>
                  <a:lnTo>
                    <a:pt x="228918" y="767172"/>
                  </a:lnTo>
                  <a:lnTo>
                    <a:pt x="276861" y="785037"/>
                  </a:lnTo>
                  <a:lnTo>
                    <a:pt x="328041" y="798321"/>
                  </a:lnTo>
                  <a:lnTo>
                    <a:pt x="328041" y="852931"/>
                  </a:lnTo>
                  <a:lnTo>
                    <a:pt x="437388" y="754760"/>
                  </a:lnTo>
                  <a:lnTo>
                    <a:pt x="328041" y="634238"/>
                  </a:lnTo>
                  <a:lnTo>
                    <a:pt x="328041" y="688975"/>
                  </a:lnTo>
                  <a:lnTo>
                    <a:pt x="273453" y="674561"/>
                  </a:lnTo>
                  <a:lnTo>
                    <a:pt x="222443" y="654883"/>
                  </a:lnTo>
                  <a:lnTo>
                    <a:pt x="175485" y="630357"/>
                  </a:lnTo>
                  <a:lnTo>
                    <a:pt x="133052" y="601400"/>
                  </a:lnTo>
                  <a:lnTo>
                    <a:pt x="95617" y="568429"/>
                  </a:lnTo>
                  <a:lnTo>
                    <a:pt x="63655" y="531861"/>
                  </a:lnTo>
                  <a:lnTo>
                    <a:pt x="37637" y="492114"/>
                  </a:lnTo>
                  <a:lnTo>
                    <a:pt x="18039" y="449604"/>
                  </a:lnTo>
                  <a:lnTo>
                    <a:pt x="5334" y="404748"/>
                  </a:lnTo>
                </a:path>
              </a:pathLst>
            </a:custGeom>
            <a:ln w="9525">
              <a:solidFill>
                <a:srgbClr val="CC0000"/>
              </a:solidFill>
            </a:ln>
          </p:spPr>
          <p:txBody>
            <a:bodyPr wrap="square" lIns="0" tIns="0" rIns="0" bIns="0" rtlCol="0"/>
            <a:lstStyle/>
            <a:p>
              <a:endParaRPr>
                <a:latin typeface="+mj-lt"/>
              </a:endParaRPr>
            </a:p>
          </p:txBody>
        </p:sp>
        <p:pic>
          <p:nvPicPr>
            <p:cNvPr id="75" name="object 75"/>
            <p:cNvPicPr/>
            <p:nvPr/>
          </p:nvPicPr>
          <p:blipFill>
            <a:blip r:embed="rId41" cstate="print"/>
            <a:stretch>
              <a:fillRect/>
            </a:stretch>
          </p:blipFill>
          <p:spPr>
            <a:xfrm>
              <a:off x="5020055" y="2583167"/>
              <a:ext cx="527291" cy="943368"/>
            </a:xfrm>
            <a:prstGeom prst="rect">
              <a:avLst/>
            </a:prstGeom>
          </p:spPr>
        </p:pic>
        <p:pic>
          <p:nvPicPr>
            <p:cNvPr id="76" name="object 76"/>
            <p:cNvPicPr/>
            <p:nvPr/>
          </p:nvPicPr>
          <p:blipFill>
            <a:blip r:embed="rId42" cstate="print"/>
            <a:stretch>
              <a:fillRect/>
            </a:stretch>
          </p:blipFill>
          <p:spPr>
            <a:xfrm>
              <a:off x="5067300" y="2611120"/>
              <a:ext cx="437388" cy="852931"/>
            </a:xfrm>
            <a:prstGeom prst="rect">
              <a:avLst/>
            </a:prstGeom>
          </p:spPr>
        </p:pic>
        <p:sp>
          <p:nvSpPr>
            <p:cNvPr id="77" name="object 77"/>
            <p:cNvSpPr/>
            <p:nvPr/>
          </p:nvSpPr>
          <p:spPr>
            <a:xfrm>
              <a:off x="5067300" y="2611120"/>
              <a:ext cx="437515" cy="853440"/>
            </a:xfrm>
            <a:custGeom>
              <a:avLst/>
              <a:gdLst/>
              <a:ahLst/>
              <a:cxnLst/>
              <a:rect l="l" t="t" r="r" b="b"/>
              <a:pathLst>
                <a:path w="437514" h="853439">
                  <a:moveTo>
                    <a:pt x="437388" y="393572"/>
                  </a:moveTo>
                  <a:lnTo>
                    <a:pt x="433979" y="437475"/>
                  </a:lnTo>
                  <a:lnTo>
                    <a:pt x="424029" y="479751"/>
                  </a:lnTo>
                  <a:lnTo>
                    <a:pt x="407945" y="520071"/>
                  </a:lnTo>
                  <a:lnTo>
                    <a:pt x="386139" y="558109"/>
                  </a:lnTo>
                  <a:lnTo>
                    <a:pt x="359020" y="593537"/>
                  </a:lnTo>
                  <a:lnTo>
                    <a:pt x="326998" y="626024"/>
                  </a:lnTo>
                  <a:lnTo>
                    <a:pt x="290483" y="655245"/>
                  </a:lnTo>
                  <a:lnTo>
                    <a:pt x="249885" y="680871"/>
                  </a:lnTo>
                  <a:lnTo>
                    <a:pt x="205614" y="702573"/>
                  </a:lnTo>
                  <a:lnTo>
                    <a:pt x="158080" y="720023"/>
                  </a:lnTo>
                  <a:lnTo>
                    <a:pt x="107693" y="732894"/>
                  </a:lnTo>
                  <a:lnTo>
                    <a:pt x="54863" y="740857"/>
                  </a:lnTo>
                  <a:lnTo>
                    <a:pt x="0" y="743584"/>
                  </a:lnTo>
                  <a:lnTo>
                    <a:pt x="0" y="852931"/>
                  </a:lnTo>
                  <a:lnTo>
                    <a:pt x="54863" y="850204"/>
                  </a:lnTo>
                  <a:lnTo>
                    <a:pt x="107693" y="842241"/>
                  </a:lnTo>
                  <a:lnTo>
                    <a:pt x="158080" y="829370"/>
                  </a:lnTo>
                  <a:lnTo>
                    <a:pt x="205614" y="811920"/>
                  </a:lnTo>
                  <a:lnTo>
                    <a:pt x="249885" y="790218"/>
                  </a:lnTo>
                  <a:lnTo>
                    <a:pt x="290483" y="764592"/>
                  </a:lnTo>
                  <a:lnTo>
                    <a:pt x="326998" y="735371"/>
                  </a:lnTo>
                  <a:lnTo>
                    <a:pt x="359020" y="702884"/>
                  </a:lnTo>
                  <a:lnTo>
                    <a:pt x="386139" y="667456"/>
                  </a:lnTo>
                  <a:lnTo>
                    <a:pt x="407945" y="629418"/>
                  </a:lnTo>
                  <a:lnTo>
                    <a:pt x="424029" y="589098"/>
                  </a:lnTo>
                  <a:lnTo>
                    <a:pt x="433979" y="546822"/>
                  </a:lnTo>
                  <a:lnTo>
                    <a:pt x="437388" y="502919"/>
                  </a:lnTo>
                  <a:lnTo>
                    <a:pt x="437388" y="393572"/>
                  </a:lnTo>
                  <a:lnTo>
                    <a:pt x="434101" y="350595"/>
                  </a:lnTo>
                  <a:lnTo>
                    <a:pt x="424472" y="308976"/>
                  </a:lnTo>
                  <a:lnTo>
                    <a:pt x="408845" y="269075"/>
                  </a:lnTo>
                  <a:lnTo>
                    <a:pt x="387566" y="231248"/>
                  </a:lnTo>
                  <a:lnTo>
                    <a:pt x="360980" y="195854"/>
                  </a:lnTo>
                  <a:lnTo>
                    <a:pt x="329432" y="163250"/>
                  </a:lnTo>
                  <a:lnTo>
                    <a:pt x="293267" y="133794"/>
                  </a:lnTo>
                  <a:lnTo>
                    <a:pt x="252831" y="107844"/>
                  </a:lnTo>
                  <a:lnTo>
                    <a:pt x="208469" y="85759"/>
                  </a:lnTo>
                  <a:lnTo>
                    <a:pt x="160526" y="67894"/>
                  </a:lnTo>
                  <a:lnTo>
                    <a:pt x="109347" y="54609"/>
                  </a:lnTo>
                  <a:lnTo>
                    <a:pt x="109347" y="0"/>
                  </a:lnTo>
                  <a:lnTo>
                    <a:pt x="0" y="98170"/>
                  </a:lnTo>
                  <a:lnTo>
                    <a:pt x="109347" y="218693"/>
                  </a:lnTo>
                  <a:lnTo>
                    <a:pt x="109347" y="163956"/>
                  </a:lnTo>
                  <a:lnTo>
                    <a:pt x="163934" y="178370"/>
                  </a:lnTo>
                  <a:lnTo>
                    <a:pt x="214944" y="198048"/>
                  </a:lnTo>
                  <a:lnTo>
                    <a:pt x="261902" y="222574"/>
                  </a:lnTo>
                  <a:lnTo>
                    <a:pt x="304335" y="251531"/>
                  </a:lnTo>
                  <a:lnTo>
                    <a:pt x="341770" y="284502"/>
                  </a:lnTo>
                  <a:lnTo>
                    <a:pt x="373732" y="321070"/>
                  </a:lnTo>
                  <a:lnTo>
                    <a:pt x="399750" y="360817"/>
                  </a:lnTo>
                  <a:lnTo>
                    <a:pt x="419348" y="403327"/>
                  </a:lnTo>
                  <a:lnTo>
                    <a:pt x="432053" y="448182"/>
                  </a:lnTo>
                </a:path>
              </a:pathLst>
            </a:custGeom>
            <a:ln w="9525">
              <a:solidFill>
                <a:srgbClr val="CC0000"/>
              </a:solidFill>
            </a:ln>
          </p:spPr>
          <p:txBody>
            <a:bodyPr wrap="square" lIns="0" tIns="0" rIns="0" bIns="0" rtlCol="0"/>
            <a:lstStyle/>
            <a:p>
              <a:endParaRPr>
                <a:latin typeface="+mj-lt"/>
              </a:endParaRPr>
            </a:p>
          </p:txBody>
        </p:sp>
      </p:grpSp>
      <p:sp>
        <p:nvSpPr>
          <p:cNvPr id="78" name="object 78"/>
          <p:cNvSpPr txBox="1"/>
          <p:nvPr/>
        </p:nvSpPr>
        <p:spPr>
          <a:xfrm>
            <a:off x="2462276" y="2385821"/>
            <a:ext cx="514984" cy="197490"/>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001F5F"/>
                </a:solidFill>
                <a:latin typeface="+mj-lt"/>
                <a:cs typeface="Calibri"/>
              </a:rPr>
              <a:t>C</a:t>
            </a:r>
            <a:r>
              <a:rPr sz="1200" b="1" dirty="0">
                <a:solidFill>
                  <a:srgbClr val="001F5F"/>
                </a:solidFill>
                <a:latin typeface="+mj-lt"/>
                <a:cs typeface="Calibri"/>
              </a:rPr>
              <a:t>l</a:t>
            </a:r>
            <a:r>
              <a:rPr sz="1200" b="1" spc="-5" dirty="0">
                <a:solidFill>
                  <a:srgbClr val="001F5F"/>
                </a:solidFill>
                <a:latin typeface="+mj-lt"/>
                <a:cs typeface="Calibri"/>
              </a:rPr>
              <a:t>ea</a:t>
            </a:r>
            <a:r>
              <a:rPr sz="1200" b="1" dirty="0">
                <a:solidFill>
                  <a:srgbClr val="001F5F"/>
                </a:solidFill>
                <a:latin typeface="+mj-lt"/>
                <a:cs typeface="Calibri"/>
              </a:rPr>
              <a:t>nse</a:t>
            </a:r>
            <a:endParaRPr sz="1200">
              <a:latin typeface="+mj-lt"/>
              <a:cs typeface="Calibri"/>
            </a:endParaRPr>
          </a:p>
        </p:txBody>
      </p:sp>
      <p:sp>
        <p:nvSpPr>
          <p:cNvPr id="79" name="object 79"/>
          <p:cNvSpPr txBox="1"/>
          <p:nvPr/>
        </p:nvSpPr>
        <p:spPr>
          <a:xfrm>
            <a:off x="2899664" y="960246"/>
            <a:ext cx="2621915" cy="228909"/>
          </a:xfrm>
          <a:prstGeom prst="rect">
            <a:avLst/>
          </a:prstGeom>
        </p:spPr>
        <p:txBody>
          <a:bodyPr vert="horz" wrap="square" lIns="0" tIns="13335" rIns="0" bIns="0" rtlCol="0">
            <a:spAutoFit/>
          </a:bodyPr>
          <a:lstStyle/>
          <a:p>
            <a:pPr marL="12700">
              <a:lnSpc>
                <a:spcPct val="100000"/>
              </a:lnSpc>
              <a:spcBef>
                <a:spcPts val="105"/>
              </a:spcBef>
            </a:pPr>
            <a:r>
              <a:rPr sz="1400" b="1" dirty="0">
                <a:solidFill>
                  <a:srgbClr val="FF0000"/>
                </a:solidFill>
                <a:latin typeface="+mj-lt"/>
                <a:cs typeface="Calibri"/>
              </a:rPr>
              <a:t>Data</a:t>
            </a:r>
            <a:r>
              <a:rPr sz="1400" b="1" spc="-40" dirty="0">
                <a:solidFill>
                  <a:srgbClr val="FF0000"/>
                </a:solidFill>
                <a:latin typeface="+mj-lt"/>
                <a:cs typeface="Calibri"/>
              </a:rPr>
              <a:t> </a:t>
            </a:r>
            <a:r>
              <a:rPr sz="1400" b="1" dirty="0">
                <a:solidFill>
                  <a:srgbClr val="FF0000"/>
                </a:solidFill>
                <a:latin typeface="+mj-lt"/>
                <a:cs typeface="Calibri"/>
              </a:rPr>
              <a:t>Staging</a:t>
            </a:r>
            <a:r>
              <a:rPr sz="1400" b="1" spc="-30" dirty="0">
                <a:solidFill>
                  <a:srgbClr val="FF0000"/>
                </a:solidFill>
                <a:latin typeface="+mj-lt"/>
                <a:cs typeface="Calibri"/>
              </a:rPr>
              <a:t> </a:t>
            </a:r>
            <a:r>
              <a:rPr sz="1400" b="1" dirty="0">
                <a:solidFill>
                  <a:srgbClr val="FF0000"/>
                </a:solidFill>
                <a:latin typeface="+mj-lt"/>
                <a:cs typeface="Calibri"/>
              </a:rPr>
              <a:t>and</a:t>
            </a:r>
            <a:r>
              <a:rPr sz="1400" b="1" spc="-30" dirty="0">
                <a:solidFill>
                  <a:srgbClr val="FF0000"/>
                </a:solidFill>
                <a:latin typeface="+mj-lt"/>
                <a:cs typeface="Calibri"/>
              </a:rPr>
              <a:t> </a:t>
            </a:r>
            <a:r>
              <a:rPr sz="1400" b="1" dirty="0">
                <a:solidFill>
                  <a:srgbClr val="FF0000"/>
                </a:solidFill>
                <a:latin typeface="+mj-lt"/>
                <a:cs typeface="Calibri"/>
              </a:rPr>
              <a:t>Test</a:t>
            </a:r>
            <a:r>
              <a:rPr sz="1400" b="1" spc="-40" dirty="0">
                <a:solidFill>
                  <a:srgbClr val="FF0000"/>
                </a:solidFill>
                <a:latin typeface="+mj-lt"/>
                <a:cs typeface="Calibri"/>
              </a:rPr>
              <a:t> </a:t>
            </a:r>
            <a:r>
              <a:rPr sz="1400" b="1" dirty="0">
                <a:solidFill>
                  <a:srgbClr val="FF0000"/>
                </a:solidFill>
                <a:latin typeface="+mj-lt"/>
                <a:cs typeface="Calibri"/>
              </a:rPr>
              <a:t>Environment</a:t>
            </a:r>
            <a:endParaRPr sz="1400">
              <a:latin typeface="+mj-lt"/>
              <a:cs typeface="Calibri"/>
            </a:endParaRPr>
          </a:p>
        </p:txBody>
      </p:sp>
      <p:grpSp>
        <p:nvGrpSpPr>
          <p:cNvPr id="80" name="object 80"/>
          <p:cNvGrpSpPr/>
          <p:nvPr/>
        </p:nvGrpSpPr>
        <p:grpSpPr>
          <a:xfrm>
            <a:off x="7034783" y="2799454"/>
            <a:ext cx="2190115" cy="1734820"/>
            <a:chOff x="7034783" y="2799454"/>
            <a:chExt cx="2190115" cy="1734820"/>
          </a:xfrm>
        </p:grpSpPr>
        <p:pic>
          <p:nvPicPr>
            <p:cNvPr id="81" name="object 81"/>
            <p:cNvPicPr/>
            <p:nvPr/>
          </p:nvPicPr>
          <p:blipFill>
            <a:blip r:embed="rId43" cstate="print"/>
            <a:stretch>
              <a:fillRect/>
            </a:stretch>
          </p:blipFill>
          <p:spPr>
            <a:xfrm>
              <a:off x="7642762" y="2799454"/>
              <a:ext cx="407102" cy="731871"/>
            </a:xfrm>
            <a:prstGeom prst="rect">
              <a:avLst/>
            </a:prstGeom>
          </p:spPr>
        </p:pic>
        <p:pic>
          <p:nvPicPr>
            <p:cNvPr id="82" name="object 82"/>
            <p:cNvPicPr/>
            <p:nvPr/>
          </p:nvPicPr>
          <p:blipFill>
            <a:blip r:embed="rId44" cstate="print"/>
            <a:stretch>
              <a:fillRect/>
            </a:stretch>
          </p:blipFill>
          <p:spPr>
            <a:xfrm>
              <a:off x="7680936" y="2817876"/>
              <a:ext cx="335302" cy="667893"/>
            </a:xfrm>
            <a:prstGeom prst="rect">
              <a:avLst/>
            </a:prstGeom>
          </p:spPr>
        </p:pic>
        <p:sp>
          <p:nvSpPr>
            <p:cNvPr id="83" name="object 83"/>
            <p:cNvSpPr/>
            <p:nvPr/>
          </p:nvSpPr>
          <p:spPr>
            <a:xfrm>
              <a:off x="7680959" y="2817876"/>
              <a:ext cx="335280" cy="668020"/>
            </a:xfrm>
            <a:custGeom>
              <a:avLst/>
              <a:gdLst/>
              <a:ahLst/>
              <a:cxnLst/>
              <a:rect l="l" t="t" r="r" b="b"/>
              <a:pathLst>
                <a:path w="335279" h="668020">
                  <a:moveTo>
                    <a:pt x="0" y="359283"/>
                  </a:moveTo>
                  <a:lnTo>
                    <a:pt x="4388" y="314598"/>
                  </a:lnTo>
                  <a:lnTo>
                    <a:pt x="17093" y="272210"/>
                  </a:lnTo>
                  <a:lnTo>
                    <a:pt x="37424" y="232686"/>
                  </a:lnTo>
                  <a:lnTo>
                    <a:pt x="64690" y="196592"/>
                  </a:lnTo>
                  <a:lnTo>
                    <a:pt x="98202" y="164496"/>
                  </a:lnTo>
                  <a:lnTo>
                    <a:pt x="137269" y="136964"/>
                  </a:lnTo>
                  <a:lnTo>
                    <a:pt x="181201" y="114564"/>
                  </a:lnTo>
                  <a:lnTo>
                    <a:pt x="229307" y="97862"/>
                  </a:lnTo>
                  <a:lnTo>
                    <a:pt x="280896" y="87425"/>
                  </a:lnTo>
                  <a:lnTo>
                    <a:pt x="335280" y="83820"/>
                  </a:lnTo>
                  <a:lnTo>
                    <a:pt x="335280" y="0"/>
                  </a:lnTo>
                  <a:lnTo>
                    <a:pt x="280896" y="3605"/>
                  </a:lnTo>
                  <a:lnTo>
                    <a:pt x="229307" y="14042"/>
                  </a:lnTo>
                  <a:lnTo>
                    <a:pt x="181201" y="30744"/>
                  </a:lnTo>
                  <a:lnTo>
                    <a:pt x="137269" y="53144"/>
                  </a:lnTo>
                  <a:lnTo>
                    <a:pt x="98202" y="80676"/>
                  </a:lnTo>
                  <a:lnTo>
                    <a:pt x="64690" y="112772"/>
                  </a:lnTo>
                  <a:lnTo>
                    <a:pt x="37424" y="148866"/>
                  </a:lnTo>
                  <a:lnTo>
                    <a:pt x="17093" y="188390"/>
                  </a:lnTo>
                  <a:lnTo>
                    <a:pt x="4388" y="230778"/>
                  </a:lnTo>
                  <a:lnTo>
                    <a:pt x="0" y="275463"/>
                  </a:lnTo>
                  <a:lnTo>
                    <a:pt x="0" y="359283"/>
                  </a:lnTo>
                  <a:lnTo>
                    <a:pt x="4731" y="405517"/>
                  </a:lnTo>
                  <a:lnTo>
                    <a:pt x="18466" y="449532"/>
                  </a:lnTo>
                  <a:lnTo>
                    <a:pt x="40518" y="490594"/>
                  </a:lnTo>
                  <a:lnTo>
                    <a:pt x="70199" y="527970"/>
                  </a:lnTo>
                  <a:lnTo>
                    <a:pt x="106821" y="560930"/>
                  </a:lnTo>
                  <a:lnTo>
                    <a:pt x="149697" y="588740"/>
                  </a:lnTo>
                  <a:lnTo>
                    <a:pt x="198139" y="610668"/>
                  </a:lnTo>
                  <a:lnTo>
                    <a:pt x="251460" y="625983"/>
                  </a:lnTo>
                  <a:lnTo>
                    <a:pt x="251460" y="667893"/>
                  </a:lnTo>
                  <a:lnTo>
                    <a:pt x="335280" y="592836"/>
                  </a:lnTo>
                  <a:lnTo>
                    <a:pt x="251460" y="500252"/>
                  </a:lnTo>
                  <a:lnTo>
                    <a:pt x="251460" y="542163"/>
                  </a:lnTo>
                  <a:lnTo>
                    <a:pt x="197947" y="526745"/>
                  </a:lnTo>
                  <a:lnTo>
                    <a:pt x="149181" y="504585"/>
                  </a:lnTo>
                  <a:lnTo>
                    <a:pt x="105945" y="476388"/>
                  </a:lnTo>
                  <a:lnTo>
                    <a:pt x="69021" y="442863"/>
                  </a:lnTo>
                  <a:lnTo>
                    <a:pt x="39190" y="404714"/>
                  </a:lnTo>
                  <a:lnTo>
                    <a:pt x="17234" y="362648"/>
                  </a:lnTo>
                  <a:lnTo>
                    <a:pt x="3937" y="317373"/>
                  </a:lnTo>
                </a:path>
              </a:pathLst>
            </a:custGeom>
            <a:ln w="9525">
              <a:solidFill>
                <a:srgbClr val="CC0000"/>
              </a:solidFill>
            </a:ln>
          </p:spPr>
          <p:txBody>
            <a:bodyPr wrap="square" lIns="0" tIns="0" rIns="0" bIns="0" rtlCol="0"/>
            <a:lstStyle/>
            <a:p>
              <a:endParaRPr>
                <a:latin typeface="+mj-lt"/>
              </a:endParaRPr>
            </a:p>
          </p:txBody>
        </p:sp>
        <p:pic>
          <p:nvPicPr>
            <p:cNvPr id="84" name="object 84"/>
            <p:cNvPicPr/>
            <p:nvPr/>
          </p:nvPicPr>
          <p:blipFill>
            <a:blip r:embed="rId45" cstate="print"/>
            <a:stretch>
              <a:fillRect/>
            </a:stretch>
          </p:blipFill>
          <p:spPr>
            <a:xfrm>
              <a:off x="8200514" y="2817851"/>
              <a:ext cx="405655" cy="730038"/>
            </a:xfrm>
            <a:prstGeom prst="rect">
              <a:avLst/>
            </a:prstGeom>
          </p:spPr>
        </p:pic>
        <p:pic>
          <p:nvPicPr>
            <p:cNvPr id="85" name="object 85"/>
            <p:cNvPicPr/>
            <p:nvPr/>
          </p:nvPicPr>
          <p:blipFill>
            <a:blip r:embed="rId46" cstate="print"/>
            <a:stretch>
              <a:fillRect/>
            </a:stretch>
          </p:blipFill>
          <p:spPr>
            <a:xfrm>
              <a:off x="8238743" y="2826639"/>
              <a:ext cx="333817" cy="667893"/>
            </a:xfrm>
            <a:prstGeom prst="rect">
              <a:avLst/>
            </a:prstGeom>
          </p:spPr>
        </p:pic>
        <p:sp>
          <p:nvSpPr>
            <p:cNvPr id="86" name="object 86"/>
            <p:cNvSpPr/>
            <p:nvPr/>
          </p:nvSpPr>
          <p:spPr>
            <a:xfrm>
              <a:off x="8238743" y="2826639"/>
              <a:ext cx="334010" cy="668020"/>
            </a:xfrm>
            <a:custGeom>
              <a:avLst/>
              <a:gdLst/>
              <a:ahLst/>
              <a:cxnLst/>
              <a:rect l="l" t="t" r="r" b="b"/>
              <a:pathLst>
                <a:path w="334009" h="668020">
                  <a:moveTo>
                    <a:pt x="333755" y="308737"/>
                  </a:moveTo>
                  <a:lnTo>
                    <a:pt x="329386" y="353459"/>
                  </a:lnTo>
                  <a:lnTo>
                    <a:pt x="316735" y="395884"/>
                  </a:lnTo>
                  <a:lnTo>
                    <a:pt x="296493" y="435444"/>
                  </a:lnTo>
                  <a:lnTo>
                    <a:pt x="269345" y="471571"/>
                  </a:lnTo>
                  <a:lnTo>
                    <a:pt x="235981" y="503697"/>
                  </a:lnTo>
                  <a:lnTo>
                    <a:pt x="197089" y="531256"/>
                  </a:lnTo>
                  <a:lnTo>
                    <a:pt x="153357" y="553678"/>
                  </a:lnTo>
                  <a:lnTo>
                    <a:pt x="105472" y="570397"/>
                  </a:lnTo>
                  <a:lnTo>
                    <a:pt x="54124" y="580845"/>
                  </a:lnTo>
                  <a:lnTo>
                    <a:pt x="0" y="584453"/>
                  </a:lnTo>
                  <a:lnTo>
                    <a:pt x="0" y="667893"/>
                  </a:lnTo>
                  <a:lnTo>
                    <a:pt x="54124" y="664284"/>
                  </a:lnTo>
                  <a:lnTo>
                    <a:pt x="105472" y="653836"/>
                  </a:lnTo>
                  <a:lnTo>
                    <a:pt x="153357" y="637117"/>
                  </a:lnTo>
                  <a:lnTo>
                    <a:pt x="197089" y="614695"/>
                  </a:lnTo>
                  <a:lnTo>
                    <a:pt x="235981" y="587136"/>
                  </a:lnTo>
                  <a:lnTo>
                    <a:pt x="269345" y="555010"/>
                  </a:lnTo>
                  <a:lnTo>
                    <a:pt x="296493" y="518883"/>
                  </a:lnTo>
                  <a:lnTo>
                    <a:pt x="316735" y="479323"/>
                  </a:lnTo>
                  <a:lnTo>
                    <a:pt x="329386" y="436898"/>
                  </a:lnTo>
                  <a:lnTo>
                    <a:pt x="333755" y="392175"/>
                  </a:lnTo>
                  <a:lnTo>
                    <a:pt x="333755" y="308737"/>
                  </a:lnTo>
                  <a:lnTo>
                    <a:pt x="329042" y="262454"/>
                  </a:lnTo>
                  <a:lnTo>
                    <a:pt x="315360" y="218392"/>
                  </a:lnTo>
                  <a:lnTo>
                    <a:pt x="293398" y="177283"/>
                  </a:lnTo>
                  <a:lnTo>
                    <a:pt x="263842" y="139858"/>
                  </a:lnTo>
                  <a:lnTo>
                    <a:pt x="227381" y="106851"/>
                  </a:lnTo>
                  <a:lnTo>
                    <a:pt x="184701" y="78994"/>
                  </a:lnTo>
                  <a:lnTo>
                    <a:pt x="136491" y="57018"/>
                  </a:lnTo>
                  <a:lnTo>
                    <a:pt x="83438" y="41656"/>
                  </a:lnTo>
                  <a:lnTo>
                    <a:pt x="83438" y="0"/>
                  </a:lnTo>
                  <a:lnTo>
                    <a:pt x="0" y="74675"/>
                  </a:lnTo>
                  <a:lnTo>
                    <a:pt x="83438" y="166877"/>
                  </a:lnTo>
                  <a:lnTo>
                    <a:pt x="83438" y="125095"/>
                  </a:lnTo>
                  <a:lnTo>
                    <a:pt x="136742" y="140567"/>
                  </a:lnTo>
                  <a:lnTo>
                    <a:pt x="185315" y="162784"/>
                  </a:lnTo>
                  <a:lnTo>
                    <a:pt x="228380" y="191042"/>
                  </a:lnTo>
                  <a:lnTo>
                    <a:pt x="265154" y="224636"/>
                  </a:lnTo>
                  <a:lnTo>
                    <a:pt x="294860" y="262862"/>
                  </a:lnTo>
                  <a:lnTo>
                    <a:pt x="316717" y="305015"/>
                  </a:lnTo>
                  <a:lnTo>
                    <a:pt x="329946" y="350393"/>
                  </a:lnTo>
                </a:path>
              </a:pathLst>
            </a:custGeom>
            <a:ln w="9525">
              <a:solidFill>
                <a:srgbClr val="CC0000"/>
              </a:solidFill>
            </a:ln>
          </p:spPr>
          <p:txBody>
            <a:bodyPr wrap="square" lIns="0" tIns="0" rIns="0" bIns="0" rtlCol="0"/>
            <a:lstStyle/>
            <a:p>
              <a:endParaRPr>
                <a:latin typeface="+mj-lt"/>
              </a:endParaRPr>
            </a:p>
          </p:txBody>
        </p:sp>
        <p:pic>
          <p:nvPicPr>
            <p:cNvPr id="87" name="object 87"/>
            <p:cNvPicPr/>
            <p:nvPr/>
          </p:nvPicPr>
          <p:blipFill>
            <a:blip r:embed="rId47" cstate="print"/>
            <a:stretch>
              <a:fillRect/>
            </a:stretch>
          </p:blipFill>
          <p:spPr>
            <a:xfrm>
              <a:off x="7034783" y="3375672"/>
              <a:ext cx="2189987" cy="1158227"/>
            </a:xfrm>
            <a:prstGeom prst="rect">
              <a:avLst/>
            </a:prstGeom>
          </p:spPr>
        </p:pic>
        <p:pic>
          <p:nvPicPr>
            <p:cNvPr id="88" name="object 88"/>
            <p:cNvPicPr/>
            <p:nvPr/>
          </p:nvPicPr>
          <p:blipFill>
            <a:blip r:embed="rId48" cstate="print"/>
            <a:stretch>
              <a:fillRect/>
            </a:stretch>
          </p:blipFill>
          <p:spPr>
            <a:xfrm>
              <a:off x="7112507" y="3648443"/>
              <a:ext cx="2072640" cy="842784"/>
            </a:xfrm>
            <a:prstGeom prst="rect">
              <a:avLst/>
            </a:prstGeom>
          </p:spPr>
        </p:pic>
        <p:pic>
          <p:nvPicPr>
            <p:cNvPr id="89" name="object 89"/>
            <p:cNvPicPr/>
            <p:nvPr/>
          </p:nvPicPr>
          <p:blipFill>
            <a:blip r:embed="rId49" cstate="print"/>
            <a:stretch>
              <a:fillRect/>
            </a:stretch>
          </p:blipFill>
          <p:spPr>
            <a:xfrm>
              <a:off x="7082027" y="3403092"/>
              <a:ext cx="2100072" cy="1068324"/>
            </a:xfrm>
            <a:prstGeom prst="rect">
              <a:avLst/>
            </a:prstGeom>
          </p:spPr>
        </p:pic>
        <p:sp>
          <p:nvSpPr>
            <p:cNvPr id="90" name="object 90"/>
            <p:cNvSpPr/>
            <p:nvPr/>
          </p:nvSpPr>
          <p:spPr>
            <a:xfrm>
              <a:off x="7082027" y="3403092"/>
              <a:ext cx="2100580" cy="1068705"/>
            </a:xfrm>
            <a:custGeom>
              <a:avLst/>
              <a:gdLst/>
              <a:ahLst/>
              <a:cxnLst/>
              <a:rect l="l" t="t" r="r" b="b"/>
              <a:pathLst>
                <a:path w="2100579" h="1068704">
                  <a:moveTo>
                    <a:pt x="2100072" y="178054"/>
                  </a:moveTo>
                  <a:lnTo>
                    <a:pt x="2076875" y="215436"/>
                  </a:lnTo>
                  <a:lnTo>
                    <a:pt x="2037117" y="238903"/>
                  </a:lnTo>
                  <a:lnTo>
                    <a:pt x="1979585" y="260926"/>
                  </a:lnTo>
                  <a:lnTo>
                    <a:pt x="1905698" y="281262"/>
                  </a:lnTo>
                  <a:lnTo>
                    <a:pt x="1863067" y="290722"/>
                  </a:lnTo>
                  <a:lnTo>
                    <a:pt x="1816880" y="299670"/>
                  </a:lnTo>
                  <a:lnTo>
                    <a:pt x="1767316" y="308075"/>
                  </a:lnTo>
                  <a:lnTo>
                    <a:pt x="1714552" y="315908"/>
                  </a:lnTo>
                  <a:lnTo>
                    <a:pt x="1658767" y="323139"/>
                  </a:lnTo>
                  <a:lnTo>
                    <a:pt x="1600137" y="329736"/>
                  </a:lnTo>
                  <a:lnTo>
                    <a:pt x="1538841" y="335670"/>
                  </a:lnTo>
                  <a:lnTo>
                    <a:pt x="1475056" y="340911"/>
                  </a:lnTo>
                  <a:lnTo>
                    <a:pt x="1408960" y="345429"/>
                  </a:lnTo>
                  <a:lnTo>
                    <a:pt x="1340730" y="349193"/>
                  </a:lnTo>
                  <a:lnTo>
                    <a:pt x="1270546" y="352173"/>
                  </a:lnTo>
                  <a:lnTo>
                    <a:pt x="1198583" y="354339"/>
                  </a:lnTo>
                  <a:lnTo>
                    <a:pt x="1125020" y="355660"/>
                  </a:lnTo>
                  <a:lnTo>
                    <a:pt x="1050036" y="356108"/>
                  </a:lnTo>
                  <a:lnTo>
                    <a:pt x="975051" y="355660"/>
                  </a:lnTo>
                  <a:lnTo>
                    <a:pt x="901488" y="354339"/>
                  </a:lnTo>
                  <a:lnTo>
                    <a:pt x="829525" y="352173"/>
                  </a:lnTo>
                  <a:lnTo>
                    <a:pt x="759341" y="349193"/>
                  </a:lnTo>
                  <a:lnTo>
                    <a:pt x="691111" y="345429"/>
                  </a:lnTo>
                  <a:lnTo>
                    <a:pt x="625015" y="340911"/>
                  </a:lnTo>
                  <a:lnTo>
                    <a:pt x="561230" y="335670"/>
                  </a:lnTo>
                  <a:lnTo>
                    <a:pt x="499934" y="329736"/>
                  </a:lnTo>
                  <a:lnTo>
                    <a:pt x="441304" y="323139"/>
                  </a:lnTo>
                  <a:lnTo>
                    <a:pt x="385519" y="315908"/>
                  </a:lnTo>
                  <a:lnTo>
                    <a:pt x="332755" y="308075"/>
                  </a:lnTo>
                  <a:lnTo>
                    <a:pt x="283191" y="299670"/>
                  </a:lnTo>
                  <a:lnTo>
                    <a:pt x="237004" y="290722"/>
                  </a:lnTo>
                  <a:lnTo>
                    <a:pt x="194373" y="281262"/>
                  </a:lnTo>
                  <a:lnTo>
                    <a:pt x="155474" y="271320"/>
                  </a:lnTo>
                  <a:lnTo>
                    <a:pt x="89587" y="250110"/>
                  </a:lnTo>
                  <a:lnTo>
                    <a:pt x="40764" y="227335"/>
                  </a:lnTo>
                  <a:lnTo>
                    <a:pt x="10428" y="203236"/>
                  </a:lnTo>
                  <a:lnTo>
                    <a:pt x="2636" y="190765"/>
                  </a:lnTo>
                  <a:lnTo>
                    <a:pt x="0" y="178054"/>
                  </a:lnTo>
                </a:path>
                <a:path w="2100579" h="1068704">
                  <a:moveTo>
                    <a:pt x="0" y="178054"/>
                  </a:moveTo>
                  <a:lnTo>
                    <a:pt x="23196" y="140671"/>
                  </a:lnTo>
                  <a:lnTo>
                    <a:pt x="62954" y="117204"/>
                  </a:lnTo>
                  <a:lnTo>
                    <a:pt x="120486" y="95181"/>
                  </a:lnTo>
                  <a:lnTo>
                    <a:pt x="194373" y="74845"/>
                  </a:lnTo>
                  <a:lnTo>
                    <a:pt x="237004" y="65385"/>
                  </a:lnTo>
                  <a:lnTo>
                    <a:pt x="283191" y="56437"/>
                  </a:lnTo>
                  <a:lnTo>
                    <a:pt x="332755" y="48032"/>
                  </a:lnTo>
                  <a:lnTo>
                    <a:pt x="385519" y="40199"/>
                  </a:lnTo>
                  <a:lnTo>
                    <a:pt x="441304" y="32968"/>
                  </a:lnTo>
                  <a:lnTo>
                    <a:pt x="499934" y="26371"/>
                  </a:lnTo>
                  <a:lnTo>
                    <a:pt x="561230" y="20437"/>
                  </a:lnTo>
                  <a:lnTo>
                    <a:pt x="625015" y="15196"/>
                  </a:lnTo>
                  <a:lnTo>
                    <a:pt x="691111" y="10678"/>
                  </a:lnTo>
                  <a:lnTo>
                    <a:pt x="759341" y="6914"/>
                  </a:lnTo>
                  <a:lnTo>
                    <a:pt x="829525" y="3934"/>
                  </a:lnTo>
                  <a:lnTo>
                    <a:pt x="901488" y="1768"/>
                  </a:lnTo>
                  <a:lnTo>
                    <a:pt x="975051" y="447"/>
                  </a:lnTo>
                  <a:lnTo>
                    <a:pt x="1050036" y="0"/>
                  </a:lnTo>
                  <a:lnTo>
                    <a:pt x="1125020" y="447"/>
                  </a:lnTo>
                  <a:lnTo>
                    <a:pt x="1198583" y="1768"/>
                  </a:lnTo>
                  <a:lnTo>
                    <a:pt x="1270546" y="3934"/>
                  </a:lnTo>
                  <a:lnTo>
                    <a:pt x="1340730" y="6914"/>
                  </a:lnTo>
                  <a:lnTo>
                    <a:pt x="1408960" y="10678"/>
                  </a:lnTo>
                  <a:lnTo>
                    <a:pt x="1475056" y="15196"/>
                  </a:lnTo>
                  <a:lnTo>
                    <a:pt x="1538841" y="20437"/>
                  </a:lnTo>
                  <a:lnTo>
                    <a:pt x="1600137" y="26371"/>
                  </a:lnTo>
                  <a:lnTo>
                    <a:pt x="1658767" y="32968"/>
                  </a:lnTo>
                  <a:lnTo>
                    <a:pt x="1714552" y="40199"/>
                  </a:lnTo>
                  <a:lnTo>
                    <a:pt x="1767316" y="48032"/>
                  </a:lnTo>
                  <a:lnTo>
                    <a:pt x="1816880" y="56437"/>
                  </a:lnTo>
                  <a:lnTo>
                    <a:pt x="1863067" y="65385"/>
                  </a:lnTo>
                  <a:lnTo>
                    <a:pt x="1905698" y="74845"/>
                  </a:lnTo>
                  <a:lnTo>
                    <a:pt x="1944597" y="84787"/>
                  </a:lnTo>
                  <a:lnTo>
                    <a:pt x="2010484" y="105997"/>
                  </a:lnTo>
                  <a:lnTo>
                    <a:pt x="2059307" y="128772"/>
                  </a:lnTo>
                  <a:lnTo>
                    <a:pt x="2089643" y="152871"/>
                  </a:lnTo>
                  <a:lnTo>
                    <a:pt x="2100072" y="178054"/>
                  </a:lnTo>
                  <a:lnTo>
                    <a:pt x="2100072" y="890270"/>
                  </a:lnTo>
                  <a:lnTo>
                    <a:pt x="2076875" y="927652"/>
                  </a:lnTo>
                  <a:lnTo>
                    <a:pt x="2037117" y="951119"/>
                  </a:lnTo>
                  <a:lnTo>
                    <a:pt x="1979585" y="973142"/>
                  </a:lnTo>
                  <a:lnTo>
                    <a:pt x="1905698" y="993478"/>
                  </a:lnTo>
                  <a:lnTo>
                    <a:pt x="1863067" y="1002938"/>
                  </a:lnTo>
                  <a:lnTo>
                    <a:pt x="1816880" y="1011886"/>
                  </a:lnTo>
                  <a:lnTo>
                    <a:pt x="1767316" y="1020291"/>
                  </a:lnTo>
                  <a:lnTo>
                    <a:pt x="1714552" y="1028124"/>
                  </a:lnTo>
                  <a:lnTo>
                    <a:pt x="1658767" y="1035355"/>
                  </a:lnTo>
                  <a:lnTo>
                    <a:pt x="1600137" y="1041952"/>
                  </a:lnTo>
                  <a:lnTo>
                    <a:pt x="1538841" y="1047886"/>
                  </a:lnTo>
                  <a:lnTo>
                    <a:pt x="1475056" y="1053127"/>
                  </a:lnTo>
                  <a:lnTo>
                    <a:pt x="1408960" y="1057645"/>
                  </a:lnTo>
                  <a:lnTo>
                    <a:pt x="1340730" y="1061409"/>
                  </a:lnTo>
                  <a:lnTo>
                    <a:pt x="1270546" y="1064389"/>
                  </a:lnTo>
                  <a:lnTo>
                    <a:pt x="1198583" y="1066555"/>
                  </a:lnTo>
                  <a:lnTo>
                    <a:pt x="1125020" y="1067876"/>
                  </a:lnTo>
                  <a:lnTo>
                    <a:pt x="1050036" y="1068324"/>
                  </a:lnTo>
                  <a:lnTo>
                    <a:pt x="975051" y="1067876"/>
                  </a:lnTo>
                  <a:lnTo>
                    <a:pt x="901488" y="1066555"/>
                  </a:lnTo>
                  <a:lnTo>
                    <a:pt x="829525" y="1064389"/>
                  </a:lnTo>
                  <a:lnTo>
                    <a:pt x="759341" y="1061409"/>
                  </a:lnTo>
                  <a:lnTo>
                    <a:pt x="691111" y="1057645"/>
                  </a:lnTo>
                  <a:lnTo>
                    <a:pt x="625015" y="1053127"/>
                  </a:lnTo>
                  <a:lnTo>
                    <a:pt x="561230" y="1047886"/>
                  </a:lnTo>
                  <a:lnTo>
                    <a:pt x="499934" y="1041952"/>
                  </a:lnTo>
                  <a:lnTo>
                    <a:pt x="441304" y="1035355"/>
                  </a:lnTo>
                  <a:lnTo>
                    <a:pt x="385519" y="1028124"/>
                  </a:lnTo>
                  <a:lnTo>
                    <a:pt x="332755" y="1020291"/>
                  </a:lnTo>
                  <a:lnTo>
                    <a:pt x="283191" y="1011886"/>
                  </a:lnTo>
                  <a:lnTo>
                    <a:pt x="237004" y="1002938"/>
                  </a:lnTo>
                  <a:lnTo>
                    <a:pt x="194373" y="993478"/>
                  </a:lnTo>
                  <a:lnTo>
                    <a:pt x="155474" y="983536"/>
                  </a:lnTo>
                  <a:lnTo>
                    <a:pt x="89587" y="962326"/>
                  </a:lnTo>
                  <a:lnTo>
                    <a:pt x="40764" y="939551"/>
                  </a:lnTo>
                  <a:lnTo>
                    <a:pt x="10428" y="915452"/>
                  </a:lnTo>
                  <a:lnTo>
                    <a:pt x="0" y="890270"/>
                  </a:lnTo>
                  <a:lnTo>
                    <a:pt x="0" y="178054"/>
                  </a:lnTo>
                  <a:close/>
                </a:path>
              </a:pathLst>
            </a:custGeom>
            <a:ln w="9525">
              <a:solidFill>
                <a:srgbClr val="1177EB"/>
              </a:solidFill>
            </a:ln>
          </p:spPr>
          <p:txBody>
            <a:bodyPr wrap="square" lIns="0" tIns="0" rIns="0" bIns="0" rtlCol="0"/>
            <a:lstStyle/>
            <a:p>
              <a:endParaRPr>
                <a:latin typeface="+mj-lt"/>
              </a:endParaRPr>
            </a:p>
          </p:txBody>
        </p:sp>
      </p:grpSp>
      <p:sp>
        <p:nvSpPr>
          <p:cNvPr id="91" name="object 91"/>
          <p:cNvSpPr txBox="1"/>
          <p:nvPr/>
        </p:nvSpPr>
        <p:spPr>
          <a:xfrm>
            <a:off x="7243953" y="3699764"/>
            <a:ext cx="1777364" cy="635635"/>
          </a:xfrm>
          <a:prstGeom prst="rect">
            <a:avLst/>
          </a:prstGeom>
        </p:spPr>
        <p:txBody>
          <a:bodyPr vert="horz" wrap="square" lIns="0" tIns="16510" rIns="0" bIns="0" rtlCol="0">
            <a:spAutoFit/>
          </a:bodyPr>
          <a:lstStyle/>
          <a:p>
            <a:pPr algn="ctr">
              <a:lnSpc>
                <a:spcPct val="100000"/>
              </a:lnSpc>
              <a:spcBef>
                <a:spcPts val="130"/>
              </a:spcBef>
            </a:pPr>
            <a:r>
              <a:rPr sz="1300" b="1" spc="20" dirty="0">
                <a:solidFill>
                  <a:srgbClr val="001F5F"/>
                </a:solidFill>
                <a:latin typeface="+mj-lt"/>
                <a:cs typeface="Calibri"/>
              </a:rPr>
              <a:t>MDRM</a:t>
            </a:r>
            <a:r>
              <a:rPr sz="1300" b="1" spc="-35" dirty="0">
                <a:solidFill>
                  <a:srgbClr val="001F5F"/>
                </a:solidFill>
                <a:latin typeface="+mj-lt"/>
                <a:cs typeface="Calibri"/>
              </a:rPr>
              <a:t> </a:t>
            </a:r>
            <a:r>
              <a:rPr sz="1300" b="1" spc="10" dirty="0">
                <a:solidFill>
                  <a:srgbClr val="001F5F"/>
                </a:solidFill>
                <a:latin typeface="+mj-lt"/>
                <a:cs typeface="Calibri"/>
              </a:rPr>
              <a:t>V10</a:t>
            </a:r>
            <a:endParaRPr sz="1300">
              <a:latin typeface="+mj-lt"/>
              <a:cs typeface="Calibri"/>
            </a:endParaRPr>
          </a:p>
          <a:p>
            <a:pPr marL="12700" marR="5080" algn="ctr">
              <a:lnSpc>
                <a:spcPts val="1610"/>
              </a:lnSpc>
              <a:spcBef>
                <a:spcPts val="50"/>
              </a:spcBef>
            </a:pPr>
            <a:r>
              <a:rPr sz="1300" b="1" spc="5" dirty="0">
                <a:solidFill>
                  <a:srgbClr val="001F5F"/>
                </a:solidFill>
                <a:latin typeface="+mj-lt"/>
                <a:cs typeface="Calibri"/>
              </a:rPr>
              <a:t>Master</a:t>
            </a:r>
            <a:r>
              <a:rPr sz="1300" b="1" spc="-15" dirty="0">
                <a:solidFill>
                  <a:srgbClr val="001F5F"/>
                </a:solidFill>
                <a:latin typeface="+mj-lt"/>
                <a:cs typeface="Calibri"/>
              </a:rPr>
              <a:t> </a:t>
            </a:r>
            <a:r>
              <a:rPr sz="1300" b="1" spc="5" dirty="0">
                <a:solidFill>
                  <a:srgbClr val="001F5F"/>
                </a:solidFill>
                <a:latin typeface="+mj-lt"/>
                <a:cs typeface="Calibri"/>
              </a:rPr>
              <a:t>Data</a:t>
            </a:r>
            <a:r>
              <a:rPr sz="1300" b="1" spc="-25" dirty="0">
                <a:solidFill>
                  <a:srgbClr val="001F5F"/>
                </a:solidFill>
                <a:latin typeface="+mj-lt"/>
                <a:cs typeface="Calibri"/>
              </a:rPr>
              <a:t> </a:t>
            </a:r>
            <a:r>
              <a:rPr sz="1300" b="1" spc="15" dirty="0">
                <a:solidFill>
                  <a:srgbClr val="001F5F"/>
                </a:solidFill>
                <a:latin typeface="+mj-lt"/>
                <a:cs typeface="Calibri"/>
              </a:rPr>
              <a:t>Governance </a:t>
            </a:r>
            <a:r>
              <a:rPr sz="1300" b="1" spc="-280" dirty="0">
                <a:solidFill>
                  <a:srgbClr val="001F5F"/>
                </a:solidFill>
                <a:latin typeface="+mj-lt"/>
                <a:cs typeface="Calibri"/>
              </a:rPr>
              <a:t> </a:t>
            </a:r>
            <a:r>
              <a:rPr sz="1300" b="1" spc="10" dirty="0">
                <a:solidFill>
                  <a:srgbClr val="001F5F"/>
                </a:solidFill>
                <a:latin typeface="+mj-lt"/>
                <a:cs typeface="Calibri"/>
              </a:rPr>
              <a:t>Solution</a:t>
            </a:r>
            <a:endParaRPr sz="1300">
              <a:latin typeface="+mj-lt"/>
              <a:cs typeface="Calibri"/>
            </a:endParaRPr>
          </a:p>
        </p:txBody>
      </p:sp>
      <p:grpSp>
        <p:nvGrpSpPr>
          <p:cNvPr id="92" name="object 92"/>
          <p:cNvGrpSpPr/>
          <p:nvPr/>
        </p:nvGrpSpPr>
        <p:grpSpPr>
          <a:xfrm>
            <a:off x="5806440" y="1260347"/>
            <a:ext cx="3075940" cy="2143125"/>
            <a:chOff x="5806440" y="1260347"/>
            <a:chExt cx="3075940" cy="2143125"/>
          </a:xfrm>
        </p:grpSpPr>
        <p:pic>
          <p:nvPicPr>
            <p:cNvPr id="93" name="object 93"/>
            <p:cNvPicPr/>
            <p:nvPr/>
          </p:nvPicPr>
          <p:blipFill>
            <a:blip r:embed="rId50" cstate="print"/>
            <a:stretch>
              <a:fillRect/>
            </a:stretch>
          </p:blipFill>
          <p:spPr>
            <a:xfrm>
              <a:off x="5806440" y="1260347"/>
              <a:ext cx="3075432" cy="2142743"/>
            </a:xfrm>
            <a:prstGeom prst="rect">
              <a:avLst/>
            </a:prstGeom>
          </p:spPr>
        </p:pic>
        <p:pic>
          <p:nvPicPr>
            <p:cNvPr id="94" name="object 94"/>
            <p:cNvPicPr/>
            <p:nvPr/>
          </p:nvPicPr>
          <p:blipFill>
            <a:blip r:embed="rId51" cstate="print"/>
            <a:stretch>
              <a:fillRect/>
            </a:stretch>
          </p:blipFill>
          <p:spPr>
            <a:xfrm>
              <a:off x="7406640" y="1306080"/>
              <a:ext cx="1075931" cy="766559"/>
            </a:xfrm>
            <a:prstGeom prst="rect">
              <a:avLst/>
            </a:prstGeom>
          </p:spPr>
        </p:pic>
        <p:pic>
          <p:nvPicPr>
            <p:cNvPr id="95" name="object 95"/>
            <p:cNvPicPr/>
            <p:nvPr/>
          </p:nvPicPr>
          <p:blipFill>
            <a:blip r:embed="rId52" cstate="print"/>
            <a:stretch>
              <a:fillRect/>
            </a:stretch>
          </p:blipFill>
          <p:spPr>
            <a:xfrm>
              <a:off x="7144537" y="1287748"/>
              <a:ext cx="1693903" cy="758050"/>
            </a:xfrm>
            <a:prstGeom prst="rect">
              <a:avLst/>
            </a:prstGeom>
          </p:spPr>
        </p:pic>
        <p:pic>
          <p:nvPicPr>
            <p:cNvPr id="96" name="object 96"/>
            <p:cNvPicPr/>
            <p:nvPr/>
          </p:nvPicPr>
          <p:blipFill>
            <a:blip r:embed="rId53" cstate="print"/>
            <a:stretch>
              <a:fillRect/>
            </a:stretch>
          </p:blipFill>
          <p:spPr>
            <a:xfrm>
              <a:off x="5854319" y="3298571"/>
              <a:ext cx="42163" cy="42163"/>
            </a:xfrm>
            <a:prstGeom prst="rect">
              <a:avLst/>
            </a:prstGeom>
          </p:spPr>
        </p:pic>
        <p:pic>
          <p:nvPicPr>
            <p:cNvPr id="97" name="object 97"/>
            <p:cNvPicPr/>
            <p:nvPr/>
          </p:nvPicPr>
          <p:blipFill>
            <a:blip r:embed="rId54" cstate="print"/>
            <a:stretch>
              <a:fillRect/>
            </a:stretch>
          </p:blipFill>
          <p:spPr>
            <a:xfrm>
              <a:off x="6387211" y="2844164"/>
              <a:ext cx="84327" cy="84327"/>
            </a:xfrm>
            <a:prstGeom prst="rect">
              <a:avLst/>
            </a:prstGeom>
          </p:spPr>
        </p:pic>
        <p:pic>
          <p:nvPicPr>
            <p:cNvPr id="98" name="object 98"/>
            <p:cNvPicPr/>
            <p:nvPr/>
          </p:nvPicPr>
          <p:blipFill>
            <a:blip r:embed="rId55" cstate="print"/>
            <a:stretch>
              <a:fillRect/>
            </a:stretch>
          </p:blipFill>
          <p:spPr>
            <a:xfrm>
              <a:off x="6953123" y="2363597"/>
              <a:ext cx="126492" cy="126491"/>
            </a:xfrm>
            <a:prstGeom prst="rect">
              <a:avLst/>
            </a:prstGeom>
          </p:spPr>
        </p:pic>
        <p:sp>
          <p:nvSpPr>
            <p:cNvPr id="99" name="object 99"/>
            <p:cNvSpPr/>
            <p:nvPr/>
          </p:nvSpPr>
          <p:spPr>
            <a:xfrm>
              <a:off x="5854319" y="1287748"/>
              <a:ext cx="2984500" cy="2053589"/>
            </a:xfrm>
            <a:custGeom>
              <a:avLst/>
              <a:gdLst/>
              <a:ahLst/>
              <a:cxnLst/>
              <a:rect l="l" t="t" r="r" b="b"/>
              <a:pathLst>
                <a:path w="2984500" h="2053589">
                  <a:moveTo>
                    <a:pt x="1443101" y="249459"/>
                  </a:moveTo>
                  <a:lnTo>
                    <a:pt x="1454005" y="176863"/>
                  </a:lnTo>
                  <a:lnTo>
                    <a:pt x="1478330" y="144580"/>
                  </a:lnTo>
                  <a:lnTo>
                    <a:pt x="1513421" y="116431"/>
                  </a:lnTo>
                  <a:lnTo>
                    <a:pt x="1557915" y="93510"/>
                  </a:lnTo>
                  <a:lnTo>
                    <a:pt x="1610452" y="76910"/>
                  </a:lnTo>
                  <a:lnTo>
                    <a:pt x="1669669" y="67722"/>
                  </a:lnTo>
                  <a:lnTo>
                    <a:pt x="1713714" y="66295"/>
                  </a:lnTo>
                  <a:lnTo>
                    <a:pt x="1757235" y="69357"/>
                  </a:lnTo>
                  <a:lnTo>
                    <a:pt x="1799328" y="76777"/>
                  </a:lnTo>
                  <a:lnTo>
                    <a:pt x="1839086" y="88423"/>
                  </a:lnTo>
                  <a:lnTo>
                    <a:pt x="1871775" y="60556"/>
                  </a:lnTo>
                  <a:lnTo>
                    <a:pt x="1913819" y="39641"/>
                  </a:lnTo>
                  <a:lnTo>
                    <a:pt x="1962530" y="26177"/>
                  </a:lnTo>
                  <a:lnTo>
                    <a:pt x="2015221" y="20662"/>
                  </a:lnTo>
                  <a:lnTo>
                    <a:pt x="2069203" y="23592"/>
                  </a:lnTo>
                  <a:lnTo>
                    <a:pt x="2121788" y="35464"/>
                  </a:lnTo>
                  <a:lnTo>
                    <a:pt x="2159168" y="51073"/>
                  </a:lnTo>
                  <a:lnTo>
                    <a:pt x="2170303" y="57308"/>
                  </a:lnTo>
                  <a:lnTo>
                    <a:pt x="2202240" y="30111"/>
                  </a:lnTo>
                  <a:lnTo>
                    <a:pt x="2244938" y="11058"/>
                  </a:lnTo>
                  <a:lnTo>
                    <a:pt x="2294615" y="917"/>
                  </a:lnTo>
                  <a:lnTo>
                    <a:pt x="2347493" y="457"/>
                  </a:lnTo>
                  <a:lnTo>
                    <a:pt x="2399791" y="10445"/>
                  </a:lnTo>
                  <a:lnTo>
                    <a:pt x="2416744" y="16363"/>
                  </a:lnTo>
                  <a:lnTo>
                    <a:pt x="2432446" y="23399"/>
                  </a:lnTo>
                  <a:lnTo>
                    <a:pt x="2446744" y="31484"/>
                  </a:lnTo>
                  <a:lnTo>
                    <a:pt x="2459481" y="40544"/>
                  </a:lnTo>
                  <a:lnTo>
                    <a:pt x="2497377" y="19739"/>
                  </a:lnTo>
                  <a:lnTo>
                    <a:pt x="2541411" y="6179"/>
                  </a:lnTo>
                  <a:lnTo>
                    <a:pt x="2589022" y="0"/>
                  </a:lnTo>
                  <a:lnTo>
                    <a:pt x="2637648" y="1334"/>
                  </a:lnTo>
                  <a:lnTo>
                    <a:pt x="2684730" y="10317"/>
                  </a:lnTo>
                  <a:lnTo>
                    <a:pt x="2727705" y="27082"/>
                  </a:lnTo>
                  <a:lnTo>
                    <a:pt x="2769600" y="57610"/>
                  </a:lnTo>
                  <a:lnTo>
                    <a:pt x="2791967" y="94900"/>
                  </a:lnTo>
                  <a:lnTo>
                    <a:pt x="2843624" y="108229"/>
                  </a:lnTo>
                  <a:lnTo>
                    <a:pt x="2886277" y="128678"/>
                  </a:lnTo>
                  <a:lnTo>
                    <a:pt x="2918523" y="154749"/>
                  </a:lnTo>
                  <a:lnTo>
                    <a:pt x="2938958" y="184948"/>
                  </a:lnTo>
                  <a:lnTo>
                    <a:pt x="2946178" y="217779"/>
                  </a:lnTo>
                  <a:lnTo>
                    <a:pt x="2938779" y="251745"/>
                  </a:lnTo>
                  <a:lnTo>
                    <a:pt x="2936239" y="257460"/>
                  </a:lnTo>
                  <a:lnTo>
                    <a:pt x="2933064" y="263175"/>
                  </a:lnTo>
                  <a:lnTo>
                    <a:pt x="2929254" y="268636"/>
                  </a:lnTo>
                  <a:lnTo>
                    <a:pt x="2960763" y="300669"/>
                  </a:lnTo>
                  <a:lnTo>
                    <a:pt x="2978955" y="335115"/>
                  </a:lnTo>
                  <a:lnTo>
                    <a:pt x="2984122" y="370607"/>
                  </a:lnTo>
                  <a:lnTo>
                    <a:pt x="2976555" y="405778"/>
                  </a:lnTo>
                  <a:lnTo>
                    <a:pt x="2956545" y="439264"/>
                  </a:lnTo>
                  <a:lnTo>
                    <a:pt x="2924383" y="469698"/>
                  </a:lnTo>
                  <a:lnTo>
                    <a:pt x="2880359" y="495712"/>
                  </a:lnTo>
                  <a:lnTo>
                    <a:pt x="2821638" y="516556"/>
                  </a:lnTo>
                  <a:lnTo>
                    <a:pt x="2756154" y="527589"/>
                  </a:lnTo>
                  <a:lnTo>
                    <a:pt x="2747573" y="564287"/>
                  </a:lnTo>
                  <a:lnTo>
                    <a:pt x="2724295" y="597185"/>
                  </a:lnTo>
                  <a:lnTo>
                    <a:pt x="2688494" y="624982"/>
                  </a:lnTo>
                  <a:lnTo>
                    <a:pt x="2642343" y="646377"/>
                  </a:lnTo>
                  <a:lnTo>
                    <a:pt x="2588014" y="660066"/>
                  </a:lnTo>
                  <a:lnTo>
                    <a:pt x="2527680" y="664749"/>
                  </a:lnTo>
                  <a:lnTo>
                    <a:pt x="2496508" y="663261"/>
                  </a:lnTo>
                  <a:lnTo>
                    <a:pt x="2466133" y="659225"/>
                  </a:lnTo>
                  <a:lnTo>
                    <a:pt x="2436973" y="652712"/>
                  </a:lnTo>
                  <a:lnTo>
                    <a:pt x="2409444" y="643794"/>
                  </a:lnTo>
                  <a:lnTo>
                    <a:pt x="2388823" y="674035"/>
                  </a:lnTo>
                  <a:lnTo>
                    <a:pt x="2359658" y="700363"/>
                  </a:lnTo>
                  <a:lnTo>
                    <a:pt x="2323274" y="722342"/>
                  </a:lnTo>
                  <a:lnTo>
                    <a:pt x="2280999" y="739536"/>
                  </a:lnTo>
                  <a:lnTo>
                    <a:pt x="2234157" y="751510"/>
                  </a:lnTo>
                  <a:lnTo>
                    <a:pt x="2184076" y="757826"/>
                  </a:lnTo>
                  <a:lnTo>
                    <a:pt x="2132081" y="758050"/>
                  </a:lnTo>
                  <a:lnTo>
                    <a:pt x="2079498" y="751744"/>
                  </a:lnTo>
                  <a:lnTo>
                    <a:pt x="2037127" y="741426"/>
                  </a:lnTo>
                  <a:lnTo>
                    <a:pt x="1998567" y="726916"/>
                  </a:lnTo>
                  <a:lnTo>
                    <a:pt x="1964626" y="708596"/>
                  </a:lnTo>
                  <a:lnTo>
                    <a:pt x="1936114" y="686847"/>
                  </a:lnTo>
                  <a:lnTo>
                    <a:pt x="1886982" y="701440"/>
                  </a:lnTo>
                  <a:lnTo>
                    <a:pt x="1835868" y="710202"/>
                  </a:lnTo>
                  <a:lnTo>
                    <a:pt x="1783945" y="713315"/>
                  </a:lnTo>
                  <a:lnTo>
                    <a:pt x="1732382" y="710959"/>
                  </a:lnTo>
                  <a:lnTo>
                    <a:pt x="1682351" y="703315"/>
                  </a:lnTo>
                  <a:lnTo>
                    <a:pt x="1635021" y="690563"/>
                  </a:lnTo>
                  <a:lnTo>
                    <a:pt x="1591564" y="672885"/>
                  </a:lnTo>
                  <a:lnTo>
                    <a:pt x="1553151" y="650462"/>
                  </a:lnTo>
                  <a:lnTo>
                    <a:pt x="1520952" y="623474"/>
                  </a:lnTo>
                  <a:lnTo>
                    <a:pt x="1518792" y="621188"/>
                  </a:lnTo>
                  <a:lnTo>
                    <a:pt x="1517650" y="620172"/>
                  </a:lnTo>
                  <a:lnTo>
                    <a:pt x="1463000" y="618699"/>
                  </a:lnTo>
                  <a:lnTo>
                    <a:pt x="1413599" y="607350"/>
                  </a:lnTo>
                  <a:lnTo>
                    <a:pt x="1372562" y="587620"/>
                  </a:lnTo>
                  <a:lnTo>
                    <a:pt x="1343003" y="561000"/>
                  </a:lnTo>
                  <a:lnTo>
                    <a:pt x="1327777" y="506327"/>
                  </a:lnTo>
                  <a:lnTo>
                    <a:pt x="1335468" y="484393"/>
                  </a:lnTo>
                  <a:lnTo>
                    <a:pt x="1350684" y="463960"/>
                  </a:lnTo>
                  <a:lnTo>
                    <a:pt x="1372997" y="445801"/>
                  </a:lnTo>
                  <a:lnTo>
                    <a:pt x="1322576" y="418209"/>
                  </a:lnTo>
                  <a:lnTo>
                    <a:pt x="1294336" y="382127"/>
                  </a:lnTo>
                  <a:lnTo>
                    <a:pt x="1290218" y="342163"/>
                  </a:lnTo>
                  <a:lnTo>
                    <a:pt x="1312163" y="302926"/>
                  </a:lnTo>
                  <a:lnTo>
                    <a:pt x="1336367" y="283303"/>
                  </a:lnTo>
                  <a:lnTo>
                    <a:pt x="1366916" y="267858"/>
                  </a:lnTo>
                  <a:lnTo>
                    <a:pt x="1402443" y="257153"/>
                  </a:lnTo>
                  <a:lnTo>
                    <a:pt x="1441577" y="251745"/>
                  </a:lnTo>
                  <a:lnTo>
                    <a:pt x="1443101" y="249459"/>
                  </a:lnTo>
                  <a:close/>
                </a:path>
                <a:path w="2984500" h="2053589">
                  <a:moveTo>
                    <a:pt x="42163" y="2031904"/>
                  </a:moveTo>
                  <a:lnTo>
                    <a:pt x="40512" y="2040128"/>
                  </a:lnTo>
                  <a:lnTo>
                    <a:pt x="36004" y="2046827"/>
                  </a:lnTo>
                  <a:lnTo>
                    <a:pt x="29305" y="2051335"/>
                  </a:lnTo>
                  <a:lnTo>
                    <a:pt x="21081" y="2052986"/>
                  </a:lnTo>
                  <a:lnTo>
                    <a:pt x="12912" y="2051335"/>
                  </a:lnTo>
                  <a:lnTo>
                    <a:pt x="6207" y="2046827"/>
                  </a:lnTo>
                  <a:lnTo>
                    <a:pt x="1668" y="2040127"/>
                  </a:lnTo>
                  <a:lnTo>
                    <a:pt x="0" y="2031904"/>
                  </a:lnTo>
                  <a:lnTo>
                    <a:pt x="1668" y="2023735"/>
                  </a:lnTo>
                  <a:lnTo>
                    <a:pt x="6207" y="2017029"/>
                  </a:lnTo>
                  <a:lnTo>
                    <a:pt x="12912" y="2012491"/>
                  </a:lnTo>
                  <a:lnTo>
                    <a:pt x="21081" y="2010822"/>
                  </a:lnTo>
                  <a:lnTo>
                    <a:pt x="29305" y="2012491"/>
                  </a:lnTo>
                  <a:lnTo>
                    <a:pt x="36004" y="2017029"/>
                  </a:lnTo>
                  <a:lnTo>
                    <a:pt x="40513" y="2023735"/>
                  </a:lnTo>
                  <a:lnTo>
                    <a:pt x="42163" y="2031904"/>
                  </a:lnTo>
                  <a:close/>
                </a:path>
              </a:pathLst>
            </a:custGeom>
            <a:ln w="9525">
              <a:solidFill>
                <a:srgbClr val="1177EB"/>
              </a:solidFill>
            </a:ln>
          </p:spPr>
          <p:txBody>
            <a:bodyPr wrap="square" lIns="0" tIns="0" rIns="0" bIns="0" rtlCol="0"/>
            <a:lstStyle/>
            <a:p>
              <a:endParaRPr>
                <a:latin typeface="+mj-lt"/>
              </a:endParaRPr>
            </a:p>
          </p:txBody>
        </p:sp>
        <p:pic>
          <p:nvPicPr>
            <p:cNvPr id="100" name="object 100"/>
            <p:cNvPicPr/>
            <p:nvPr/>
          </p:nvPicPr>
          <p:blipFill>
            <a:blip r:embed="rId56" cstate="print"/>
            <a:stretch>
              <a:fillRect/>
            </a:stretch>
          </p:blipFill>
          <p:spPr>
            <a:xfrm>
              <a:off x="6382448" y="2839402"/>
              <a:ext cx="93852" cy="93852"/>
            </a:xfrm>
            <a:prstGeom prst="rect">
              <a:avLst/>
            </a:prstGeom>
          </p:spPr>
        </p:pic>
        <p:pic>
          <p:nvPicPr>
            <p:cNvPr id="101" name="object 101"/>
            <p:cNvPicPr/>
            <p:nvPr/>
          </p:nvPicPr>
          <p:blipFill>
            <a:blip r:embed="rId57" cstate="print"/>
            <a:stretch>
              <a:fillRect/>
            </a:stretch>
          </p:blipFill>
          <p:spPr>
            <a:xfrm>
              <a:off x="6948360" y="2358834"/>
              <a:ext cx="136017" cy="136016"/>
            </a:xfrm>
            <a:prstGeom prst="rect">
              <a:avLst/>
            </a:prstGeom>
          </p:spPr>
        </p:pic>
        <p:sp>
          <p:nvSpPr>
            <p:cNvPr id="102" name="object 102"/>
            <p:cNvSpPr/>
            <p:nvPr/>
          </p:nvSpPr>
          <p:spPr>
            <a:xfrm>
              <a:off x="7229221" y="1325879"/>
              <a:ext cx="1553845" cy="645795"/>
            </a:xfrm>
            <a:custGeom>
              <a:avLst/>
              <a:gdLst/>
              <a:ahLst/>
              <a:cxnLst/>
              <a:rect l="l" t="t" r="r" b="b"/>
              <a:pathLst>
                <a:path w="1553845" h="645794">
                  <a:moveTo>
                    <a:pt x="99186" y="418719"/>
                  </a:moveTo>
                  <a:lnTo>
                    <a:pt x="73277" y="418750"/>
                  </a:lnTo>
                  <a:lnTo>
                    <a:pt x="47831" y="416401"/>
                  </a:lnTo>
                  <a:lnTo>
                    <a:pt x="23266" y="411718"/>
                  </a:lnTo>
                  <a:lnTo>
                    <a:pt x="0" y="404749"/>
                  </a:lnTo>
                </a:path>
                <a:path w="1553845" h="645794">
                  <a:moveTo>
                    <a:pt x="186817" y="572008"/>
                  </a:moveTo>
                  <a:lnTo>
                    <a:pt x="176226" y="574290"/>
                  </a:lnTo>
                  <a:lnTo>
                    <a:pt x="165433" y="576167"/>
                  </a:lnTo>
                  <a:lnTo>
                    <a:pt x="154473" y="577615"/>
                  </a:lnTo>
                  <a:lnTo>
                    <a:pt x="143382" y="578612"/>
                  </a:lnTo>
                </a:path>
                <a:path w="1553845" h="645794">
                  <a:moveTo>
                    <a:pt x="561085" y="645541"/>
                  </a:moveTo>
                  <a:lnTo>
                    <a:pt x="553587" y="638260"/>
                  </a:lnTo>
                  <a:lnTo>
                    <a:pt x="546719" y="630729"/>
                  </a:lnTo>
                  <a:lnTo>
                    <a:pt x="540494" y="622984"/>
                  </a:lnTo>
                  <a:lnTo>
                    <a:pt x="534924" y="615061"/>
                  </a:lnTo>
                </a:path>
                <a:path w="1553845" h="645794">
                  <a:moveTo>
                    <a:pt x="1045082" y="569341"/>
                  </a:moveTo>
                  <a:lnTo>
                    <a:pt x="1043580" y="577865"/>
                  </a:lnTo>
                  <a:lnTo>
                    <a:pt x="1041352" y="586295"/>
                  </a:lnTo>
                  <a:lnTo>
                    <a:pt x="1038385" y="594629"/>
                  </a:lnTo>
                  <a:lnTo>
                    <a:pt x="1034669" y="602869"/>
                  </a:lnTo>
                </a:path>
                <a:path w="1553845" h="645794">
                  <a:moveTo>
                    <a:pt x="1252981" y="362077"/>
                  </a:moveTo>
                  <a:lnTo>
                    <a:pt x="1306103" y="384038"/>
                  </a:lnTo>
                  <a:lnTo>
                    <a:pt x="1346390" y="413559"/>
                  </a:lnTo>
                  <a:lnTo>
                    <a:pt x="1371818" y="448677"/>
                  </a:lnTo>
                  <a:lnTo>
                    <a:pt x="1380362" y="487425"/>
                  </a:lnTo>
                </a:path>
                <a:path w="1553845" h="645794">
                  <a:moveTo>
                    <a:pt x="1553463" y="228600"/>
                  </a:moveTo>
                  <a:lnTo>
                    <a:pt x="1542702" y="241800"/>
                  </a:lnTo>
                  <a:lnTo>
                    <a:pt x="1529572" y="254095"/>
                  </a:lnTo>
                  <a:lnTo>
                    <a:pt x="1514226" y="265390"/>
                  </a:lnTo>
                  <a:lnTo>
                    <a:pt x="1496822" y="275590"/>
                  </a:lnTo>
                </a:path>
                <a:path w="1553845" h="645794">
                  <a:moveTo>
                    <a:pt x="1417320" y="54229"/>
                  </a:moveTo>
                  <a:lnTo>
                    <a:pt x="1419478" y="61468"/>
                  </a:lnTo>
                  <a:lnTo>
                    <a:pt x="1420495" y="68961"/>
                  </a:lnTo>
                  <a:lnTo>
                    <a:pt x="1420368" y="76327"/>
                  </a:lnTo>
                </a:path>
                <a:path w="1553845" h="645794">
                  <a:moveTo>
                    <a:pt x="1054988" y="28321"/>
                  </a:moveTo>
                  <a:lnTo>
                    <a:pt x="1060961" y="20752"/>
                  </a:lnTo>
                  <a:lnTo>
                    <a:pt x="1067815" y="13493"/>
                  </a:lnTo>
                  <a:lnTo>
                    <a:pt x="1075527" y="6568"/>
                  </a:lnTo>
                  <a:lnTo>
                    <a:pt x="1084072" y="0"/>
                  </a:lnTo>
                </a:path>
                <a:path w="1553845" h="645794">
                  <a:moveTo>
                    <a:pt x="783081" y="41783"/>
                  </a:moveTo>
                  <a:lnTo>
                    <a:pt x="785677" y="35472"/>
                  </a:lnTo>
                  <a:lnTo>
                    <a:pt x="788892" y="29305"/>
                  </a:lnTo>
                  <a:lnTo>
                    <a:pt x="792726" y="23280"/>
                  </a:lnTo>
                  <a:lnTo>
                    <a:pt x="797178" y="17399"/>
                  </a:lnTo>
                </a:path>
                <a:path w="1553845" h="645794">
                  <a:moveTo>
                    <a:pt x="464057" y="50037"/>
                  </a:moveTo>
                  <a:lnTo>
                    <a:pt x="477623" y="55248"/>
                  </a:lnTo>
                  <a:lnTo>
                    <a:pt x="490664" y="60960"/>
                  </a:lnTo>
                  <a:lnTo>
                    <a:pt x="503134" y="67147"/>
                  </a:lnTo>
                  <a:lnTo>
                    <a:pt x="514984" y="73787"/>
                  </a:lnTo>
                </a:path>
                <a:path w="1553845" h="645794">
                  <a:moveTo>
                    <a:pt x="77088" y="236220"/>
                  </a:moveTo>
                  <a:lnTo>
                    <a:pt x="74235" y="230080"/>
                  </a:lnTo>
                  <a:lnTo>
                    <a:pt x="71786" y="223869"/>
                  </a:lnTo>
                  <a:lnTo>
                    <a:pt x="69766" y="217610"/>
                  </a:lnTo>
                  <a:lnTo>
                    <a:pt x="68199" y="211328"/>
                  </a:lnTo>
                </a:path>
              </a:pathLst>
            </a:custGeom>
            <a:ln w="9525">
              <a:solidFill>
                <a:srgbClr val="1177EB"/>
              </a:solidFill>
            </a:ln>
          </p:spPr>
          <p:txBody>
            <a:bodyPr wrap="square" lIns="0" tIns="0" rIns="0" bIns="0" rtlCol="0"/>
            <a:lstStyle/>
            <a:p>
              <a:endParaRPr>
                <a:latin typeface="+mj-lt"/>
              </a:endParaRPr>
            </a:p>
          </p:txBody>
        </p:sp>
      </p:grpSp>
      <p:sp>
        <p:nvSpPr>
          <p:cNvPr id="103" name="object 103"/>
          <p:cNvSpPr txBox="1"/>
          <p:nvPr/>
        </p:nvSpPr>
        <p:spPr>
          <a:xfrm>
            <a:off x="7529321" y="1351026"/>
            <a:ext cx="803275" cy="574040"/>
          </a:xfrm>
          <a:prstGeom prst="rect">
            <a:avLst/>
          </a:prstGeom>
        </p:spPr>
        <p:txBody>
          <a:bodyPr vert="horz" wrap="square" lIns="0" tIns="12700" rIns="0" bIns="0" rtlCol="0">
            <a:spAutoFit/>
          </a:bodyPr>
          <a:lstStyle/>
          <a:p>
            <a:pPr marL="12700" marR="5080" algn="ctr">
              <a:lnSpc>
                <a:spcPct val="100000"/>
              </a:lnSpc>
              <a:spcBef>
                <a:spcPts val="100"/>
              </a:spcBef>
            </a:pPr>
            <a:r>
              <a:rPr sz="1200" b="1" spc="-5" dirty="0">
                <a:solidFill>
                  <a:srgbClr val="001F5F"/>
                </a:solidFill>
                <a:latin typeface="+mj-lt"/>
                <a:cs typeface="Calibri"/>
              </a:rPr>
              <a:t>Ma</a:t>
            </a:r>
            <a:r>
              <a:rPr sz="1200" b="1" spc="-15" dirty="0">
                <a:solidFill>
                  <a:srgbClr val="001F5F"/>
                </a:solidFill>
                <a:latin typeface="+mj-lt"/>
                <a:cs typeface="Calibri"/>
              </a:rPr>
              <a:t>s</a:t>
            </a:r>
            <a:r>
              <a:rPr sz="1200" b="1" spc="-10" dirty="0">
                <a:solidFill>
                  <a:srgbClr val="001F5F"/>
                </a:solidFill>
                <a:latin typeface="+mj-lt"/>
                <a:cs typeface="Calibri"/>
              </a:rPr>
              <a:t>t</a:t>
            </a:r>
            <a:r>
              <a:rPr sz="1200" b="1" spc="-5" dirty="0">
                <a:solidFill>
                  <a:srgbClr val="001F5F"/>
                </a:solidFill>
                <a:latin typeface="+mj-lt"/>
                <a:cs typeface="Calibri"/>
              </a:rPr>
              <a:t>e</a:t>
            </a:r>
            <a:r>
              <a:rPr sz="1200" b="1" dirty="0">
                <a:solidFill>
                  <a:srgbClr val="001F5F"/>
                </a:solidFill>
                <a:latin typeface="+mj-lt"/>
                <a:cs typeface="Calibri"/>
              </a:rPr>
              <a:t>r</a:t>
            </a:r>
            <a:r>
              <a:rPr sz="1200" b="1" spc="-20" dirty="0">
                <a:solidFill>
                  <a:srgbClr val="001F5F"/>
                </a:solidFill>
                <a:latin typeface="+mj-lt"/>
                <a:cs typeface="Calibri"/>
              </a:rPr>
              <a:t> </a:t>
            </a:r>
            <a:r>
              <a:rPr sz="1200" b="1" spc="-5" dirty="0">
                <a:solidFill>
                  <a:srgbClr val="001F5F"/>
                </a:solidFill>
                <a:latin typeface="+mj-lt"/>
                <a:cs typeface="Calibri"/>
              </a:rPr>
              <a:t>D</a:t>
            </a:r>
            <a:r>
              <a:rPr sz="1200" b="1" spc="-20" dirty="0">
                <a:solidFill>
                  <a:srgbClr val="001F5F"/>
                </a:solidFill>
                <a:latin typeface="+mj-lt"/>
                <a:cs typeface="Calibri"/>
              </a:rPr>
              <a:t>a</a:t>
            </a:r>
            <a:r>
              <a:rPr sz="1200" b="1" spc="-10" dirty="0">
                <a:solidFill>
                  <a:srgbClr val="001F5F"/>
                </a:solidFill>
                <a:latin typeface="+mj-lt"/>
                <a:cs typeface="Calibri"/>
              </a:rPr>
              <a:t>t</a:t>
            </a:r>
            <a:r>
              <a:rPr sz="1200" b="1" dirty="0">
                <a:solidFill>
                  <a:srgbClr val="001F5F"/>
                </a:solidFill>
                <a:latin typeface="+mj-lt"/>
                <a:cs typeface="Calibri"/>
              </a:rPr>
              <a:t>a  </a:t>
            </a:r>
            <a:r>
              <a:rPr sz="1200" b="1" spc="-5" dirty="0">
                <a:solidFill>
                  <a:srgbClr val="001F5F"/>
                </a:solidFill>
                <a:latin typeface="+mj-lt"/>
                <a:cs typeface="Calibri"/>
              </a:rPr>
              <a:t>Dictionary </a:t>
            </a:r>
            <a:r>
              <a:rPr sz="1200" b="1" dirty="0">
                <a:solidFill>
                  <a:srgbClr val="001F5F"/>
                </a:solidFill>
                <a:latin typeface="+mj-lt"/>
                <a:cs typeface="Calibri"/>
              </a:rPr>
              <a:t> </a:t>
            </a:r>
            <a:r>
              <a:rPr sz="1200" b="1" spc="-5" dirty="0">
                <a:solidFill>
                  <a:srgbClr val="001F5F"/>
                </a:solidFill>
                <a:latin typeface="+mj-lt"/>
                <a:cs typeface="Calibri"/>
              </a:rPr>
              <a:t>(PPO)</a:t>
            </a:r>
            <a:endParaRPr sz="1200">
              <a:latin typeface="+mj-lt"/>
              <a:cs typeface="Calibri"/>
            </a:endParaRPr>
          </a:p>
        </p:txBody>
      </p:sp>
      <p:grpSp>
        <p:nvGrpSpPr>
          <p:cNvPr id="104" name="object 104"/>
          <p:cNvGrpSpPr/>
          <p:nvPr/>
        </p:nvGrpSpPr>
        <p:grpSpPr>
          <a:xfrm>
            <a:off x="2918460" y="2206688"/>
            <a:ext cx="5532120" cy="3953510"/>
            <a:chOff x="2918460" y="2206688"/>
            <a:chExt cx="5532120" cy="3953510"/>
          </a:xfrm>
        </p:grpSpPr>
        <p:pic>
          <p:nvPicPr>
            <p:cNvPr id="105" name="object 105"/>
            <p:cNvPicPr/>
            <p:nvPr/>
          </p:nvPicPr>
          <p:blipFill>
            <a:blip r:embed="rId17" cstate="print"/>
            <a:stretch>
              <a:fillRect/>
            </a:stretch>
          </p:blipFill>
          <p:spPr>
            <a:xfrm>
              <a:off x="5952744" y="2892552"/>
              <a:ext cx="284988" cy="155448"/>
            </a:xfrm>
            <a:prstGeom prst="rect">
              <a:avLst/>
            </a:prstGeom>
          </p:spPr>
        </p:pic>
        <p:pic>
          <p:nvPicPr>
            <p:cNvPr id="106" name="object 106"/>
            <p:cNvPicPr/>
            <p:nvPr/>
          </p:nvPicPr>
          <p:blipFill>
            <a:blip r:embed="rId17" cstate="print"/>
            <a:stretch>
              <a:fillRect/>
            </a:stretch>
          </p:blipFill>
          <p:spPr>
            <a:xfrm>
              <a:off x="8164068" y="2532888"/>
              <a:ext cx="286511" cy="153924"/>
            </a:xfrm>
            <a:prstGeom prst="rect">
              <a:avLst/>
            </a:prstGeom>
          </p:spPr>
        </p:pic>
        <p:pic>
          <p:nvPicPr>
            <p:cNvPr id="107" name="object 107"/>
            <p:cNvPicPr/>
            <p:nvPr/>
          </p:nvPicPr>
          <p:blipFill>
            <a:blip r:embed="rId58" cstate="print"/>
            <a:stretch>
              <a:fillRect/>
            </a:stretch>
          </p:blipFill>
          <p:spPr>
            <a:xfrm>
              <a:off x="7804340" y="2206688"/>
              <a:ext cx="144906" cy="137287"/>
            </a:xfrm>
            <a:prstGeom prst="rect">
              <a:avLst/>
            </a:prstGeom>
          </p:spPr>
        </p:pic>
        <p:pic>
          <p:nvPicPr>
            <p:cNvPr id="108" name="object 108"/>
            <p:cNvPicPr/>
            <p:nvPr/>
          </p:nvPicPr>
          <p:blipFill>
            <a:blip r:embed="rId59" cstate="print"/>
            <a:stretch>
              <a:fillRect/>
            </a:stretch>
          </p:blipFill>
          <p:spPr>
            <a:xfrm>
              <a:off x="7921688" y="2564828"/>
              <a:ext cx="122047" cy="115950"/>
            </a:xfrm>
            <a:prstGeom prst="rect">
              <a:avLst/>
            </a:prstGeom>
          </p:spPr>
        </p:pic>
        <p:pic>
          <p:nvPicPr>
            <p:cNvPr id="109" name="object 109"/>
            <p:cNvPicPr/>
            <p:nvPr/>
          </p:nvPicPr>
          <p:blipFill>
            <a:blip r:embed="rId60" cstate="print"/>
            <a:stretch>
              <a:fillRect/>
            </a:stretch>
          </p:blipFill>
          <p:spPr>
            <a:xfrm>
              <a:off x="8040560" y="2901632"/>
              <a:ext cx="122047" cy="115950"/>
            </a:xfrm>
            <a:prstGeom prst="rect">
              <a:avLst/>
            </a:prstGeom>
          </p:spPr>
        </p:pic>
        <p:pic>
          <p:nvPicPr>
            <p:cNvPr id="110" name="object 110"/>
            <p:cNvPicPr/>
            <p:nvPr/>
          </p:nvPicPr>
          <p:blipFill>
            <a:blip r:embed="rId61" cstate="print"/>
            <a:stretch>
              <a:fillRect/>
            </a:stretch>
          </p:blipFill>
          <p:spPr>
            <a:xfrm>
              <a:off x="8136572" y="3282632"/>
              <a:ext cx="97663" cy="93090"/>
            </a:xfrm>
            <a:prstGeom prst="rect">
              <a:avLst/>
            </a:prstGeom>
          </p:spPr>
        </p:pic>
        <p:pic>
          <p:nvPicPr>
            <p:cNvPr id="111" name="object 111"/>
            <p:cNvPicPr/>
            <p:nvPr/>
          </p:nvPicPr>
          <p:blipFill>
            <a:blip r:embed="rId62" cstate="print"/>
            <a:stretch>
              <a:fillRect/>
            </a:stretch>
          </p:blipFill>
          <p:spPr>
            <a:xfrm>
              <a:off x="2918460" y="5664708"/>
              <a:ext cx="669036" cy="495300"/>
            </a:xfrm>
            <a:prstGeom prst="rect">
              <a:avLst/>
            </a:prstGeom>
          </p:spPr>
        </p:pic>
      </p:grpSp>
      <p:sp>
        <p:nvSpPr>
          <p:cNvPr id="112" name="object 112"/>
          <p:cNvSpPr txBox="1"/>
          <p:nvPr/>
        </p:nvSpPr>
        <p:spPr>
          <a:xfrm>
            <a:off x="6187566" y="957453"/>
            <a:ext cx="542290" cy="391795"/>
          </a:xfrm>
          <a:prstGeom prst="rect">
            <a:avLst/>
          </a:prstGeom>
        </p:spPr>
        <p:txBody>
          <a:bodyPr vert="horz" wrap="square" lIns="0" tIns="12700" rIns="0" bIns="0" rtlCol="0">
            <a:spAutoFit/>
          </a:bodyPr>
          <a:lstStyle/>
          <a:p>
            <a:pPr marL="12700">
              <a:lnSpc>
                <a:spcPct val="100000"/>
              </a:lnSpc>
              <a:spcBef>
                <a:spcPts val="100"/>
              </a:spcBef>
            </a:pPr>
            <a:r>
              <a:rPr sz="1200" b="1" spc="-15" dirty="0">
                <a:solidFill>
                  <a:srgbClr val="FF0000"/>
                </a:solidFill>
                <a:latin typeface="+mj-lt"/>
                <a:cs typeface="Calibri"/>
              </a:rPr>
              <a:t>Validate</a:t>
            </a:r>
            <a:endParaRPr sz="1200">
              <a:latin typeface="+mj-lt"/>
              <a:cs typeface="Calibri"/>
            </a:endParaRPr>
          </a:p>
          <a:p>
            <a:pPr marL="47625">
              <a:lnSpc>
                <a:spcPct val="100000"/>
              </a:lnSpc>
            </a:pPr>
            <a:r>
              <a:rPr sz="1200" b="1" dirty="0">
                <a:solidFill>
                  <a:srgbClr val="FF0000"/>
                </a:solidFill>
                <a:latin typeface="+mj-lt"/>
                <a:cs typeface="Calibri"/>
              </a:rPr>
              <a:t>&amp;</a:t>
            </a:r>
            <a:r>
              <a:rPr sz="1200" b="1" spc="-30" dirty="0">
                <a:solidFill>
                  <a:srgbClr val="FF0000"/>
                </a:solidFill>
                <a:latin typeface="+mj-lt"/>
                <a:cs typeface="Calibri"/>
              </a:rPr>
              <a:t> </a:t>
            </a:r>
            <a:r>
              <a:rPr sz="1200" b="1" spc="-5" dirty="0">
                <a:solidFill>
                  <a:srgbClr val="FF0000"/>
                </a:solidFill>
                <a:latin typeface="+mj-lt"/>
                <a:cs typeface="Calibri"/>
              </a:rPr>
              <a:t>Load</a:t>
            </a:r>
            <a:endParaRPr sz="1200">
              <a:latin typeface="+mj-lt"/>
              <a:cs typeface="Calibri"/>
            </a:endParaRPr>
          </a:p>
        </p:txBody>
      </p:sp>
      <p:sp>
        <p:nvSpPr>
          <p:cNvPr id="113" name="object 113"/>
          <p:cNvSpPr txBox="1"/>
          <p:nvPr/>
        </p:nvSpPr>
        <p:spPr>
          <a:xfrm>
            <a:off x="7237856" y="1008126"/>
            <a:ext cx="1304925" cy="22890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0000"/>
                </a:solidFill>
                <a:latin typeface="+mj-lt"/>
                <a:cs typeface="Calibri"/>
              </a:rPr>
              <a:t>D</a:t>
            </a:r>
            <a:r>
              <a:rPr sz="1400" b="1" dirty="0">
                <a:solidFill>
                  <a:srgbClr val="FF0000"/>
                </a:solidFill>
                <a:latin typeface="+mj-lt"/>
                <a:cs typeface="Calibri"/>
              </a:rPr>
              <a:t>ata</a:t>
            </a:r>
            <a:r>
              <a:rPr sz="1400" b="1" spc="-25" dirty="0">
                <a:solidFill>
                  <a:srgbClr val="FF0000"/>
                </a:solidFill>
                <a:latin typeface="+mj-lt"/>
                <a:cs typeface="Calibri"/>
              </a:rPr>
              <a:t> </a:t>
            </a:r>
            <a:r>
              <a:rPr sz="1400" b="1" dirty="0">
                <a:solidFill>
                  <a:srgbClr val="FF0000"/>
                </a:solidFill>
                <a:latin typeface="+mj-lt"/>
                <a:cs typeface="Calibri"/>
              </a:rPr>
              <a:t>Governa</a:t>
            </a:r>
            <a:r>
              <a:rPr sz="1400" b="1" spc="-10" dirty="0">
                <a:solidFill>
                  <a:srgbClr val="FF0000"/>
                </a:solidFill>
                <a:latin typeface="+mj-lt"/>
                <a:cs typeface="Calibri"/>
              </a:rPr>
              <a:t>n</a:t>
            </a:r>
            <a:r>
              <a:rPr sz="1400" b="1" spc="-5" dirty="0">
                <a:solidFill>
                  <a:srgbClr val="FF0000"/>
                </a:solidFill>
                <a:latin typeface="+mj-lt"/>
                <a:cs typeface="Calibri"/>
              </a:rPr>
              <a:t>ce</a:t>
            </a:r>
            <a:endParaRPr sz="1400">
              <a:latin typeface="+mj-lt"/>
              <a:cs typeface="Calibri"/>
            </a:endParaRPr>
          </a:p>
        </p:txBody>
      </p:sp>
      <p:sp>
        <p:nvSpPr>
          <p:cNvPr id="114" name="object 114"/>
          <p:cNvSpPr txBox="1"/>
          <p:nvPr/>
        </p:nvSpPr>
        <p:spPr>
          <a:xfrm>
            <a:off x="5763895" y="2469260"/>
            <a:ext cx="998219" cy="197490"/>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001F5F"/>
                </a:solidFill>
                <a:latin typeface="+mj-lt"/>
                <a:cs typeface="Calibri"/>
              </a:rPr>
              <a:t>Transformation</a:t>
            </a:r>
            <a:endParaRPr sz="1200">
              <a:latin typeface="+mj-lt"/>
              <a:cs typeface="Calibri"/>
            </a:endParaRPr>
          </a:p>
        </p:txBody>
      </p:sp>
      <p:sp>
        <p:nvSpPr>
          <p:cNvPr id="115" name="object 115"/>
          <p:cNvSpPr txBox="1"/>
          <p:nvPr/>
        </p:nvSpPr>
        <p:spPr>
          <a:xfrm>
            <a:off x="2816098" y="3595242"/>
            <a:ext cx="393700" cy="330200"/>
          </a:xfrm>
          <a:prstGeom prst="rect">
            <a:avLst/>
          </a:prstGeom>
        </p:spPr>
        <p:txBody>
          <a:bodyPr vert="horz" wrap="square" lIns="0" tIns="12065" rIns="0" bIns="0" rtlCol="0">
            <a:spAutoFit/>
          </a:bodyPr>
          <a:lstStyle/>
          <a:p>
            <a:pPr marL="12700" marR="5080" indent="7620">
              <a:lnSpc>
                <a:spcPct val="100000"/>
              </a:lnSpc>
              <a:spcBef>
                <a:spcPts val="95"/>
              </a:spcBef>
            </a:pPr>
            <a:r>
              <a:rPr sz="1000" b="1" spc="-5" dirty="0">
                <a:solidFill>
                  <a:srgbClr val="974707"/>
                </a:solidFill>
                <a:latin typeface="+mj-lt"/>
                <a:cs typeface="Calibri"/>
              </a:rPr>
              <a:t>Legacy  </a:t>
            </a:r>
            <a:r>
              <a:rPr sz="1000" b="1" spc="-15" dirty="0">
                <a:solidFill>
                  <a:srgbClr val="974707"/>
                </a:solidFill>
                <a:latin typeface="+mj-lt"/>
                <a:cs typeface="Calibri"/>
              </a:rPr>
              <a:t>E</a:t>
            </a:r>
            <a:r>
              <a:rPr sz="1000" b="1" spc="-10" dirty="0">
                <a:solidFill>
                  <a:srgbClr val="974707"/>
                </a:solidFill>
                <a:latin typeface="+mj-lt"/>
                <a:cs typeface="Calibri"/>
              </a:rPr>
              <a:t>xt</a:t>
            </a:r>
            <a:r>
              <a:rPr sz="1000" b="1" dirty="0">
                <a:solidFill>
                  <a:srgbClr val="974707"/>
                </a:solidFill>
                <a:latin typeface="+mj-lt"/>
                <a:cs typeface="Calibri"/>
              </a:rPr>
              <a:t>r</a:t>
            </a:r>
            <a:r>
              <a:rPr sz="1000" b="1" spc="-5" dirty="0">
                <a:solidFill>
                  <a:srgbClr val="974707"/>
                </a:solidFill>
                <a:latin typeface="+mj-lt"/>
                <a:cs typeface="Calibri"/>
              </a:rPr>
              <a:t>act</a:t>
            </a:r>
            <a:endParaRPr sz="1000">
              <a:latin typeface="+mj-lt"/>
              <a:cs typeface="Calibri"/>
            </a:endParaRPr>
          </a:p>
        </p:txBody>
      </p:sp>
      <p:sp>
        <p:nvSpPr>
          <p:cNvPr id="116" name="object 116"/>
          <p:cNvSpPr txBox="1"/>
          <p:nvPr/>
        </p:nvSpPr>
        <p:spPr>
          <a:xfrm>
            <a:off x="2948685" y="4240148"/>
            <a:ext cx="431800" cy="166071"/>
          </a:xfrm>
          <a:prstGeom prst="rect">
            <a:avLst/>
          </a:prstGeom>
        </p:spPr>
        <p:txBody>
          <a:bodyPr vert="horz" wrap="square" lIns="0" tIns="12065" rIns="0" bIns="0" rtlCol="0">
            <a:spAutoFit/>
          </a:bodyPr>
          <a:lstStyle/>
          <a:p>
            <a:pPr marL="12700">
              <a:lnSpc>
                <a:spcPct val="100000"/>
              </a:lnSpc>
              <a:spcBef>
                <a:spcPts val="95"/>
              </a:spcBef>
            </a:pPr>
            <a:r>
              <a:rPr sz="1000" b="1" spc="-10" dirty="0">
                <a:solidFill>
                  <a:srgbClr val="974707"/>
                </a:solidFill>
                <a:latin typeface="+mj-lt"/>
                <a:cs typeface="Calibri"/>
              </a:rPr>
              <a:t>Cl</a:t>
            </a:r>
            <a:r>
              <a:rPr sz="1000" b="1" spc="-5" dirty="0">
                <a:solidFill>
                  <a:srgbClr val="974707"/>
                </a:solidFill>
                <a:latin typeface="+mj-lt"/>
                <a:cs typeface="Calibri"/>
              </a:rPr>
              <a:t>eanse</a:t>
            </a:r>
            <a:endParaRPr sz="1000">
              <a:latin typeface="+mj-lt"/>
              <a:cs typeface="Calibri"/>
            </a:endParaRPr>
          </a:p>
        </p:txBody>
      </p:sp>
      <p:sp>
        <p:nvSpPr>
          <p:cNvPr id="117" name="object 117"/>
          <p:cNvSpPr txBox="1"/>
          <p:nvPr/>
        </p:nvSpPr>
        <p:spPr>
          <a:xfrm>
            <a:off x="3767073" y="4357242"/>
            <a:ext cx="859155" cy="166071"/>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974707"/>
                </a:solidFill>
                <a:latin typeface="+mj-lt"/>
                <a:cs typeface="Calibri"/>
              </a:rPr>
              <a:t>Standardization</a:t>
            </a:r>
            <a:endParaRPr sz="1000">
              <a:latin typeface="+mj-lt"/>
              <a:cs typeface="Calibri"/>
            </a:endParaRPr>
          </a:p>
        </p:txBody>
      </p:sp>
      <p:sp>
        <p:nvSpPr>
          <p:cNvPr id="118" name="object 118"/>
          <p:cNvSpPr txBox="1"/>
          <p:nvPr/>
        </p:nvSpPr>
        <p:spPr>
          <a:xfrm>
            <a:off x="4798567" y="4017390"/>
            <a:ext cx="1043305" cy="166071"/>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974707"/>
                </a:solidFill>
                <a:latin typeface="+mj-lt"/>
                <a:cs typeface="Calibri"/>
              </a:rPr>
              <a:t>Enrich</a:t>
            </a:r>
            <a:r>
              <a:rPr sz="1000" b="1" spc="-40" dirty="0">
                <a:solidFill>
                  <a:srgbClr val="974707"/>
                </a:solidFill>
                <a:latin typeface="+mj-lt"/>
                <a:cs typeface="Calibri"/>
              </a:rPr>
              <a:t> </a:t>
            </a:r>
            <a:r>
              <a:rPr sz="1000" b="1" spc="-5" dirty="0">
                <a:solidFill>
                  <a:srgbClr val="974707"/>
                </a:solidFill>
                <a:latin typeface="+mj-lt"/>
                <a:cs typeface="Calibri"/>
              </a:rPr>
              <a:t>&amp;</a:t>
            </a:r>
            <a:r>
              <a:rPr sz="1000" b="1" spc="-35" dirty="0">
                <a:solidFill>
                  <a:srgbClr val="974707"/>
                </a:solidFill>
                <a:latin typeface="+mj-lt"/>
                <a:cs typeface="Calibri"/>
              </a:rPr>
              <a:t> </a:t>
            </a:r>
            <a:r>
              <a:rPr sz="1000" b="1" spc="-5" dirty="0">
                <a:solidFill>
                  <a:srgbClr val="974707"/>
                </a:solidFill>
                <a:latin typeface="+mj-lt"/>
                <a:cs typeface="Calibri"/>
              </a:rPr>
              <a:t>Transform</a:t>
            </a:r>
            <a:endParaRPr sz="1000">
              <a:latin typeface="+mj-lt"/>
              <a:cs typeface="Calibri"/>
            </a:endParaRPr>
          </a:p>
        </p:txBody>
      </p:sp>
      <p:sp>
        <p:nvSpPr>
          <p:cNvPr id="119" name="object 119"/>
          <p:cNvSpPr txBox="1"/>
          <p:nvPr/>
        </p:nvSpPr>
        <p:spPr>
          <a:xfrm>
            <a:off x="3728720" y="3512642"/>
            <a:ext cx="794385" cy="166071"/>
          </a:xfrm>
          <a:prstGeom prst="rect">
            <a:avLst/>
          </a:prstGeom>
        </p:spPr>
        <p:txBody>
          <a:bodyPr vert="horz" wrap="square" lIns="0" tIns="12065" rIns="0" bIns="0" rtlCol="0">
            <a:spAutoFit/>
          </a:bodyPr>
          <a:lstStyle/>
          <a:p>
            <a:pPr marL="12700">
              <a:lnSpc>
                <a:spcPct val="100000"/>
              </a:lnSpc>
              <a:spcBef>
                <a:spcPts val="95"/>
              </a:spcBef>
            </a:pPr>
            <a:r>
              <a:rPr sz="1000" b="1" spc="-5" dirty="0">
                <a:solidFill>
                  <a:srgbClr val="974707"/>
                </a:solidFill>
                <a:latin typeface="+mj-lt"/>
                <a:cs typeface="Calibri"/>
              </a:rPr>
              <a:t>Business</a:t>
            </a:r>
            <a:r>
              <a:rPr sz="1000" b="1" spc="-45" dirty="0">
                <a:solidFill>
                  <a:srgbClr val="974707"/>
                </a:solidFill>
                <a:latin typeface="+mj-lt"/>
                <a:cs typeface="Calibri"/>
              </a:rPr>
              <a:t> </a:t>
            </a:r>
            <a:r>
              <a:rPr sz="1000" b="1" spc="-5" dirty="0">
                <a:solidFill>
                  <a:srgbClr val="974707"/>
                </a:solidFill>
                <a:latin typeface="+mj-lt"/>
                <a:cs typeface="Calibri"/>
              </a:rPr>
              <a:t>Rules</a:t>
            </a:r>
            <a:endParaRPr sz="1000">
              <a:latin typeface="+mj-lt"/>
              <a:cs typeface="Calibri"/>
            </a:endParaRPr>
          </a:p>
        </p:txBody>
      </p:sp>
      <p:sp>
        <p:nvSpPr>
          <p:cNvPr id="120" name="object 120"/>
          <p:cNvSpPr txBox="1"/>
          <p:nvPr/>
        </p:nvSpPr>
        <p:spPr>
          <a:xfrm>
            <a:off x="2803017" y="6143650"/>
            <a:ext cx="939165" cy="135935"/>
          </a:xfrm>
          <a:prstGeom prst="rect">
            <a:avLst/>
          </a:prstGeom>
        </p:spPr>
        <p:txBody>
          <a:bodyPr vert="horz" wrap="square" lIns="0" tIns="12700" rIns="0" bIns="0" rtlCol="0">
            <a:spAutoFit/>
          </a:bodyPr>
          <a:lstStyle/>
          <a:p>
            <a:pPr marL="12700">
              <a:lnSpc>
                <a:spcPct val="100000"/>
              </a:lnSpc>
              <a:spcBef>
                <a:spcPts val="100"/>
              </a:spcBef>
            </a:pPr>
            <a:r>
              <a:rPr sz="800" b="1" dirty="0">
                <a:solidFill>
                  <a:srgbClr val="006FC0"/>
                </a:solidFill>
                <a:latin typeface="+mj-lt"/>
                <a:cs typeface="Calibri"/>
              </a:rPr>
              <a:t>Per</a:t>
            </a:r>
            <a:r>
              <a:rPr sz="800" b="1" spc="-5" dirty="0">
                <a:solidFill>
                  <a:srgbClr val="006FC0"/>
                </a:solidFill>
                <a:latin typeface="+mj-lt"/>
                <a:cs typeface="Calibri"/>
              </a:rPr>
              <a:t>fo</a:t>
            </a:r>
            <a:r>
              <a:rPr sz="800" b="1" dirty="0">
                <a:solidFill>
                  <a:srgbClr val="006FC0"/>
                </a:solidFill>
                <a:latin typeface="+mj-lt"/>
                <a:cs typeface="Calibri"/>
              </a:rPr>
              <a:t>r</a:t>
            </a:r>
            <a:r>
              <a:rPr sz="800" b="1" spc="5" dirty="0">
                <a:solidFill>
                  <a:srgbClr val="006FC0"/>
                </a:solidFill>
                <a:latin typeface="+mj-lt"/>
                <a:cs typeface="Calibri"/>
              </a:rPr>
              <a:t>m</a:t>
            </a:r>
            <a:r>
              <a:rPr sz="800" b="1" dirty="0">
                <a:solidFill>
                  <a:srgbClr val="006FC0"/>
                </a:solidFill>
                <a:latin typeface="+mj-lt"/>
                <a:cs typeface="Calibri"/>
              </a:rPr>
              <a:t>ance</a:t>
            </a:r>
            <a:r>
              <a:rPr sz="800" b="1" spc="-50" dirty="0">
                <a:solidFill>
                  <a:srgbClr val="006FC0"/>
                </a:solidFill>
                <a:latin typeface="+mj-lt"/>
                <a:cs typeface="Calibri"/>
              </a:rPr>
              <a:t> </a:t>
            </a:r>
            <a:r>
              <a:rPr sz="800" b="1" dirty="0">
                <a:solidFill>
                  <a:srgbClr val="006FC0"/>
                </a:solidFill>
                <a:latin typeface="+mj-lt"/>
                <a:cs typeface="Calibri"/>
              </a:rPr>
              <a:t>Ana</a:t>
            </a:r>
            <a:r>
              <a:rPr sz="800" b="1" spc="-10" dirty="0">
                <a:solidFill>
                  <a:srgbClr val="006FC0"/>
                </a:solidFill>
                <a:latin typeface="+mj-lt"/>
                <a:cs typeface="Calibri"/>
              </a:rPr>
              <a:t>l</a:t>
            </a:r>
            <a:r>
              <a:rPr sz="800" b="1" dirty="0">
                <a:solidFill>
                  <a:srgbClr val="006FC0"/>
                </a:solidFill>
                <a:latin typeface="+mj-lt"/>
                <a:cs typeface="Calibri"/>
              </a:rPr>
              <a:t>ys</a:t>
            </a:r>
            <a:r>
              <a:rPr sz="800" b="1" spc="-10" dirty="0">
                <a:solidFill>
                  <a:srgbClr val="006FC0"/>
                </a:solidFill>
                <a:latin typeface="+mj-lt"/>
                <a:cs typeface="Calibri"/>
              </a:rPr>
              <a:t>i</a:t>
            </a:r>
            <a:r>
              <a:rPr sz="800" b="1" dirty="0">
                <a:solidFill>
                  <a:srgbClr val="006FC0"/>
                </a:solidFill>
                <a:latin typeface="+mj-lt"/>
                <a:cs typeface="Calibri"/>
              </a:rPr>
              <a:t>s</a:t>
            </a:r>
            <a:endParaRPr sz="800">
              <a:latin typeface="+mj-lt"/>
              <a:cs typeface="Calibri"/>
            </a:endParaRPr>
          </a:p>
        </p:txBody>
      </p:sp>
      <p:grpSp>
        <p:nvGrpSpPr>
          <p:cNvPr id="121" name="object 121"/>
          <p:cNvGrpSpPr/>
          <p:nvPr/>
        </p:nvGrpSpPr>
        <p:grpSpPr>
          <a:xfrm>
            <a:off x="4014215" y="5647617"/>
            <a:ext cx="1086485" cy="522605"/>
            <a:chOff x="4014215" y="5647617"/>
            <a:chExt cx="1086485" cy="522605"/>
          </a:xfrm>
        </p:grpSpPr>
        <p:pic>
          <p:nvPicPr>
            <p:cNvPr id="122" name="object 122"/>
            <p:cNvPicPr/>
            <p:nvPr/>
          </p:nvPicPr>
          <p:blipFill>
            <a:blip r:embed="rId63" cstate="print"/>
            <a:stretch>
              <a:fillRect/>
            </a:stretch>
          </p:blipFill>
          <p:spPr>
            <a:xfrm>
              <a:off x="4014215" y="5647617"/>
              <a:ext cx="1086488" cy="522514"/>
            </a:xfrm>
            <a:prstGeom prst="rect">
              <a:avLst/>
            </a:prstGeom>
          </p:spPr>
        </p:pic>
        <p:pic>
          <p:nvPicPr>
            <p:cNvPr id="123" name="object 123"/>
            <p:cNvPicPr/>
            <p:nvPr/>
          </p:nvPicPr>
          <p:blipFill>
            <a:blip r:embed="rId64" cstate="print"/>
            <a:stretch>
              <a:fillRect/>
            </a:stretch>
          </p:blipFill>
          <p:spPr>
            <a:xfrm>
              <a:off x="4732019" y="5804915"/>
              <a:ext cx="283463" cy="245364"/>
            </a:xfrm>
            <a:prstGeom prst="rect">
              <a:avLst/>
            </a:prstGeom>
          </p:spPr>
        </p:pic>
        <p:pic>
          <p:nvPicPr>
            <p:cNvPr id="124" name="object 124"/>
            <p:cNvPicPr/>
            <p:nvPr/>
          </p:nvPicPr>
          <p:blipFill>
            <a:blip r:embed="rId65" cstate="print"/>
            <a:stretch>
              <a:fillRect/>
            </a:stretch>
          </p:blipFill>
          <p:spPr>
            <a:xfrm>
              <a:off x="4139183" y="5705855"/>
              <a:ext cx="219455" cy="220980"/>
            </a:xfrm>
            <a:prstGeom prst="rect">
              <a:avLst/>
            </a:prstGeom>
          </p:spPr>
        </p:pic>
        <p:pic>
          <p:nvPicPr>
            <p:cNvPr id="125" name="object 125"/>
            <p:cNvPicPr/>
            <p:nvPr/>
          </p:nvPicPr>
          <p:blipFill>
            <a:blip r:embed="rId66" cstate="print"/>
            <a:stretch>
              <a:fillRect/>
            </a:stretch>
          </p:blipFill>
          <p:spPr>
            <a:xfrm>
              <a:off x="4413503" y="5725667"/>
              <a:ext cx="278891" cy="274319"/>
            </a:xfrm>
            <a:prstGeom prst="rect">
              <a:avLst/>
            </a:prstGeom>
          </p:spPr>
        </p:pic>
      </p:grpSp>
      <p:sp>
        <p:nvSpPr>
          <p:cNvPr id="126" name="object 126"/>
          <p:cNvSpPr txBox="1"/>
          <p:nvPr/>
        </p:nvSpPr>
        <p:spPr>
          <a:xfrm>
            <a:off x="4126484" y="6141516"/>
            <a:ext cx="831215" cy="259045"/>
          </a:xfrm>
          <a:prstGeom prst="rect">
            <a:avLst/>
          </a:prstGeom>
        </p:spPr>
        <p:txBody>
          <a:bodyPr vert="horz" wrap="square" lIns="0" tIns="12700" rIns="0" bIns="0" rtlCol="0">
            <a:spAutoFit/>
          </a:bodyPr>
          <a:lstStyle/>
          <a:p>
            <a:pPr marL="12700" marR="5080" indent="60960">
              <a:lnSpc>
                <a:spcPct val="100000"/>
              </a:lnSpc>
              <a:spcBef>
                <a:spcPts val="100"/>
              </a:spcBef>
            </a:pPr>
            <a:r>
              <a:rPr sz="800" b="1" dirty="0">
                <a:solidFill>
                  <a:srgbClr val="006FC0"/>
                </a:solidFill>
                <a:latin typeface="+mj-lt"/>
                <a:cs typeface="Calibri"/>
              </a:rPr>
              <a:t>Dashboards and </a:t>
            </a:r>
            <a:r>
              <a:rPr sz="800" b="1" spc="5" dirty="0">
                <a:solidFill>
                  <a:srgbClr val="006FC0"/>
                </a:solidFill>
                <a:latin typeface="+mj-lt"/>
                <a:cs typeface="Calibri"/>
              </a:rPr>
              <a:t> </a:t>
            </a:r>
            <a:r>
              <a:rPr sz="800" b="1" dirty="0">
                <a:solidFill>
                  <a:srgbClr val="006FC0"/>
                </a:solidFill>
                <a:latin typeface="+mj-lt"/>
                <a:cs typeface="Calibri"/>
              </a:rPr>
              <a:t>Bus</a:t>
            </a:r>
            <a:r>
              <a:rPr sz="800" b="1" spc="-10" dirty="0">
                <a:solidFill>
                  <a:srgbClr val="006FC0"/>
                </a:solidFill>
                <a:latin typeface="+mj-lt"/>
                <a:cs typeface="Calibri"/>
              </a:rPr>
              <a:t>i</a:t>
            </a:r>
            <a:r>
              <a:rPr sz="800" b="1" dirty="0">
                <a:solidFill>
                  <a:srgbClr val="006FC0"/>
                </a:solidFill>
                <a:latin typeface="+mj-lt"/>
                <a:cs typeface="Calibri"/>
              </a:rPr>
              <a:t>ness</a:t>
            </a:r>
            <a:r>
              <a:rPr sz="800" b="1" spc="-25" dirty="0">
                <a:solidFill>
                  <a:srgbClr val="006FC0"/>
                </a:solidFill>
                <a:latin typeface="+mj-lt"/>
                <a:cs typeface="Calibri"/>
              </a:rPr>
              <a:t> </a:t>
            </a:r>
            <a:r>
              <a:rPr sz="800" b="1" dirty="0">
                <a:solidFill>
                  <a:srgbClr val="006FC0"/>
                </a:solidFill>
                <a:latin typeface="+mj-lt"/>
                <a:cs typeface="Calibri"/>
              </a:rPr>
              <a:t>Report</a:t>
            </a:r>
            <a:r>
              <a:rPr sz="800" b="1" spc="-10" dirty="0">
                <a:solidFill>
                  <a:srgbClr val="006FC0"/>
                </a:solidFill>
                <a:latin typeface="+mj-lt"/>
                <a:cs typeface="Calibri"/>
              </a:rPr>
              <a:t>i</a:t>
            </a:r>
            <a:r>
              <a:rPr sz="800" b="1" dirty="0">
                <a:solidFill>
                  <a:srgbClr val="006FC0"/>
                </a:solidFill>
                <a:latin typeface="+mj-lt"/>
                <a:cs typeface="Calibri"/>
              </a:rPr>
              <a:t>ng</a:t>
            </a:r>
            <a:endParaRPr sz="800">
              <a:latin typeface="+mj-lt"/>
              <a:cs typeface="Calibri"/>
            </a:endParaRPr>
          </a:p>
        </p:txBody>
      </p:sp>
      <p:sp>
        <p:nvSpPr>
          <p:cNvPr id="127" name="object 127"/>
          <p:cNvSpPr txBox="1"/>
          <p:nvPr/>
        </p:nvSpPr>
        <p:spPr>
          <a:xfrm>
            <a:off x="3231260" y="6451193"/>
            <a:ext cx="1557655" cy="197490"/>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001F5F"/>
                </a:solidFill>
                <a:latin typeface="+mj-lt"/>
                <a:cs typeface="Calibri"/>
              </a:rPr>
              <a:t>Data</a:t>
            </a:r>
            <a:r>
              <a:rPr sz="1200" b="1" spc="-25" dirty="0">
                <a:solidFill>
                  <a:srgbClr val="001F5F"/>
                </a:solidFill>
                <a:latin typeface="+mj-lt"/>
                <a:cs typeface="Calibri"/>
              </a:rPr>
              <a:t> </a:t>
            </a:r>
            <a:r>
              <a:rPr sz="1200" b="1" spc="-5" dirty="0">
                <a:solidFill>
                  <a:srgbClr val="001F5F"/>
                </a:solidFill>
                <a:latin typeface="+mj-lt"/>
                <a:cs typeface="Calibri"/>
              </a:rPr>
              <a:t>Health</a:t>
            </a:r>
            <a:r>
              <a:rPr sz="1200" b="1" spc="-15" dirty="0">
                <a:solidFill>
                  <a:srgbClr val="001F5F"/>
                </a:solidFill>
                <a:latin typeface="+mj-lt"/>
                <a:cs typeface="Calibri"/>
              </a:rPr>
              <a:t> </a:t>
            </a:r>
            <a:r>
              <a:rPr sz="1200" b="1" spc="-5" dirty="0">
                <a:solidFill>
                  <a:srgbClr val="001F5F"/>
                </a:solidFill>
                <a:latin typeface="+mj-lt"/>
                <a:cs typeface="Calibri"/>
              </a:rPr>
              <a:t>Assessment</a:t>
            </a:r>
            <a:endParaRPr sz="1200">
              <a:latin typeface="+mj-lt"/>
              <a:cs typeface="Calibri"/>
            </a:endParaRPr>
          </a:p>
        </p:txBody>
      </p:sp>
      <p:sp>
        <p:nvSpPr>
          <p:cNvPr id="128" name="object 128"/>
          <p:cNvSpPr txBox="1"/>
          <p:nvPr/>
        </p:nvSpPr>
        <p:spPr>
          <a:xfrm>
            <a:off x="677367" y="913257"/>
            <a:ext cx="918210" cy="22890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FF0000"/>
                </a:solidFill>
                <a:latin typeface="+mj-lt"/>
                <a:cs typeface="Calibri"/>
              </a:rPr>
              <a:t>D</a:t>
            </a:r>
            <a:r>
              <a:rPr sz="1400" b="1" dirty="0">
                <a:solidFill>
                  <a:srgbClr val="FF0000"/>
                </a:solidFill>
                <a:latin typeface="+mj-lt"/>
                <a:cs typeface="Calibri"/>
              </a:rPr>
              <a:t>ata</a:t>
            </a:r>
            <a:r>
              <a:rPr sz="1400" b="1" spc="-25" dirty="0">
                <a:solidFill>
                  <a:srgbClr val="FF0000"/>
                </a:solidFill>
                <a:latin typeface="+mj-lt"/>
                <a:cs typeface="Calibri"/>
              </a:rPr>
              <a:t> </a:t>
            </a:r>
            <a:r>
              <a:rPr sz="1400" b="1" dirty="0">
                <a:solidFill>
                  <a:srgbClr val="FF0000"/>
                </a:solidFill>
                <a:latin typeface="+mj-lt"/>
                <a:cs typeface="Calibri"/>
              </a:rPr>
              <a:t>Source</a:t>
            </a:r>
            <a:endParaRPr sz="1400">
              <a:latin typeface="+mj-lt"/>
              <a:cs typeface="Calibri"/>
            </a:endParaRPr>
          </a:p>
        </p:txBody>
      </p:sp>
      <p:sp>
        <p:nvSpPr>
          <p:cNvPr id="129" name="object 129"/>
          <p:cNvSpPr txBox="1"/>
          <p:nvPr/>
        </p:nvSpPr>
        <p:spPr>
          <a:xfrm>
            <a:off x="2141601" y="3382517"/>
            <a:ext cx="466725" cy="19749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001F5F"/>
                </a:solidFill>
                <a:latin typeface="+mj-lt"/>
                <a:cs typeface="Calibri"/>
              </a:rPr>
              <a:t>Ex</a:t>
            </a:r>
            <a:r>
              <a:rPr sz="1200" b="1" spc="5" dirty="0">
                <a:solidFill>
                  <a:srgbClr val="001F5F"/>
                </a:solidFill>
                <a:latin typeface="+mj-lt"/>
                <a:cs typeface="Calibri"/>
              </a:rPr>
              <a:t>t</a:t>
            </a:r>
            <a:r>
              <a:rPr sz="1200" b="1" spc="-20" dirty="0">
                <a:solidFill>
                  <a:srgbClr val="001F5F"/>
                </a:solidFill>
                <a:latin typeface="+mj-lt"/>
                <a:cs typeface="Calibri"/>
              </a:rPr>
              <a:t>r</a:t>
            </a:r>
            <a:r>
              <a:rPr sz="1200" b="1" spc="-5" dirty="0">
                <a:solidFill>
                  <a:srgbClr val="001F5F"/>
                </a:solidFill>
                <a:latin typeface="+mj-lt"/>
                <a:cs typeface="Calibri"/>
              </a:rPr>
              <a:t>act</a:t>
            </a:r>
            <a:endParaRPr sz="1200">
              <a:latin typeface="+mj-lt"/>
              <a:cs typeface="Calibri"/>
            </a:endParaRPr>
          </a:p>
        </p:txBody>
      </p:sp>
      <p:grpSp>
        <p:nvGrpSpPr>
          <p:cNvPr id="130" name="object 130"/>
          <p:cNvGrpSpPr/>
          <p:nvPr/>
        </p:nvGrpSpPr>
        <p:grpSpPr>
          <a:xfrm>
            <a:off x="62484" y="1022603"/>
            <a:ext cx="11823700" cy="5677535"/>
            <a:chOff x="62484" y="1022603"/>
            <a:chExt cx="11823700" cy="5677535"/>
          </a:xfrm>
        </p:grpSpPr>
        <p:sp>
          <p:nvSpPr>
            <p:cNvPr id="131" name="object 131"/>
            <p:cNvSpPr/>
            <p:nvPr/>
          </p:nvSpPr>
          <p:spPr>
            <a:xfrm>
              <a:off x="2130551" y="1022603"/>
              <a:ext cx="4770120" cy="5677535"/>
            </a:xfrm>
            <a:custGeom>
              <a:avLst/>
              <a:gdLst/>
              <a:ahLst/>
              <a:cxnLst/>
              <a:rect l="l" t="t" r="r" b="b"/>
              <a:pathLst>
                <a:path w="4770120" h="5677534">
                  <a:moveTo>
                    <a:pt x="0" y="12192"/>
                  </a:moveTo>
                  <a:lnTo>
                    <a:pt x="0" y="5677001"/>
                  </a:lnTo>
                </a:path>
                <a:path w="4770120" h="5677534">
                  <a:moveTo>
                    <a:pt x="4770120" y="0"/>
                  </a:moveTo>
                  <a:lnTo>
                    <a:pt x="4770120" y="5664809"/>
                  </a:lnTo>
                </a:path>
              </a:pathLst>
            </a:custGeom>
            <a:ln w="12700">
              <a:solidFill>
                <a:srgbClr val="009999"/>
              </a:solidFill>
              <a:prstDash val="lgDash"/>
            </a:ln>
          </p:spPr>
          <p:txBody>
            <a:bodyPr wrap="square" lIns="0" tIns="0" rIns="0" bIns="0" rtlCol="0"/>
            <a:lstStyle/>
            <a:p>
              <a:endParaRPr>
                <a:latin typeface="+mj-lt"/>
              </a:endParaRPr>
            </a:p>
          </p:txBody>
        </p:sp>
        <p:pic>
          <p:nvPicPr>
            <p:cNvPr id="132" name="object 132"/>
            <p:cNvPicPr/>
            <p:nvPr/>
          </p:nvPicPr>
          <p:blipFill>
            <a:blip r:embed="rId67" cstate="print"/>
            <a:stretch>
              <a:fillRect/>
            </a:stretch>
          </p:blipFill>
          <p:spPr>
            <a:xfrm>
              <a:off x="10943843" y="3494531"/>
              <a:ext cx="614172" cy="899159"/>
            </a:xfrm>
            <a:prstGeom prst="rect">
              <a:avLst/>
            </a:prstGeom>
          </p:spPr>
        </p:pic>
        <p:sp>
          <p:nvSpPr>
            <p:cNvPr id="133" name="object 133"/>
            <p:cNvSpPr/>
            <p:nvPr/>
          </p:nvSpPr>
          <p:spPr>
            <a:xfrm>
              <a:off x="9182862" y="3869055"/>
              <a:ext cx="1741170" cy="125095"/>
            </a:xfrm>
            <a:custGeom>
              <a:avLst/>
              <a:gdLst/>
              <a:ahLst/>
              <a:cxnLst/>
              <a:rect l="l" t="t" r="r" b="b"/>
              <a:pathLst>
                <a:path w="1741170" h="125095">
                  <a:moveTo>
                    <a:pt x="94361" y="13970"/>
                  </a:moveTo>
                  <a:lnTo>
                    <a:pt x="89789" y="16637"/>
                  </a:lnTo>
                  <a:lnTo>
                    <a:pt x="0" y="70104"/>
                  </a:lnTo>
                  <a:lnTo>
                    <a:pt x="90678" y="122047"/>
                  </a:lnTo>
                  <a:lnTo>
                    <a:pt x="95250" y="124587"/>
                  </a:lnTo>
                  <a:lnTo>
                    <a:pt x="101092" y="123063"/>
                  </a:lnTo>
                  <a:lnTo>
                    <a:pt x="103759" y="118491"/>
                  </a:lnTo>
                  <a:lnTo>
                    <a:pt x="106299" y="113919"/>
                  </a:lnTo>
                  <a:lnTo>
                    <a:pt x="104775" y="108077"/>
                  </a:lnTo>
                  <a:lnTo>
                    <a:pt x="100203" y="105537"/>
                  </a:lnTo>
                  <a:lnTo>
                    <a:pt x="54698" y="79502"/>
                  </a:lnTo>
                  <a:lnTo>
                    <a:pt x="18923" y="79502"/>
                  </a:lnTo>
                  <a:lnTo>
                    <a:pt x="18796" y="60452"/>
                  </a:lnTo>
                  <a:lnTo>
                    <a:pt x="54091" y="60138"/>
                  </a:lnTo>
                  <a:lnTo>
                    <a:pt x="104013" y="30353"/>
                  </a:lnTo>
                  <a:lnTo>
                    <a:pt x="105537" y="24511"/>
                  </a:lnTo>
                  <a:lnTo>
                    <a:pt x="102870" y="19939"/>
                  </a:lnTo>
                  <a:lnTo>
                    <a:pt x="100203" y="15494"/>
                  </a:lnTo>
                  <a:lnTo>
                    <a:pt x="94361" y="13970"/>
                  </a:lnTo>
                  <a:close/>
                </a:path>
                <a:path w="1741170" h="125095">
                  <a:moveTo>
                    <a:pt x="54091" y="60138"/>
                  </a:moveTo>
                  <a:lnTo>
                    <a:pt x="18796" y="60452"/>
                  </a:lnTo>
                  <a:lnTo>
                    <a:pt x="18923" y="79502"/>
                  </a:lnTo>
                  <a:lnTo>
                    <a:pt x="54151" y="79188"/>
                  </a:lnTo>
                  <a:lnTo>
                    <a:pt x="52478" y="78232"/>
                  </a:lnTo>
                  <a:lnTo>
                    <a:pt x="23749" y="78232"/>
                  </a:lnTo>
                  <a:lnTo>
                    <a:pt x="23622" y="61722"/>
                  </a:lnTo>
                  <a:lnTo>
                    <a:pt x="51435" y="61722"/>
                  </a:lnTo>
                  <a:lnTo>
                    <a:pt x="54091" y="60138"/>
                  </a:lnTo>
                  <a:close/>
                </a:path>
                <a:path w="1741170" h="125095">
                  <a:moveTo>
                    <a:pt x="54151" y="79188"/>
                  </a:moveTo>
                  <a:lnTo>
                    <a:pt x="18923" y="79502"/>
                  </a:lnTo>
                  <a:lnTo>
                    <a:pt x="54698" y="79502"/>
                  </a:lnTo>
                  <a:lnTo>
                    <a:pt x="54151" y="79188"/>
                  </a:lnTo>
                  <a:close/>
                </a:path>
                <a:path w="1741170" h="125095">
                  <a:moveTo>
                    <a:pt x="75946" y="59944"/>
                  </a:moveTo>
                  <a:lnTo>
                    <a:pt x="54091" y="60138"/>
                  </a:lnTo>
                  <a:lnTo>
                    <a:pt x="37816" y="69843"/>
                  </a:lnTo>
                  <a:lnTo>
                    <a:pt x="54151" y="79188"/>
                  </a:lnTo>
                  <a:lnTo>
                    <a:pt x="76073" y="78994"/>
                  </a:lnTo>
                  <a:lnTo>
                    <a:pt x="75946" y="59944"/>
                  </a:lnTo>
                  <a:close/>
                </a:path>
                <a:path w="1741170" h="125095">
                  <a:moveTo>
                    <a:pt x="152146" y="59309"/>
                  </a:moveTo>
                  <a:lnTo>
                    <a:pt x="94996" y="59817"/>
                  </a:lnTo>
                  <a:lnTo>
                    <a:pt x="95123" y="78867"/>
                  </a:lnTo>
                  <a:lnTo>
                    <a:pt x="152273" y="78359"/>
                  </a:lnTo>
                  <a:lnTo>
                    <a:pt x="152146" y="59309"/>
                  </a:lnTo>
                  <a:close/>
                </a:path>
                <a:path w="1741170" h="125095">
                  <a:moveTo>
                    <a:pt x="23622" y="61722"/>
                  </a:moveTo>
                  <a:lnTo>
                    <a:pt x="23749" y="78232"/>
                  </a:lnTo>
                  <a:lnTo>
                    <a:pt x="37816" y="69843"/>
                  </a:lnTo>
                  <a:lnTo>
                    <a:pt x="23622" y="61722"/>
                  </a:lnTo>
                  <a:close/>
                </a:path>
                <a:path w="1741170" h="125095">
                  <a:moveTo>
                    <a:pt x="37816" y="69843"/>
                  </a:moveTo>
                  <a:lnTo>
                    <a:pt x="23749" y="78232"/>
                  </a:lnTo>
                  <a:lnTo>
                    <a:pt x="52478" y="78232"/>
                  </a:lnTo>
                  <a:lnTo>
                    <a:pt x="37816" y="69843"/>
                  </a:lnTo>
                  <a:close/>
                </a:path>
                <a:path w="1741170" h="125095">
                  <a:moveTo>
                    <a:pt x="51435" y="61722"/>
                  </a:moveTo>
                  <a:lnTo>
                    <a:pt x="23622" y="61722"/>
                  </a:lnTo>
                  <a:lnTo>
                    <a:pt x="37816" y="69843"/>
                  </a:lnTo>
                  <a:lnTo>
                    <a:pt x="51435" y="61722"/>
                  </a:lnTo>
                  <a:close/>
                </a:path>
                <a:path w="1741170" h="125095">
                  <a:moveTo>
                    <a:pt x="228346" y="58547"/>
                  </a:moveTo>
                  <a:lnTo>
                    <a:pt x="171196" y="59055"/>
                  </a:lnTo>
                  <a:lnTo>
                    <a:pt x="171323" y="78105"/>
                  </a:lnTo>
                  <a:lnTo>
                    <a:pt x="228473" y="77597"/>
                  </a:lnTo>
                  <a:lnTo>
                    <a:pt x="228346" y="58547"/>
                  </a:lnTo>
                  <a:close/>
                </a:path>
                <a:path w="1741170" h="125095">
                  <a:moveTo>
                    <a:pt x="304546" y="57912"/>
                  </a:moveTo>
                  <a:lnTo>
                    <a:pt x="247396" y="58420"/>
                  </a:lnTo>
                  <a:lnTo>
                    <a:pt x="247523" y="77470"/>
                  </a:lnTo>
                  <a:lnTo>
                    <a:pt x="304673" y="76962"/>
                  </a:lnTo>
                  <a:lnTo>
                    <a:pt x="304546" y="57912"/>
                  </a:lnTo>
                  <a:close/>
                </a:path>
                <a:path w="1741170" h="125095">
                  <a:moveTo>
                    <a:pt x="380746" y="57150"/>
                  </a:moveTo>
                  <a:lnTo>
                    <a:pt x="323596" y="57785"/>
                  </a:lnTo>
                  <a:lnTo>
                    <a:pt x="323723" y="76835"/>
                  </a:lnTo>
                  <a:lnTo>
                    <a:pt x="380873" y="76200"/>
                  </a:lnTo>
                  <a:lnTo>
                    <a:pt x="380746" y="57150"/>
                  </a:lnTo>
                  <a:close/>
                </a:path>
                <a:path w="1741170" h="125095">
                  <a:moveTo>
                    <a:pt x="456946" y="56515"/>
                  </a:moveTo>
                  <a:lnTo>
                    <a:pt x="399796" y="57023"/>
                  </a:lnTo>
                  <a:lnTo>
                    <a:pt x="399923" y="76073"/>
                  </a:lnTo>
                  <a:lnTo>
                    <a:pt x="457073" y="75565"/>
                  </a:lnTo>
                  <a:lnTo>
                    <a:pt x="456946" y="56515"/>
                  </a:lnTo>
                  <a:close/>
                </a:path>
                <a:path w="1741170" h="125095">
                  <a:moveTo>
                    <a:pt x="533146" y="55880"/>
                  </a:moveTo>
                  <a:lnTo>
                    <a:pt x="475996" y="56388"/>
                  </a:lnTo>
                  <a:lnTo>
                    <a:pt x="476123" y="75438"/>
                  </a:lnTo>
                  <a:lnTo>
                    <a:pt x="533273" y="74930"/>
                  </a:lnTo>
                  <a:lnTo>
                    <a:pt x="533146" y="55880"/>
                  </a:lnTo>
                  <a:close/>
                </a:path>
                <a:path w="1741170" h="125095">
                  <a:moveTo>
                    <a:pt x="609346" y="55118"/>
                  </a:moveTo>
                  <a:lnTo>
                    <a:pt x="552196" y="55626"/>
                  </a:lnTo>
                  <a:lnTo>
                    <a:pt x="552323" y="74676"/>
                  </a:lnTo>
                  <a:lnTo>
                    <a:pt x="609473" y="74168"/>
                  </a:lnTo>
                  <a:lnTo>
                    <a:pt x="609346" y="55118"/>
                  </a:lnTo>
                  <a:close/>
                </a:path>
                <a:path w="1741170" h="125095">
                  <a:moveTo>
                    <a:pt x="685546" y="54483"/>
                  </a:moveTo>
                  <a:lnTo>
                    <a:pt x="628396" y="54991"/>
                  </a:lnTo>
                  <a:lnTo>
                    <a:pt x="628523" y="74041"/>
                  </a:lnTo>
                  <a:lnTo>
                    <a:pt x="685673" y="73533"/>
                  </a:lnTo>
                  <a:lnTo>
                    <a:pt x="685546" y="54483"/>
                  </a:lnTo>
                  <a:close/>
                </a:path>
                <a:path w="1741170" h="125095">
                  <a:moveTo>
                    <a:pt x="761746" y="53721"/>
                  </a:moveTo>
                  <a:lnTo>
                    <a:pt x="704596" y="54356"/>
                  </a:lnTo>
                  <a:lnTo>
                    <a:pt x="704723" y="73279"/>
                  </a:lnTo>
                  <a:lnTo>
                    <a:pt x="761873" y="72771"/>
                  </a:lnTo>
                  <a:lnTo>
                    <a:pt x="761746" y="53721"/>
                  </a:lnTo>
                  <a:close/>
                </a:path>
                <a:path w="1741170" h="125095">
                  <a:moveTo>
                    <a:pt x="837819" y="53086"/>
                  </a:moveTo>
                  <a:lnTo>
                    <a:pt x="780796" y="53594"/>
                  </a:lnTo>
                  <a:lnTo>
                    <a:pt x="780923" y="72644"/>
                  </a:lnTo>
                  <a:lnTo>
                    <a:pt x="838073" y="72136"/>
                  </a:lnTo>
                  <a:lnTo>
                    <a:pt x="837819" y="53086"/>
                  </a:lnTo>
                  <a:close/>
                </a:path>
                <a:path w="1741170" h="125095">
                  <a:moveTo>
                    <a:pt x="914019" y="52451"/>
                  </a:moveTo>
                  <a:lnTo>
                    <a:pt x="856869" y="52959"/>
                  </a:lnTo>
                  <a:lnTo>
                    <a:pt x="857123" y="72009"/>
                  </a:lnTo>
                  <a:lnTo>
                    <a:pt x="914273" y="71501"/>
                  </a:lnTo>
                  <a:lnTo>
                    <a:pt x="914019" y="52451"/>
                  </a:lnTo>
                  <a:close/>
                </a:path>
                <a:path w="1741170" h="125095">
                  <a:moveTo>
                    <a:pt x="990219" y="51689"/>
                  </a:moveTo>
                  <a:lnTo>
                    <a:pt x="933069" y="52197"/>
                  </a:lnTo>
                  <a:lnTo>
                    <a:pt x="933323" y="71247"/>
                  </a:lnTo>
                  <a:lnTo>
                    <a:pt x="990473" y="70739"/>
                  </a:lnTo>
                  <a:lnTo>
                    <a:pt x="990219" y="51689"/>
                  </a:lnTo>
                  <a:close/>
                </a:path>
                <a:path w="1741170" h="125095">
                  <a:moveTo>
                    <a:pt x="1066419" y="51054"/>
                  </a:moveTo>
                  <a:lnTo>
                    <a:pt x="1009269" y="51562"/>
                  </a:lnTo>
                  <a:lnTo>
                    <a:pt x="1009523" y="70612"/>
                  </a:lnTo>
                  <a:lnTo>
                    <a:pt x="1066673" y="70104"/>
                  </a:lnTo>
                  <a:lnTo>
                    <a:pt x="1066419" y="51054"/>
                  </a:lnTo>
                  <a:close/>
                </a:path>
                <a:path w="1741170" h="125095">
                  <a:moveTo>
                    <a:pt x="1142619" y="50292"/>
                  </a:moveTo>
                  <a:lnTo>
                    <a:pt x="1085469" y="50800"/>
                  </a:lnTo>
                  <a:lnTo>
                    <a:pt x="1085723" y="69850"/>
                  </a:lnTo>
                  <a:lnTo>
                    <a:pt x="1142873" y="69342"/>
                  </a:lnTo>
                  <a:lnTo>
                    <a:pt x="1142619" y="50292"/>
                  </a:lnTo>
                  <a:close/>
                </a:path>
                <a:path w="1741170" h="125095">
                  <a:moveTo>
                    <a:pt x="1218819" y="49657"/>
                  </a:moveTo>
                  <a:lnTo>
                    <a:pt x="1161669" y="50165"/>
                  </a:lnTo>
                  <a:lnTo>
                    <a:pt x="1161923" y="69215"/>
                  </a:lnTo>
                  <a:lnTo>
                    <a:pt x="1219073" y="68707"/>
                  </a:lnTo>
                  <a:lnTo>
                    <a:pt x="1218819" y="49657"/>
                  </a:lnTo>
                  <a:close/>
                </a:path>
                <a:path w="1741170" h="125095">
                  <a:moveTo>
                    <a:pt x="1295019" y="49022"/>
                  </a:moveTo>
                  <a:lnTo>
                    <a:pt x="1237869" y="49530"/>
                  </a:lnTo>
                  <a:lnTo>
                    <a:pt x="1238123" y="68580"/>
                  </a:lnTo>
                  <a:lnTo>
                    <a:pt x="1295273" y="68072"/>
                  </a:lnTo>
                  <a:lnTo>
                    <a:pt x="1295019" y="49022"/>
                  </a:lnTo>
                  <a:close/>
                </a:path>
                <a:path w="1741170" h="125095">
                  <a:moveTo>
                    <a:pt x="1371219" y="48260"/>
                  </a:moveTo>
                  <a:lnTo>
                    <a:pt x="1314069" y="48768"/>
                  </a:lnTo>
                  <a:lnTo>
                    <a:pt x="1314323" y="67818"/>
                  </a:lnTo>
                  <a:lnTo>
                    <a:pt x="1371473" y="67310"/>
                  </a:lnTo>
                  <a:lnTo>
                    <a:pt x="1371219" y="48260"/>
                  </a:lnTo>
                  <a:close/>
                </a:path>
                <a:path w="1741170" h="125095">
                  <a:moveTo>
                    <a:pt x="1447419" y="47625"/>
                  </a:moveTo>
                  <a:lnTo>
                    <a:pt x="1390269" y="48133"/>
                  </a:lnTo>
                  <a:lnTo>
                    <a:pt x="1390523" y="67183"/>
                  </a:lnTo>
                  <a:lnTo>
                    <a:pt x="1447673" y="66675"/>
                  </a:lnTo>
                  <a:lnTo>
                    <a:pt x="1447419" y="47625"/>
                  </a:lnTo>
                  <a:close/>
                </a:path>
                <a:path w="1741170" h="125095">
                  <a:moveTo>
                    <a:pt x="1523619" y="46863"/>
                  </a:moveTo>
                  <a:lnTo>
                    <a:pt x="1466469" y="47371"/>
                  </a:lnTo>
                  <a:lnTo>
                    <a:pt x="1466723" y="66421"/>
                  </a:lnTo>
                  <a:lnTo>
                    <a:pt x="1523873" y="65913"/>
                  </a:lnTo>
                  <a:lnTo>
                    <a:pt x="1523619" y="46863"/>
                  </a:lnTo>
                  <a:close/>
                </a:path>
                <a:path w="1741170" h="125095">
                  <a:moveTo>
                    <a:pt x="1599819" y="46228"/>
                  </a:moveTo>
                  <a:lnTo>
                    <a:pt x="1542669" y="46736"/>
                  </a:lnTo>
                  <a:lnTo>
                    <a:pt x="1542923" y="65786"/>
                  </a:lnTo>
                  <a:lnTo>
                    <a:pt x="1600073" y="65278"/>
                  </a:lnTo>
                  <a:lnTo>
                    <a:pt x="1599819" y="46228"/>
                  </a:lnTo>
                  <a:close/>
                </a:path>
                <a:path w="1741170" h="125095">
                  <a:moveTo>
                    <a:pt x="1695258" y="59584"/>
                  </a:moveTo>
                  <a:lnTo>
                    <a:pt x="1637030" y="94234"/>
                  </a:lnTo>
                  <a:lnTo>
                    <a:pt x="1635506" y="100203"/>
                  </a:lnTo>
                  <a:lnTo>
                    <a:pt x="1638173" y="104648"/>
                  </a:lnTo>
                  <a:lnTo>
                    <a:pt x="1640840" y="109220"/>
                  </a:lnTo>
                  <a:lnTo>
                    <a:pt x="1646682" y="110617"/>
                  </a:lnTo>
                  <a:lnTo>
                    <a:pt x="1651254" y="107950"/>
                  </a:lnTo>
                  <a:lnTo>
                    <a:pt x="1724407" y="64389"/>
                  </a:lnTo>
                  <a:lnTo>
                    <a:pt x="1695323" y="64389"/>
                  </a:lnTo>
                  <a:lnTo>
                    <a:pt x="1695258" y="59584"/>
                  </a:lnTo>
                  <a:close/>
                </a:path>
                <a:path w="1741170" h="125095">
                  <a:moveTo>
                    <a:pt x="1676019" y="45593"/>
                  </a:moveTo>
                  <a:lnTo>
                    <a:pt x="1618869" y="46101"/>
                  </a:lnTo>
                  <a:lnTo>
                    <a:pt x="1619123" y="65151"/>
                  </a:lnTo>
                  <a:lnTo>
                    <a:pt x="1676273" y="64643"/>
                  </a:lnTo>
                  <a:lnTo>
                    <a:pt x="1676019" y="45593"/>
                  </a:lnTo>
                  <a:close/>
                </a:path>
                <a:path w="1741170" h="125095">
                  <a:moveTo>
                    <a:pt x="1703294" y="54806"/>
                  </a:moveTo>
                  <a:lnTo>
                    <a:pt x="1695258" y="59584"/>
                  </a:lnTo>
                  <a:lnTo>
                    <a:pt x="1695323" y="64389"/>
                  </a:lnTo>
                  <a:lnTo>
                    <a:pt x="1722247" y="64135"/>
                  </a:lnTo>
                  <a:lnTo>
                    <a:pt x="1722238" y="62865"/>
                  </a:lnTo>
                  <a:lnTo>
                    <a:pt x="1717421" y="62865"/>
                  </a:lnTo>
                  <a:lnTo>
                    <a:pt x="1703294" y="54806"/>
                  </a:lnTo>
                  <a:close/>
                </a:path>
                <a:path w="1741170" h="125095">
                  <a:moveTo>
                    <a:pt x="1724573" y="45085"/>
                  </a:moveTo>
                  <a:lnTo>
                    <a:pt x="1722120" y="45085"/>
                  </a:lnTo>
                  <a:lnTo>
                    <a:pt x="1722247" y="64135"/>
                  </a:lnTo>
                  <a:lnTo>
                    <a:pt x="1695323" y="64389"/>
                  </a:lnTo>
                  <a:lnTo>
                    <a:pt x="1724407" y="64389"/>
                  </a:lnTo>
                  <a:lnTo>
                    <a:pt x="1741043" y="54483"/>
                  </a:lnTo>
                  <a:lnTo>
                    <a:pt x="1724573" y="45085"/>
                  </a:lnTo>
                  <a:close/>
                </a:path>
                <a:path w="1741170" h="125095">
                  <a:moveTo>
                    <a:pt x="1717294" y="46482"/>
                  </a:moveTo>
                  <a:lnTo>
                    <a:pt x="1703294" y="54806"/>
                  </a:lnTo>
                  <a:lnTo>
                    <a:pt x="1717421" y="62865"/>
                  </a:lnTo>
                  <a:lnTo>
                    <a:pt x="1717294" y="46482"/>
                  </a:lnTo>
                  <a:close/>
                </a:path>
                <a:path w="1741170" h="125095">
                  <a:moveTo>
                    <a:pt x="1722129" y="46482"/>
                  </a:moveTo>
                  <a:lnTo>
                    <a:pt x="1717294" y="46482"/>
                  </a:lnTo>
                  <a:lnTo>
                    <a:pt x="1717421" y="62865"/>
                  </a:lnTo>
                  <a:lnTo>
                    <a:pt x="1722238" y="62865"/>
                  </a:lnTo>
                  <a:lnTo>
                    <a:pt x="1722129" y="46482"/>
                  </a:lnTo>
                  <a:close/>
                </a:path>
                <a:path w="1741170" h="125095">
                  <a:moveTo>
                    <a:pt x="1695133" y="50150"/>
                  </a:moveTo>
                  <a:lnTo>
                    <a:pt x="1695258" y="59584"/>
                  </a:lnTo>
                  <a:lnTo>
                    <a:pt x="1703294" y="54806"/>
                  </a:lnTo>
                  <a:lnTo>
                    <a:pt x="1695133" y="50150"/>
                  </a:lnTo>
                  <a:close/>
                </a:path>
                <a:path w="1741170" h="125095">
                  <a:moveTo>
                    <a:pt x="1722120" y="45085"/>
                  </a:moveTo>
                  <a:lnTo>
                    <a:pt x="1695069" y="45339"/>
                  </a:lnTo>
                  <a:lnTo>
                    <a:pt x="1695133" y="50150"/>
                  </a:lnTo>
                  <a:lnTo>
                    <a:pt x="1703294" y="54806"/>
                  </a:lnTo>
                  <a:lnTo>
                    <a:pt x="1717294" y="46482"/>
                  </a:lnTo>
                  <a:lnTo>
                    <a:pt x="1722129" y="46482"/>
                  </a:lnTo>
                  <a:lnTo>
                    <a:pt x="1722120" y="45085"/>
                  </a:lnTo>
                  <a:close/>
                </a:path>
                <a:path w="1741170" h="125095">
                  <a:moveTo>
                    <a:pt x="1645666" y="0"/>
                  </a:moveTo>
                  <a:lnTo>
                    <a:pt x="1639951" y="1651"/>
                  </a:lnTo>
                  <a:lnTo>
                    <a:pt x="1637284" y="6223"/>
                  </a:lnTo>
                  <a:lnTo>
                    <a:pt x="1634744" y="10795"/>
                  </a:lnTo>
                  <a:lnTo>
                    <a:pt x="1636268" y="16510"/>
                  </a:lnTo>
                  <a:lnTo>
                    <a:pt x="1640840" y="19177"/>
                  </a:lnTo>
                  <a:lnTo>
                    <a:pt x="1695133" y="50150"/>
                  </a:lnTo>
                  <a:lnTo>
                    <a:pt x="1695069" y="45339"/>
                  </a:lnTo>
                  <a:lnTo>
                    <a:pt x="1724573" y="45085"/>
                  </a:lnTo>
                  <a:lnTo>
                    <a:pt x="1650238" y="2667"/>
                  </a:lnTo>
                  <a:lnTo>
                    <a:pt x="1645666" y="0"/>
                  </a:lnTo>
                  <a:close/>
                </a:path>
              </a:pathLst>
            </a:custGeom>
            <a:solidFill>
              <a:srgbClr val="0066FF"/>
            </a:solidFill>
          </p:spPr>
          <p:txBody>
            <a:bodyPr wrap="square" lIns="0" tIns="0" rIns="0" bIns="0" rtlCol="0"/>
            <a:lstStyle/>
            <a:p>
              <a:endParaRPr>
                <a:latin typeface="+mj-lt"/>
              </a:endParaRPr>
            </a:p>
          </p:txBody>
        </p:sp>
        <p:pic>
          <p:nvPicPr>
            <p:cNvPr id="134" name="object 134"/>
            <p:cNvPicPr/>
            <p:nvPr/>
          </p:nvPicPr>
          <p:blipFill>
            <a:blip r:embed="rId68" cstate="print"/>
            <a:stretch>
              <a:fillRect/>
            </a:stretch>
          </p:blipFill>
          <p:spPr>
            <a:xfrm>
              <a:off x="62484" y="1808987"/>
              <a:ext cx="1636776" cy="3406140"/>
            </a:xfrm>
            <a:prstGeom prst="rect">
              <a:avLst/>
            </a:prstGeom>
          </p:spPr>
        </p:pic>
        <p:pic>
          <p:nvPicPr>
            <p:cNvPr id="135" name="object 135"/>
            <p:cNvPicPr/>
            <p:nvPr/>
          </p:nvPicPr>
          <p:blipFill>
            <a:blip r:embed="rId69" cstate="print"/>
            <a:stretch>
              <a:fillRect/>
            </a:stretch>
          </p:blipFill>
          <p:spPr>
            <a:xfrm>
              <a:off x="109724" y="1836419"/>
              <a:ext cx="1546863" cy="3316224"/>
            </a:xfrm>
            <a:prstGeom prst="rect">
              <a:avLst/>
            </a:prstGeom>
          </p:spPr>
        </p:pic>
        <p:sp>
          <p:nvSpPr>
            <p:cNvPr id="136" name="object 136"/>
            <p:cNvSpPr/>
            <p:nvPr/>
          </p:nvSpPr>
          <p:spPr>
            <a:xfrm>
              <a:off x="109724" y="1836419"/>
              <a:ext cx="1546860" cy="3316604"/>
            </a:xfrm>
            <a:custGeom>
              <a:avLst/>
              <a:gdLst/>
              <a:ahLst/>
              <a:cxnLst/>
              <a:rect l="l" t="t" r="r" b="b"/>
              <a:pathLst>
                <a:path w="1546860" h="3316604">
                  <a:moveTo>
                    <a:pt x="1546863" y="193293"/>
                  </a:moveTo>
                  <a:lnTo>
                    <a:pt x="1519232" y="244707"/>
                  </a:lnTo>
                  <a:lnTo>
                    <a:pt x="1472386" y="276201"/>
                  </a:lnTo>
                  <a:lnTo>
                    <a:pt x="1405351" y="304834"/>
                  </a:lnTo>
                  <a:lnTo>
                    <a:pt x="1364945" y="317905"/>
                  </a:lnTo>
                  <a:lnTo>
                    <a:pt x="1320311" y="330057"/>
                  </a:lnTo>
                  <a:lnTo>
                    <a:pt x="1271723" y="341219"/>
                  </a:lnTo>
                  <a:lnTo>
                    <a:pt x="1219453" y="351324"/>
                  </a:lnTo>
                  <a:lnTo>
                    <a:pt x="1163775" y="360303"/>
                  </a:lnTo>
                  <a:lnTo>
                    <a:pt x="1104962" y="368089"/>
                  </a:lnTo>
                  <a:lnTo>
                    <a:pt x="1043287" y="374612"/>
                  </a:lnTo>
                  <a:lnTo>
                    <a:pt x="979023" y="379804"/>
                  </a:lnTo>
                  <a:lnTo>
                    <a:pt x="912444" y="383598"/>
                  </a:lnTo>
                  <a:lnTo>
                    <a:pt x="843823" y="385924"/>
                  </a:lnTo>
                  <a:lnTo>
                    <a:pt x="773433" y="386714"/>
                  </a:lnTo>
                  <a:lnTo>
                    <a:pt x="703036" y="385924"/>
                  </a:lnTo>
                  <a:lnTo>
                    <a:pt x="634409" y="383598"/>
                  </a:lnTo>
                  <a:lnTo>
                    <a:pt x="567825" y="379804"/>
                  </a:lnTo>
                  <a:lnTo>
                    <a:pt x="503559" y="374612"/>
                  </a:lnTo>
                  <a:lnTo>
                    <a:pt x="441882" y="368089"/>
                  </a:lnTo>
                  <a:lnTo>
                    <a:pt x="383068" y="360303"/>
                  </a:lnTo>
                  <a:lnTo>
                    <a:pt x="327390" y="351324"/>
                  </a:lnTo>
                  <a:lnTo>
                    <a:pt x="275121" y="341219"/>
                  </a:lnTo>
                  <a:lnTo>
                    <a:pt x="226534" y="330057"/>
                  </a:lnTo>
                  <a:lnTo>
                    <a:pt x="181903" y="317905"/>
                  </a:lnTo>
                  <a:lnTo>
                    <a:pt x="141499" y="304834"/>
                  </a:lnTo>
                  <a:lnTo>
                    <a:pt x="105597" y="290909"/>
                  </a:lnTo>
                  <a:lnTo>
                    <a:pt x="48388" y="260778"/>
                  </a:lnTo>
                  <a:lnTo>
                    <a:pt x="12461" y="228057"/>
                  </a:lnTo>
                  <a:lnTo>
                    <a:pt x="0" y="193293"/>
                  </a:lnTo>
                  <a:lnTo>
                    <a:pt x="3160" y="175711"/>
                  </a:lnTo>
                  <a:lnTo>
                    <a:pt x="27628" y="141934"/>
                  </a:lnTo>
                  <a:lnTo>
                    <a:pt x="74469" y="110465"/>
                  </a:lnTo>
                  <a:lnTo>
                    <a:pt x="141499" y="81851"/>
                  </a:lnTo>
                  <a:lnTo>
                    <a:pt x="181903" y="68787"/>
                  </a:lnTo>
                  <a:lnTo>
                    <a:pt x="226534" y="56641"/>
                  </a:lnTo>
                  <a:lnTo>
                    <a:pt x="275121" y="45484"/>
                  </a:lnTo>
                  <a:lnTo>
                    <a:pt x="327390" y="35383"/>
                  </a:lnTo>
                  <a:lnTo>
                    <a:pt x="383068" y="26406"/>
                  </a:lnTo>
                  <a:lnTo>
                    <a:pt x="441882" y="18623"/>
                  </a:lnTo>
                  <a:lnTo>
                    <a:pt x="503559" y="12101"/>
                  </a:lnTo>
                  <a:lnTo>
                    <a:pt x="567825" y="6909"/>
                  </a:lnTo>
                  <a:lnTo>
                    <a:pt x="634409" y="3116"/>
                  </a:lnTo>
                  <a:lnTo>
                    <a:pt x="703036" y="790"/>
                  </a:lnTo>
                  <a:lnTo>
                    <a:pt x="773433" y="0"/>
                  </a:lnTo>
                  <a:lnTo>
                    <a:pt x="843823" y="790"/>
                  </a:lnTo>
                  <a:lnTo>
                    <a:pt x="912444" y="3116"/>
                  </a:lnTo>
                  <a:lnTo>
                    <a:pt x="979023" y="6909"/>
                  </a:lnTo>
                  <a:lnTo>
                    <a:pt x="1043287" y="12101"/>
                  </a:lnTo>
                  <a:lnTo>
                    <a:pt x="1104962" y="18623"/>
                  </a:lnTo>
                  <a:lnTo>
                    <a:pt x="1163775" y="26406"/>
                  </a:lnTo>
                  <a:lnTo>
                    <a:pt x="1219453" y="35383"/>
                  </a:lnTo>
                  <a:lnTo>
                    <a:pt x="1271723" y="45484"/>
                  </a:lnTo>
                  <a:lnTo>
                    <a:pt x="1320311" y="56642"/>
                  </a:lnTo>
                  <a:lnTo>
                    <a:pt x="1364945" y="68787"/>
                  </a:lnTo>
                  <a:lnTo>
                    <a:pt x="1405351" y="81851"/>
                  </a:lnTo>
                  <a:lnTo>
                    <a:pt x="1441256" y="95767"/>
                  </a:lnTo>
                  <a:lnTo>
                    <a:pt x="1498470" y="125877"/>
                  </a:lnTo>
                  <a:lnTo>
                    <a:pt x="1534401" y="158568"/>
                  </a:lnTo>
                  <a:lnTo>
                    <a:pt x="1546863" y="193293"/>
                  </a:lnTo>
                  <a:lnTo>
                    <a:pt x="1546863" y="3122929"/>
                  </a:lnTo>
                  <a:lnTo>
                    <a:pt x="1519232" y="3174289"/>
                  </a:lnTo>
                  <a:lnTo>
                    <a:pt x="1472386" y="3205758"/>
                  </a:lnTo>
                  <a:lnTo>
                    <a:pt x="1405351" y="3234372"/>
                  </a:lnTo>
                  <a:lnTo>
                    <a:pt x="1364945" y="3247436"/>
                  </a:lnTo>
                  <a:lnTo>
                    <a:pt x="1320311" y="3259581"/>
                  </a:lnTo>
                  <a:lnTo>
                    <a:pt x="1271723" y="3270739"/>
                  </a:lnTo>
                  <a:lnTo>
                    <a:pt x="1219453" y="3280840"/>
                  </a:lnTo>
                  <a:lnTo>
                    <a:pt x="1163775" y="3289817"/>
                  </a:lnTo>
                  <a:lnTo>
                    <a:pt x="1104962" y="3297600"/>
                  </a:lnTo>
                  <a:lnTo>
                    <a:pt x="1043287" y="3304122"/>
                  </a:lnTo>
                  <a:lnTo>
                    <a:pt x="979023" y="3309314"/>
                  </a:lnTo>
                  <a:lnTo>
                    <a:pt x="912444" y="3313107"/>
                  </a:lnTo>
                  <a:lnTo>
                    <a:pt x="843823" y="3315433"/>
                  </a:lnTo>
                  <a:lnTo>
                    <a:pt x="773433" y="3316224"/>
                  </a:lnTo>
                  <a:lnTo>
                    <a:pt x="703036" y="3315433"/>
                  </a:lnTo>
                  <a:lnTo>
                    <a:pt x="634409" y="3313107"/>
                  </a:lnTo>
                  <a:lnTo>
                    <a:pt x="567825" y="3309314"/>
                  </a:lnTo>
                  <a:lnTo>
                    <a:pt x="503559" y="3304122"/>
                  </a:lnTo>
                  <a:lnTo>
                    <a:pt x="441882" y="3297600"/>
                  </a:lnTo>
                  <a:lnTo>
                    <a:pt x="383068" y="3289817"/>
                  </a:lnTo>
                  <a:lnTo>
                    <a:pt x="327390" y="3280840"/>
                  </a:lnTo>
                  <a:lnTo>
                    <a:pt x="275121" y="3270739"/>
                  </a:lnTo>
                  <a:lnTo>
                    <a:pt x="226534" y="3259581"/>
                  </a:lnTo>
                  <a:lnTo>
                    <a:pt x="181903" y="3247436"/>
                  </a:lnTo>
                  <a:lnTo>
                    <a:pt x="141499" y="3234372"/>
                  </a:lnTo>
                  <a:lnTo>
                    <a:pt x="105597" y="3220456"/>
                  </a:lnTo>
                  <a:lnTo>
                    <a:pt x="48388" y="3190346"/>
                  </a:lnTo>
                  <a:lnTo>
                    <a:pt x="12461" y="3157655"/>
                  </a:lnTo>
                  <a:lnTo>
                    <a:pt x="0" y="3122929"/>
                  </a:lnTo>
                  <a:lnTo>
                    <a:pt x="3" y="193293"/>
                  </a:lnTo>
                </a:path>
              </a:pathLst>
            </a:custGeom>
            <a:ln w="9525">
              <a:solidFill>
                <a:srgbClr val="0C449B"/>
              </a:solidFill>
            </a:ln>
          </p:spPr>
          <p:txBody>
            <a:bodyPr wrap="square" lIns="0" tIns="0" rIns="0" bIns="0" rtlCol="0"/>
            <a:lstStyle/>
            <a:p>
              <a:endParaRPr>
                <a:latin typeface="+mj-lt"/>
              </a:endParaRPr>
            </a:p>
          </p:txBody>
        </p:sp>
        <p:pic>
          <p:nvPicPr>
            <p:cNvPr id="137" name="object 137"/>
            <p:cNvPicPr/>
            <p:nvPr/>
          </p:nvPicPr>
          <p:blipFill>
            <a:blip r:embed="rId70" cstate="print"/>
            <a:stretch>
              <a:fillRect/>
            </a:stretch>
          </p:blipFill>
          <p:spPr>
            <a:xfrm>
              <a:off x="291084" y="3252215"/>
              <a:ext cx="1211580" cy="484631"/>
            </a:xfrm>
            <a:prstGeom prst="rect">
              <a:avLst/>
            </a:prstGeom>
          </p:spPr>
        </p:pic>
        <p:pic>
          <p:nvPicPr>
            <p:cNvPr id="138" name="object 138"/>
            <p:cNvPicPr/>
            <p:nvPr/>
          </p:nvPicPr>
          <p:blipFill>
            <a:blip r:embed="rId71" cstate="print"/>
            <a:stretch>
              <a:fillRect/>
            </a:stretch>
          </p:blipFill>
          <p:spPr>
            <a:xfrm>
              <a:off x="10877939" y="4640474"/>
              <a:ext cx="1008224" cy="417786"/>
            </a:xfrm>
            <a:prstGeom prst="rect">
              <a:avLst/>
            </a:prstGeom>
          </p:spPr>
        </p:pic>
      </p:grpSp>
      <p:sp>
        <p:nvSpPr>
          <p:cNvPr id="139" name="object 139"/>
          <p:cNvSpPr txBox="1"/>
          <p:nvPr/>
        </p:nvSpPr>
        <p:spPr>
          <a:xfrm>
            <a:off x="247294" y="6531965"/>
            <a:ext cx="46545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mj-lt"/>
                <a:cs typeface="Calibri"/>
              </a:rPr>
              <a:t>P</a:t>
            </a:r>
            <a:r>
              <a:rPr sz="1600" dirty="0">
                <a:solidFill>
                  <a:srgbClr val="FFFFFF"/>
                </a:solidFill>
                <a:latin typeface="+mj-lt"/>
                <a:cs typeface="Calibri"/>
              </a:rPr>
              <a:t>i</a:t>
            </a:r>
            <a:r>
              <a:rPr sz="1600" spc="-10" dirty="0">
                <a:solidFill>
                  <a:srgbClr val="FFFFFF"/>
                </a:solidFill>
                <a:latin typeface="+mj-lt"/>
                <a:cs typeface="Calibri"/>
              </a:rPr>
              <a:t>Log</a:t>
            </a:r>
            <a:endParaRPr sz="1600" dirty="0">
              <a:latin typeface="+mj-lt"/>
              <a:cs typeface="Calibri"/>
            </a:endParaRPr>
          </a:p>
        </p:txBody>
      </p:sp>
      <p:sp>
        <p:nvSpPr>
          <p:cNvPr id="140" name="object 140"/>
          <p:cNvSpPr txBox="1"/>
          <p:nvPr/>
        </p:nvSpPr>
        <p:spPr>
          <a:xfrm>
            <a:off x="9769856" y="4059173"/>
            <a:ext cx="727075" cy="391160"/>
          </a:xfrm>
          <a:prstGeom prst="rect">
            <a:avLst/>
          </a:prstGeom>
        </p:spPr>
        <p:txBody>
          <a:bodyPr vert="horz" wrap="square" lIns="0" tIns="12700" rIns="0" bIns="0" rtlCol="0">
            <a:spAutoFit/>
          </a:bodyPr>
          <a:lstStyle/>
          <a:p>
            <a:pPr marL="12700" marR="5080" indent="39370">
              <a:lnSpc>
                <a:spcPct val="100000"/>
              </a:lnSpc>
              <a:spcBef>
                <a:spcPts val="100"/>
              </a:spcBef>
            </a:pPr>
            <a:r>
              <a:rPr sz="1200" b="1" spc="-10" dirty="0">
                <a:solidFill>
                  <a:srgbClr val="0F469B"/>
                </a:solidFill>
                <a:latin typeface="+mj-lt"/>
                <a:cs typeface="Calibri"/>
              </a:rPr>
              <a:t>Real </a:t>
            </a:r>
            <a:r>
              <a:rPr sz="1200" b="1" spc="-5" dirty="0">
                <a:solidFill>
                  <a:srgbClr val="0F469B"/>
                </a:solidFill>
                <a:latin typeface="+mj-lt"/>
                <a:cs typeface="Calibri"/>
              </a:rPr>
              <a:t>Time </a:t>
            </a:r>
            <a:r>
              <a:rPr sz="1200" b="1" dirty="0">
                <a:solidFill>
                  <a:srgbClr val="0F469B"/>
                </a:solidFill>
                <a:latin typeface="+mj-lt"/>
                <a:cs typeface="Calibri"/>
              </a:rPr>
              <a:t> I</a:t>
            </a:r>
            <a:r>
              <a:rPr sz="1200" b="1" spc="-10" dirty="0">
                <a:solidFill>
                  <a:srgbClr val="0F469B"/>
                </a:solidFill>
                <a:latin typeface="+mj-lt"/>
                <a:cs typeface="Calibri"/>
              </a:rPr>
              <a:t>nt</a:t>
            </a:r>
            <a:r>
              <a:rPr sz="1200" b="1" spc="-5" dirty="0">
                <a:solidFill>
                  <a:srgbClr val="0F469B"/>
                </a:solidFill>
                <a:latin typeface="+mj-lt"/>
                <a:cs typeface="Calibri"/>
              </a:rPr>
              <a:t>eg</a:t>
            </a:r>
            <a:r>
              <a:rPr sz="1200" b="1" spc="-20" dirty="0">
                <a:solidFill>
                  <a:srgbClr val="0F469B"/>
                </a:solidFill>
                <a:latin typeface="+mj-lt"/>
                <a:cs typeface="Calibri"/>
              </a:rPr>
              <a:t>ra</a:t>
            </a:r>
            <a:r>
              <a:rPr sz="1200" b="1" dirty="0">
                <a:solidFill>
                  <a:srgbClr val="0F469B"/>
                </a:solidFill>
                <a:latin typeface="+mj-lt"/>
                <a:cs typeface="Calibri"/>
              </a:rPr>
              <a:t>t</a:t>
            </a:r>
            <a:r>
              <a:rPr sz="1200" b="1" spc="5" dirty="0">
                <a:solidFill>
                  <a:srgbClr val="0F469B"/>
                </a:solidFill>
                <a:latin typeface="+mj-lt"/>
                <a:cs typeface="Calibri"/>
              </a:rPr>
              <a:t>i</a:t>
            </a:r>
            <a:r>
              <a:rPr sz="1200" b="1" dirty="0">
                <a:solidFill>
                  <a:srgbClr val="0F469B"/>
                </a:solidFill>
                <a:latin typeface="+mj-lt"/>
                <a:cs typeface="Calibri"/>
              </a:rPr>
              <a:t>on</a:t>
            </a:r>
            <a:endParaRPr sz="1200">
              <a:latin typeface="+mj-lt"/>
              <a:cs typeface="Calibri"/>
            </a:endParaRPr>
          </a:p>
        </p:txBody>
      </p:sp>
      <p:sp>
        <p:nvSpPr>
          <p:cNvPr id="141" name="object 141"/>
          <p:cNvSpPr txBox="1"/>
          <p:nvPr/>
        </p:nvSpPr>
        <p:spPr>
          <a:xfrm>
            <a:off x="9806685" y="3501897"/>
            <a:ext cx="625475" cy="197490"/>
          </a:xfrm>
          <a:prstGeom prst="rect">
            <a:avLst/>
          </a:prstGeom>
        </p:spPr>
        <p:txBody>
          <a:bodyPr vert="horz" wrap="square" lIns="0" tIns="12700" rIns="0" bIns="0" rtlCol="0">
            <a:spAutoFit/>
          </a:bodyPr>
          <a:lstStyle/>
          <a:p>
            <a:pPr marL="12700">
              <a:lnSpc>
                <a:spcPct val="100000"/>
              </a:lnSpc>
              <a:spcBef>
                <a:spcPts val="100"/>
              </a:spcBef>
            </a:pPr>
            <a:r>
              <a:rPr sz="1200" b="1" spc="-5" dirty="0">
                <a:solidFill>
                  <a:srgbClr val="0F469B"/>
                </a:solidFill>
                <a:latin typeface="+mj-lt"/>
                <a:cs typeface="Calibri"/>
              </a:rPr>
              <a:t>M</a:t>
            </a:r>
            <a:r>
              <a:rPr sz="1200" b="1" spc="-20" dirty="0">
                <a:solidFill>
                  <a:srgbClr val="0F469B"/>
                </a:solidFill>
                <a:latin typeface="+mj-lt"/>
                <a:cs typeface="Calibri"/>
              </a:rPr>
              <a:t>a</a:t>
            </a:r>
            <a:r>
              <a:rPr sz="1200" b="1" spc="-10" dirty="0">
                <a:solidFill>
                  <a:srgbClr val="0F469B"/>
                </a:solidFill>
                <a:latin typeface="+mj-lt"/>
                <a:cs typeface="Calibri"/>
              </a:rPr>
              <a:t>t</a:t>
            </a:r>
            <a:r>
              <a:rPr sz="1200" b="1" spc="-5" dirty="0">
                <a:solidFill>
                  <a:srgbClr val="0F469B"/>
                </a:solidFill>
                <a:latin typeface="+mj-lt"/>
                <a:cs typeface="Calibri"/>
              </a:rPr>
              <a:t>e</a:t>
            </a:r>
            <a:r>
              <a:rPr sz="1200" b="1" dirty="0">
                <a:solidFill>
                  <a:srgbClr val="0F469B"/>
                </a:solidFill>
                <a:latin typeface="+mj-lt"/>
                <a:cs typeface="Calibri"/>
              </a:rPr>
              <a:t>ri</a:t>
            </a:r>
            <a:r>
              <a:rPr sz="1200" b="1" spc="-5" dirty="0">
                <a:solidFill>
                  <a:srgbClr val="0F469B"/>
                </a:solidFill>
                <a:latin typeface="+mj-lt"/>
                <a:cs typeface="Calibri"/>
              </a:rPr>
              <a:t>a</a:t>
            </a:r>
            <a:r>
              <a:rPr sz="1200" b="1" dirty="0">
                <a:solidFill>
                  <a:srgbClr val="0F469B"/>
                </a:solidFill>
                <a:latin typeface="+mj-lt"/>
                <a:cs typeface="Calibri"/>
              </a:rPr>
              <a:t>ls</a:t>
            </a:r>
            <a:endParaRPr sz="1200" dirty="0">
              <a:latin typeface="+mj-lt"/>
              <a:cs typeface="Calibri"/>
            </a:endParaRPr>
          </a:p>
        </p:txBody>
      </p:sp>
      <p:sp>
        <p:nvSpPr>
          <p:cNvPr id="142" name="object 142"/>
          <p:cNvSpPr txBox="1"/>
          <p:nvPr/>
        </p:nvSpPr>
        <p:spPr>
          <a:xfrm>
            <a:off x="10670793" y="2585973"/>
            <a:ext cx="542290" cy="391160"/>
          </a:xfrm>
          <a:prstGeom prst="rect">
            <a:avLst/>
          </a:prstGeom>
        </p:spPr>
        <p:txBody>
          <a:bodyPr vert="horz" wrap="square" lIns="0" tIns="12700" rIns="0" bIns="0" rtlCol="0">
            <a:spAutoFit/>
          </a:bodyPr>
          <a:lstStyle/>
          <a:p>
            <a:pPr marL="47625" marR="5080" indent="-35560">
              <a:lnSpc>
                <a:spcPct val="100000"/>
              </a:lnSpc>
              <a:spcBef>
                <a:spcPts val="100"/>
              </a:spcBef>
            </a:pPr>
            <a:r>
              <a:rPr sz="1200" b="1" spc="-65" dirty="0">
                <a:solidFill>
                  <a:srgbClr val="FF0000"/>
                </a:solidFill>
                <a:latin typeface="+mj-lt"/>
                <a:cs typeface="Calibri"/>
              </a:rPr>
              <a:t>V</a:t>
            </a:r>
            <a:r>
              <a:rPr sz="1200" b="1" spc="-5" dirty="0">
                <a:solidFill>
                  <a:srgbClr val="FF0000"/>
                </a:solidFill>
                <a:latin typeface="+mj-lt"/>
                <a:cs typeface="Calibri"/>
              </a:rPr>
              <a:t>a</a:t>
            </a:r>
            <a:r>
              <a:rPr sz="1200" b="1" dirty="0">
                <a:solidFill>
                  <a:srgbClr val="FF0000"/>
                </a:solidFill>
                <a:latin typeface="+mj-lt"/>
                <a:cs typeface="Calibri"/>
              </a:rPr>
              <a:t>lid</a:t>
            </a:r>
            <a:r>
              <a:rPr sz="1200" b="1" spc="-20" dirty="0">
                <a:solidFill>
                  <a:srgbClr val="FF0000"/>
                </a:solidFill>
                <a:latin typeface="+mj-lt"/>
                <a:cs typeface="Calibri"/>
              </a:rPr>
              <a:t>a</a:t>
            </a:r>
            <a:r>
              <a:rPr sz="1200" b="1" spc="-10" dirty="0">
                <a:solidFill>
                  <a:srgbClr val="FF0000"/>
                </a:solidFill>
                <a:latin typeface="+mj-lt"/>
                <a:cs typeface="Calibri"/>
              </a:rPr>
              <a:t>t</a:t>
            </a:r>
            <a:r>
              <a:rPr sz="1200" b="1" dirty="0">
                <a:solidFill>
                  <a:srgbClr val="FF0000"/>
                </a:solidFill>
                <a:latin typeface="+mj-lt"/>
                <a:cs typeface="Calibri"/>
              </a:rPr>
              <a:t>e  &amp;</a:t>
            </a:r>
            <a:r>
              <a:rPr sz="1200" b="1" spc="-35" dirty="0">
                <a:solidFill>
                  <a:srgbClr val="FF0000"/>
                </a:solidFill>
                <a:latin typeface="+mj-lt"/>
                <a:cs typeface="Calibri"/>
              </a:rPr>
              <a:t> </a:t>
            </a:r>
            <a:r>
              <a:rPr sz="1200" b="1" spc="-5" dirty="0">
                <a:solidFill>
                  <a:srgbClr val="FF0000"/>
                </a:solidFill>
                <a:latin typeface="+mj-lt"/>
                <a:cs typeface="Calibri"/>
              </a:rPr>
              <a:t>Load</a:t>
            </a:r>
            <a:endParaRPr sz="1200">
              <a:latin typeface="+mj-lt"/>
              <a:cs typeface="Calibri"/>
            </a:endParaRPr>
          </a:p>
        </p:txBody>
      </p:sp>
      <p:pic>
        <p:nvPicPr>
          <p:cNvPr id="143" name="object 143"/>
          <p:cNvPicPr/>
          <p:nvPr/>
        </p:nvPicPr>
        <p:blipFill>
          <a:blip r:embed="rId72" cstate="print"/>
          <a:stretch>
            <a:fillRect/>
          </a:stretch>
        </p:blipFill>
        <p:spPr>
          <a:xfrm>
            <a:off x="10098023" y="140207"/>
            <a:ext cx="1684020" cy="5775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849879" y="800100"/>
            <a:ext cx="6880859" cy="6056630"/>
            <a:chOff x="2849879" y="800100"/>
            <a:chExt cx="6880859" cy="6056630"/>
          </a:xfrm>
        </p:grpSpPr>
        <p:pic>
          <p:nvPicPr>
            <p:cNvPr id="3" name="object 3"/>
            <p:cNvPicPr/>
            <p:nvPr/>
          </p:nvPicPr>
          <p:blipFill>
            <a:blip r:embed="rId2" cstate="print"/>
            <a:stretch>
              <a:fillRect/>
            </a:stretch>
          </p:blipFill>
          <p:spPr>
            <a:xfrm>
              <a:off x="2849879" y="954023"/>
              <a:ext cx="6880859" cy="5902452"/>
            </a:xfrm>
            <a:prstGeom prst="rect">
              <a:avLst/>
            </a:prstGeom>
          </p:spPr>
        </p:pic>
        <p:pic>
          <p:nvPicPr>
            <p:cNvPr id="4" name="object 4"/>
            <p:cNvPicPr/>
            <p:nvPr/>
          </p:nvPicPr>
          <p:blipFill>
            <a:blip r:embed="rId3" cstate="print"/>
            <a:stretch>
              <a:fillRect/>
            </a:stretch>
          </p:blipFill>
          <p:spPr>
            <a:xfrm>
              <a:off x="2897309" y="981329"/>
              <a:ext cx="6790572" cy="5812397"/>
            </a:xfrm>
            <a:prstGeom prst="rect">
              <a:avLst/>
            </a:prstGeom>
          </p:spPr>
        </p:pic>
        <p:sp>
          <p:nvSpPr>
            <p:cNvPr id="5" name="object 5"/>
            <p:cNvSpPr/>
            <p:nvPr/>
          </p:nvSpPr>
          <p:spPr>
            <a:xfrm>
              <a:off x="2897309" y="981329"/>
              <a:ext cx="6790690" cy="5812790"/>
            </a:xfrm>
            <a:custGeom>
              <a:avLst/>
              <a:gdLst/>
              <a:ahLst/>
              <a:cxnLst/>
              <a:rect l="l" t="t" r="r" b="b"/>
              <a:pathLst>
                <a:path w="6790690" h="5812790">
                  <a:moveTo>
                    <a:pt x="3921193" y="19176"/>
                  </a:moveTo>
                  <a:lnTo>
                    <a:pt x="3972972" y="26491"/>
                  </a:lnTo>
                  <a:lnTo>
                    <a:pt x="4024439" y="34450"/>
                  </a:lnTo>
                  <a:lnTo>
                    <a:pt x="4075589" y="43049"/>
                  </a:lnTo>
                  <a:lnTo>
                    <a:pt x="4126419" y="52282"/>
                  </a:lnTo>
                  <a:lnTo>
                    <a:pt x="4176922" y="62143"/>
                  </a:lnTo>
                  <a:lnTo>
                    <a:pt x="4227094" y="72626"/>
                  </a:lnTo>
                  <a:lnTo>
                    <a:pt x="4276930" y="83727"/>
                  </a:lnTo>
                  <a:lnTo>
                    <a:pt x="4326426" y="95440"/>
                  </a:lnTo>
                  <a:lnTo>
                    <a:pt x="4375577" y="107758"/>
                  </a:lnTo>
                  <a:lnTo>
                    <a:pt x="4424377" y="120677"/>
                  </a:lnTo>
                  <a:lnTo>
                    <a:pt x="4472824" y="134191"/>
                  </a:lnTo>
                  <a:lnTo>
                    <a:pt x="4520910" y="148293"/>
                  </a:lnTo>
                  <a:lnTo>
                    <a:pt x="4568633" y="162980"/>
                  </a:lnTo>
                  <a:lnTo>
                    <a:pt x="4615986" y="178244"/>
                  </a:lnTo>
                  <a:lnTo>
                    <a:pt x="4662966" y="194081"/>
                  </a:lnTo>
                  <a:lnTo>
                    <a:pt x="4709567" y="210484"/>
                  </a:lnTo>
                  <a:lnTo>
                    <a:pt x="4755785" y="227449"/>
                  </a:lnTo>
                  <a:lnTo>
                    <a:pt x="4801615" y="244969"/>
                  </a:lnTo>
                  <a:lnTo>
                    <a:pt x="4847053" y="263039"/>
                  </a:lnTo>
                  <a:lnTo>
                    <a:pt x="4892093" y="281653"/>
                  </a:lnTo>
                  <a:lnTo>
                    <a:pt x="4936730" y="300807"/>
                  </a:lnTo>
                  <a:lnTo>
                    <a:pt x="4980961" y="320493"/>
                  </a:lnTo>
                  <a:lnTo>
                    <a:pt x="5024780" y="340707"/>
                  </a:lnTo>
                  <a:lnTo>
                    <a:pt x="5068182" y="361443"/>
                  </a:lnTo>
                  <a:lnTo>
                    <a:pt x="5111163" y="382696"/>
                  </a:lnTo>
                  <a:lnTo>
                    <a:pt x="5153719" y="404459"/>
                  </a:lnTo>
                  <a:lnTo>
                    <a:pt x="5195843" y="426728"/>
                  </a:lnTo>
                  <a:lnTo>
                    <a:pt x="5237532" y="449496"/>
                  </a:lnTo>
                  <a:lnTo>
                    <a:pt x="5278780" y="472758"/>
                  </a:lnTo>
                  <a:lnTo>
                    <a:pt x="5319584" y="496509"/>
                  </a:lnTo>
                  <a:lnTo>
                    <a:pt x="5359938" y="520742"/>
                  </a:lnTo>
                  <a:lnTo>
                    <a:pt x="5399837" y="545453"/>
                  </a:lnTo>
                  <a:lnTo>
                    <a:pt x="5439277" y="570635"/>
                  </a:lnTo>
                  <a:lnTo>
                    <a:pt x="5478253" y="596284"/>
                  </a:lnTo>
                  <a:lnTo>
                    <a:pt x="5516760" y="622392"/>
                  </a:lnTo>
                  <a:lnTo>
                    <a:pt x="5554794" y="648956"/>
                  </a:lnTo>
                  <a:lnTo>
                    <a:pt x="5592349" y="675969"/>
                  </a:lnTo>
                  <a:lnTo>
                    <a:pt x="5629421" y="703425"/>
                  </a:lnTo>
                  <a:lnTo>
                    <a:pt x="5666006" y="731320"/>
                  </a:lnTo>
                  <a:lnTo>
                    <a:pt x="5702098" y="759647"/>
                  </a:lnTo>
                  <a:lnTo>
                    <a:pt x="5737692" y="788401"/>
                  </a:lnTo>
                  <a:lnTo>
                    <a:pt x="5772785" y="817576"/>
                  </a:lnTo>
                  <a:lnTo>
                    <a:pt x="5807370" y="847167"/>
                  </a:lnTo>
                  <a:lnTo>
                    <a:pt x="5841444" y="877168"/>
                  </a:lnTo>
                  <a:lnTo>
                    <a:pt x="5875002" y="907574"/>
                  </a:lnTo>
                  <a:lnTo>
                    <a:pt x="5908039" y="938378"/>
                  </a:lnTo>
                  <a:lnTo>
                    <a:pt x="5940549" y="969575"/>
                  </a:lnTo>
                  <a:lnTo>
                    <a:pt x="5972530" y="1001161"/>
                  </a:lnTo>
                  <a:lnTo>
                    <a:pt x="6003974" y="1033128"/>
                  </a:lnTo>
                  <a:lnTo>
                    <a:pt x="6034879" y="1065472"/>
                  </a:lnTo>
                  <a:lnTo>
                    <a:pt x="6065239" y="1098187"/>
                  </a:lnTo>
                  <a:lnTo>
                    <a:pt x="6095049" y="1131267"/>
                  </a:lnTo>
                  <a:lnTo>
                    <a:pt x="6124305" y="1164707"/>
                  </a:lnTo>
                  <a:lnTo>
                    <a:pt x="6153002" y="1198501"/>
                  </a:lnTo>
                  <a:lnTo>
                    <a:pt x="6181135" y="1232643"/>
                  </a:lnTo>
                  <a:lnTo>
                    <a:pt x="6208699" y="1267129"/>
                  </a:lnTo>
                  <a:lnTo>
                    <a:pt x="6235690" y="1301951"/>
                  </a:lnTo>
                  <a:lnTo>
                    <a:pt x="6262103" y="1337106"/>
                  </a:lnTo>
                  <a:lnTo>
                    <a:pt x="6287932" y="1372586"/>
                  </a:lnTo>
                  <a:lnTo>
                    <a:pt x="6313175" y="1408387"/>
                  </a:lnTo>
                  <a:lnTo>
                    <a:pt x="6337824" y="1444503"/>
                  </a:lnTo>
                  <a:lnTo>
                    <a:pt x="6361877" y="1480929"/>
                  </a:lnTo>
                  <a:lnTo>
                    <a:pt x="6385328" y="1517658"/>
                  </a:lnTo>
                  <a:lnTo>
                    <a:pt x="6408172" y="1554685"/>
                  </a:lnTo>
                  <a:lnTo>
                    <a:pt x="6430404" y="1592005"/>
                  </a:lnTo>
                  <a:lnTo>
                    <a:pt x="6452021" y="1629612"/>
                  </a:lnTo>
                  <a:lnTo>
                    <a:pt x="6473016" y="1667500"/>
                  </a:lnTo>
                  <a:lnTo>
                    <a:pt x="6493386" y="1705664"/>
                  </a:lnTo>
                  <a:lnTo>
                    <a:pt x="6513126" y="1744098"/>
                  </a:lnTo>
                  <a:lnTo>
                    <a:pt x="6532230" y="1782797"/>
                  </a:lnTo>
                  <a:lnTo>
                    <a:pt x="6550694" y="1821754"/>
                  </a:lnTo>
                  <a:lnTo>
                    <a:pt x="6568514" y="1860965"/>
                  </a:lnTo>
                  <a:lnTo>
                    <a:pt x="6585684" y="1900424"/>
                  </a:lnTo>
                  <a:lnTo>
                    <a:pt x="6602200" y="1940125"/>
                  </a:lnTo>
                  <a:lnTo>
                    <a:pt x="6618057" y="1980063"/>
                  </a:lnTo>
                  <a:lnTo>
                    <a:pt x="6633250" y="2020231"/>
                  </a:lnTo>
                  <a:lnTo>
                    <a:pt x="6647775" y="2060625"/>
                  </a:lnTo>
                  <a:lnTo>
                    <a:pt x="6661627" y="2101239"/>
                  </a:lnTo>
                  <a:lnTo>
                    <a:pt x="6674800" y="2142067"/>
                  </a:lnTo>
                  <a:lnTo>
                    <a:pt x="6687291" y="2183104"/>
                  </a:lnTo>
                  <a:lnTo>
                    <a:pt x="6699094" y="2224343"/>
                  </a:lnTo>
                  <a:lnTo>
                    <a:pt x="6710206" y="2265780"/>
                  </a:lnTo>
                  <a:lnTo>
                    <a:pt x="6720620" y="2307409"/>
                  </a:lnTo>
                  <a:lnTo>
                    <a:pt x="6730332" y="2349224"/>
                  </a:lnTo>
                  <a:lnTo>
                    <a:pt x="6739338" y="2391220"/>
                  </a:lnTo>
                  <a:lnTo>
                    <a:pt x="6747633" y="2433391"/>
                  </a:lnTo>
                  <a:lnTo>
                    <a:pt x="6755211" y="2475731"/>
                  </a:lnTo>
                  <a:lnTo>
                    <a:pt x="6762069" y="2518235"/>
                  </a:lnTo>
                  <a:lnTo>
                    <a:pt x="6768202" y="2560897"/>
                  </a:lnTo>
                  <a:lnTo>
                    <a:pt x="6773604" y="2603712"/>
                  </a:lnTo>
                  <a:lnTo>
                    <a:pt x="6778271" y="2646674"/>
                  </a:lnTo>
                  <a:lnTo>
                    <a:pt x="6782198" y="2689777"/>
                  </a:lnTo>
                  <a:lnTo>
                    <a:pt x="6785381" y="2733017"/>
                  </a:lnTo>
                  <a:lnTo>
                    <a:pt x="6787814" y="2776386"/>
                  </a:lnTo>
                  <a:lnTo>
                    <a:pt x="6789494" y="2819880"/>
                  </a:lnTo>
                  <a:lnTo>
                    <a:pt x="6790415" y="2863494"/>
                  </a:lnTo>
                  <a:lnTo>
                    <a:pt x="6790572" y="2907220"/>
                  </a:lnTo>
                  <a:lnTo>
                    <a:pt x="6789960" y="2951055"/>
                  </a:lnTo>
                  <a:lnTo>
                    <a:pt x="6788576" y="2994992"/>
                  </a:lnTo>
                  <a:lnTo>
                    <a:pt x="6786414" y="3039025"/>
                  </a:lnTo>
                  <a:lnTo>
                    <a:pt x="6783469" y="3083150"/>
                  </a:lnTo>
                  <a:lnTo>
                    <a:pt x="6779738" y="3127360"/>
                  </a:lnTo>
                  <a:lnTo>
                    <a:pt x="6775213" y="3171650"/>
                  </a:lnTo>
                  <a:lnTo>
                    <a:pt x="6769893" y="3216015"/>
                  </a:lnTo>
                  <a:lnTo>
                    <a:pt x="6763770" y="3260448"/>
                  </a:lnTo>
                  <a:lnTo>
                    <a:pt x="6756841" y="3304944"/>
                  </a:lnTo>
                  <a:lnTo>
                    <a:pt x="6749102" y="3349498"/>
                  </a:lnTo>
                  <a:lnTo>
                    <a:pt x="6740743" y="3393129"/>
                  </a:lnTo>
                  <a:lnTo>
                    <a:pt x="6731661" y="3436502"/>
                  </a:lnTo>
                  <a:lnTo>
                    <a:pt x="6721860" y="3479613"/>
                  </a:lnTo>
                  <a:lnTo>
                    <a:pt x="6711347" y="3522459"/>
                  </a:lnTo>
                  <a:lnTo>
                    <a:pt x="6700129" y="3565035"/>
                  </a:lnTo>
                  <a:lnTo>
                    <a:pt x="6688210" y="3607338"/>
                  </a:lnTo>
                  <a:lnTo>
                    <a:pt x="6675599" y="3649363"/>
                  </a:lnTo>
                  <a:lnTo>
                    <a:pt x="6662300" y="3691108"/>
                  </a:lnTo>
                  <a:lnTo>
                    <a:pt x="6648319" y="3732567"/>
                  </a:lnTo>
                  <a:lnTo>
                    <a:pt x="6633664" y="3773738"/>
                  </a:lnTo>
                  <a:lnTo>
                    <a:pt x="6618340" y="3814616"/>
                  </a:lnTo>
                  <a:lnTo>
                    <a:pt x="6602353" y="3855197"/>
                  </a:lnTo>
                  <a:lnTo>
                    <a:pt x="6585710" y="3895478"/>
                  </a:lnTo>
                  <a:lnTo>
                    <a:pt x="6568416" y="3935455"/>
                  </a:lnTo>
                  <a:lnTo>
                    <a:pt x="6550478" y="3975124"/>
                  </a:lnTo>
                  <a:lnTo>
                    <a:pt x="6531903" y="4014481"/>
                  </a:lnTo>
                  <a:lnTo>
                    <a:pt x="6512695" y="4053522"/>
                  </a:lnTo>
                  <a:lnTo>
                    <a:pt x="6492862" y="4092243"/>
                  </a:lnTo>
                  <a:lnTo>
                    <a:pt x="6472409" y="4130641"/>
                  </a:lnTo>
                  <a:lnTo>
                    <a:pt x="6451343" y="4168711"/>
                  </a:lnTo>
                  <a:lnTo>
                    <a:pt x="6429670" y="4206450"/>
                  </a:lnTo>
                  <a:lnTo>
                    <a:pt x="6407396" y="4243854"/>
                  </a:lnTo>
                  <a:lnTo>
                    <a:pt x="6384527" y="4280919"/>
                  </a:lnTo>
                  <a:lnTo>
                    <a:pt x="6361069" y="4317641"/>
                  </a:lnTo>
                  <a:lnTo>
                    <a:pt x="6337029" y="4354017"/>
                  </a:lnTo>
                  <a:lnTo>
                    <a:pt x="6312412" y="4390042"/>
                  </a:lnTo>
                  <a:lnTo>
                    <a:pt x="6287226" y="4425712"/>
                  </a:lnTo>
                  <a:lnTo>
                    <a:pt x="6261475" y="4461024"/>
                  </a:lnTo>
                  <a:lnTo>
                    <a:pt x="6235167" y="4495974"/>
                  </a:lnTo>
                  <a:lnTo>
                    <a:pt x="6208307" y="4530558"/>
                  </a:lnTo>
                  <a:lnTo>
                    <a:pt x="6180901" y="4564773"/>
                  </a:lnTo>
                  <a:lnTo>
                    <a:pt x="6152956" y="4598613"/>
                  </a:lnTo>
                  <a:lnTo>
                    <a:pt x="6124478" y="4632076"/>
                  </a:lnTo>
                  <a:lnTo>
                    <a:pt x="6095473" y="4665158"/>
                  </a:lnTo>
                  <a:lnTo>
                    <a:pt x="6065947" y="4697854"/>
                  </a:lnTo>
                  <a:lnTo>
                    <a:pt x="6035907" y="4730161"/>
                  </a:lnTo>
                  <a:lnTo>
                    <a:pt x="6005358" y="4762075"/>
                  </a:lnTo>
                  <a:lnTo>
                    <a:pt x="5974307" y="4793592"/>
                  </a:lnTo>
                  <a:lnTo>
                    <a:pt x="5942759" y="4824708"/>
                  </a:lnTo>
                  <a:lnTo>
                    <a:pt x="5910722" y="4855420"/>
                  </a:lnTo>
                  <a:lnTo>
                    <a:pt x="5878201" y="4885724"/>
                  </a:lnTo>
                  <a:lnTo>
                    <a:pt x="5845202" y="4915615"/>
                  </a:lnTo>
                  <a:lnTo>
                    <a:pt x="5811732" y="4945090"/>
                  </a:lnTo>
                  <a:lnTo>
                    <a:pt x="5777796" y="4974144"/>
                  </a:lnTo>
                  <a:lnTo>
                    <a:pt x="5743402" y="5002775"/>
                  </a:lnTo>
                  <a:lnTo>
                    <a:pt x="5708554" y="5030979"/>
                  </a:lnTo>
                  <a:lnTo>
                    <a:pt x="5673260" y="5058750"/>
                  </a:lnTo>
                  <a:lnTo>
                    <a:pt x="5637525" y="5086087"/>
                  </a:lnTo>
                  <a:lnTo>
                    <a:pt x="5601355" y="5112983"/>
                  </a:lnTo>
                  <a:lnTo>
                    <a:pt x="5564757" y="5139437"/>
                  </a:lnTo>
                  <a:lnTo>
                    <a:pt x="5527737" y="5165444"/>
                  </a:lnTo>
                  <a:lnTo>
                    <a:pt x="5490301" y="5190999"/>
                  </a:lnTo>
                  <a:lnTo>
                    <a:pt x="5452456" y="5216100"/>
                  </a:lnTo>
                  <a:lnTo>
                    <a:pt x="5414206" y="5240743"/>
                  </a:lnTo>
                  <a:lnTo>
                    <a:pt x="5375560" y="5264923"/>
                  </a:lnTo>
                  <a:lnTo>
                    <a:pt x="5336522" y="5288636"/>
                  </a:lnTo>
                  <a:lnTo>
                    <a:pt x="5297098" y="5311880"/>
                  </a:lnTo>
                  <a:lnTo>
                    <a:pt x="5257296" y="5334649"/>
                  </a:lnTo>
                  <a:lnTo>
                    <a:pt x="5217121" y="5356940"/>
                  </a:lnTo>
                  <a:lnTo>
                    <a:pt x="5176580" y="5378750"/>
                  </a:lnTo>
                  <a:lnTo>
                    <a:pt x="5135678" y="5400074"/>
                  </a:lnTo>
                  <a:lnTo>
                    <a:pt x="5094422" y="5420908"/>
                  </a:lnTo>
                  <a:lnTo>
                    <a:pt x="5052817" y="5441249"/>
                  </a:lnTo>
                  <a:lnTo>
                    <a:pt x="5010871" y="5461093"/>
                  </a:lnTo>
                  <a:lnTo>
                    <a:pt x="4968589" y="5480436"/>
                  </a:lnTo>
                  <a:lnTo>
                    <a:pt x="4925977" y="5499274"/>
                  </a:lnTo>
                  <a:lnTo>
                    <a:pt x="4883042" y="5517603"/>
                  </a:lnTo>
                  <a:lnTo>
                    <a:pt x="4839789" y="5535419"/>
                  </a:lnTo>
                  <a:lnTo>
                    <a:pt x="4796226" y="5552719"/>
                  </a:lnTo>
                  <a:lnTo>
                    <a:pt x="4752357" y="5569499"/>
                  </a:lnTo>
                  <a:lnTo>
                    <a:pt x="4708190" y="5585754"/>
                  </a:lnTo>
                  <a:lnTo>
                    <a:pt x="4663730" y="5601481"/>
                  </a:lnTo>
                  <a:lnTo>
                    <a:pt x="4618984" y="5616677"/>
                  </a:lnTo>
                  <a:lnTo>
                    <a:pt x="4573957" y="5631336"/>
                  </a:lnTo>
                  <a:lnTo>
                    <a:pt x="4528657" y="5645456"/>
                  </a:lnTo>
                  <a:lnTo>
                    <a:pt x="4483088" y="5659032"/>
                  </a:lnTo>
                  <a:lnTo>
                    <a:pt x="4437257" y="5672061"/>
                  </a:lnTo>
                  <a:lnTo>
                    <a:pt x="4391171" y="5684539"/>
                  </a:lnTo>
                  <a:lnTo>
                    <a:pt x="4344836" y="5696461"/>
                  </a:lnTo>
                  <a:lnTo>
                    <a:pt x="4298257" y="5707825"/>
                  </a:lnTo>
                  <a:lnTo>
                    <a:pt x="4251442" y="5718626"/>
                  </a:lnTo>
                  <a:lnTo>
                    <a:pt x="4204395" y="5728860"/>
                  </a:lnTo>
                  <a:lnTo>
                    <a:pt x="4157123" y="5738523"/>
                  </a:lnTo>
                  <a:lnTo>
                    <a:pt x="4109633" y="5747613"/>
                  </a:lnTo>
                  <a:lnTo>
                    <a:pt x="4061931" y="5756124"/>
                  </a:lnTo>
                  <a:lnTo>
                    <a:pt x="4014022" y="5764052"/>
                  </a:lnTo>
                  <a:lnTo>
                    <a:pt x="3965913" y="5771395"/>
                  </a:lnTo>
                  <a:lnTo>
                    <a:pt x="3917610" y="5778148"/>
                  </a:lnTo>
                  <a:lnTo>
                    <a:pt x="3869120" y="5784307"/>
                  </a:lnTo>
                  <a:lnTo>
                    <a:pt x="3820448" y="5789869"/>
                  </a:lnTo>
                  <a:lnTo>
                    <a:pt x="3771600" y="5794829"/>
                  </a:lnTo>
                  <a:lnTo>
                    <a:pt x="3722583" y="5799184"/>
                  </a:lnTo>
                  <a:lnTo>
                    <a:pt x="3673404" y="5802930"/>
                  </a:lnTo>
                  <a:lnTo>
                    <a:pt x="3624067" y="5806063"/>
                  </a:lnTo>
                  <a:lnTo>
                    <a:pt x="3574579" y="5808579"/>
                  </a:lnTo>
                  <a:lnTo>
                    <a:pt x="3524947" y="5810474"/>
                  </a:lnTo>
                  <a:lnTo>
                    <a:pt x="3475176" y="5811745"/>
                  </a:lnTo>
                  <a:lnTo>
                    <a:pt x="3425274" y="5812387"/>
                  </a:lnTo>
                  <a:lnTo>
                    <a:pt x="3375245" y="5812397"/>
                  </a:lnTo>
                  <a:lnTo>
                    <a:pt x="3325096" y="5811771"/>
                  </a:lnTo>
                  <a:lnTo>
                    <a:pt x="3274833" y="5810505"/>
                  </a:lnTo>
                  <a:lnTo>
                    <a:pt x="3224463" y="5808595"/>
                  </a:lnTo>
                  <a:lnTo>
                    <a:pt x="3173992" y="5806037"/>
                  </a:lnTo>
                  <a:lnTo>
                    <a:pt x="3123425" y="5802828"/>
                  </a:lnTo>
                  <a:lnTo>
                    <a:pt x="3072769" y="5798963"/>
                  </a:lnTo>
                  <a:lnTo>
                    <a:pt x="3022031" y="5794439"/>
                  </a:lnTo>
                  <a:lnTo>
                    <a:pt x="2971215" y="5789252"/>
                  </a:lnTo>
                  <a:lnTo>
                    <a:pt x="2920329" y="5783398"/>
                  </a:lnTo>
                  <a:lnTo>
                    <a:pt x="2869379" y="5776873"/>
                  </a:lnTo>
                  <a:lnTo>
                    <a:pt x="2817599" y="5769558"/>
                  </a:lnTo>
                  <a:lnTo>
                    <a:pt x="2766132" y="5761599"/>
                  </a:lnTo>
                  <a:lnTo>
                    <a:pt x="2714982" y="5752999"/>
                  </a:lnTo>
                  <a:lnTo>
                    <a:pt x="2664153" y="5743766"/>
                  </a:lnTo>
                  <a:lnTo>
                    <a:pt x="2613650" y="5733905"/>
                  </a:lnTo>
                  <a:lnTo>
                    <a:pt x="2563477" y="5723421"/>
                  </a:lnTo>
                  <a:lnTo>
                    <a:pt x="2513641" y="5712319"/>
                  </a:lnTo>
                  <a:lnTo>
                    <a:pt x="2464145" y="5700607"/>
                  </a:lnTo>
                  <a:lnTo>
                    <a:pt x="2414994" y="5688288"/>
                  </a:lnTo>
                  <a:lnTo>
                    <a:pt x="2366194" y="5675369"/>
                  </a:lnTo>
                  <a:lnTo>
                    <a:pt x="2317748" y="5661855"/>
                  </a:lnTo>
                  <a:lnTo>
                    <a:pt x="2269661" y="5647752"/>
                  </a:lnTo>
                  <a:lnTo>
                    <a:pt x="2221938" y="5633065"/>
                  </a:lnTo>
                  <a:lnTo>
                    <a:pt x="2174585" y="5617801"/>
                  </a:lnTo>
                  <a:lnTo>
                    <a:pt x="2127605" y="5601964"/>
                  </a:lnTo>
                  <a:lnTo>
                    <a:pt x="2081004" y="5585560"/>
                  </a:lnTo>
                  <a:lnTo>
                    <a:pt x="2034786" y="5568595"/>
                  </a:lnTo>
                  <a:lnTo>
                    <a:pt x="1988956" y="5551075"/>
                  </a:lnTo>
                  <a:lnTo>
                    <a:pt x="1943518" y="5533004"/>
                  </a:lnTo>
                  <a:lnTo>
                    <a:pt x="1898478" y="5514389"/>
                  </a:lnTo>
                  <a:lnTo>
                    <a:pt x="1853841" y="5495236"/>
                  </a:lnTo>
                  <a:lnTo>
                    <a:pt x="1809610" y="5475549"/>
                  </a:lnTo>
                  <a:lnTo>
                    <a:pt x="1765791" y="5455334"/>
                  </a:lnTo>
                  <a:lnTo>
                    <a:pt x="1722389" y="5434598"/>
                  </a:lnTo>
                  <a:lnTo>
                    <a:pt x="1679408" y="5413345"/>
                  </a:lnTo>
                  <a:lnTo>
                    <a:pt x="1636853" y="5391581"/>
                  </a:lnTo>
                  <a:lnTo>
                    <a:pt x="1594728" y="5369313"/>
                  </a:lnTo>
                  <a:lnTo>
                    <a:pt x="1553039" y="5346544"/>
                  </a:lnTo>
                  <a:lnTo>
                    <a:pt x="1511791" y="5323282"/>
                  </a:lnTo>
                  <a:lnTo>
                    <a:pt x="1470987" y="5299531"/>
                  </a:lnTo>
                  <a:lnTo>
                    <a:pt x="1430633" y="5275297"/>
                  </a:lnTo>
                  <a:lnTo>
                    <a:pt x="1390734" y="5250586"/>
                  </a:lnTo>
                  <a:lnTo>
                    <a:pt x="1351294" y="5225403"/>
                  </a:lnTo>
                  <a:lnTo>
                    <a:pt x="1312318" y="5199755"/>
                  </a:lnTo>
                  <a:lnTo>
                    <a:pt x="1273811" y="5173646"/>
                  </a:lnTo>
                  <a:lnTo>
                    <a:pt x="1235777" y="5147082"/>
                  </a:lnTo>
                  <a:lnTo>
                    <a:pt x="1198222" y="5120068"/>
                  </a:lnTo>
                  <a:lnTo>
                    <a:pt x="1161150" y="5092612"/>
                  </a:lnTo>
                  <a:lnTo>
                    <a:pt x="1124565" y="5064717"/>
                  </a:lnTo>
                  <a:lnTo>
                    <a:pt x="1088474" y="5036389"/>
                  </a:lnTo>
                  <a:lnTo>
                    <a:pt x="1052879" y="5007635"/>
                  </a:lnTo>
                  <a:lnTo>
                    <a:pt x="1017787" y="4978460"/>
                  </a:lnTo>
                  <a:lnTo>
                    <a:pt x="983201" y="4948868"/>
                  </a:lnTo>
                  <a:lnTo>
                    <a:pt x="949127" y="4918867"/>
                  </a:lnTo>
                  <a:lnTo>
                    <a:pt x="915569" y="4888462"/>
                  </a:lnTo>
                  <a:lnTo>
                    <a:pt x="882533" y="4857657"/>
                  </a:lnTo>
                  <a:lnTo>
                    <a:pt x="850022" y="4826459"/>
                  </a:lnTo>
                  <a:lnTo>
                    <a:pt x="818042" y="4794873"/>
                  </a:lnTo>
                  <a:lnTo>
                    <a:pt x="786597" y="4762906"/>
                  </a:lnTo>
                  <a:lnTo>
                    <a:pt x="755692" y="4730562"/>
                  </a:lnTo>
                  <a:lnTo>
                    <a:pt x="725332" y="4697847"/>
                  </a:lnTo>
                  <a:lnTo>
                    <a:pt x="695522" y="4664766"/>
                  </a:lnTo>
                  <a:lnTo>
                    <a:pt x="666266" y="4631326"/>
                  </a:lnTo>
                  <a:lnTo>
                    <a:pt x="637569" y="4597532"/>
                  </a:lnTo>
                  <a:lnTo>
                    <a:pt x="609436" y="4563389"/>
                  </a:lnTo>
                  <a:lnTo>
                    <a:pt x="581872" y="4528904"/>
                  </a:lnTo>
                  <a:lnTo>
                    <a:pt x="554881" y="4494081"/>
                  </a:lnTo>
                  <a:lnTo>
                    <a:pt x="528469" y="4458926"/>
                  </a:lnTo>
                  <a:lnTo>
                    <a:pt x="502639" y="4423445"/>
                  </a:lnTo>
                  <a:lnTo>
                    <a:pt x="477397" y="4387644"/>
                  </a:lnTo>
                  <a:lnTo>
                    <a:pt x="452747" y="4351528"/>
                  </a:lnTo>
                  <a:lnTo>
                    <a:pt x="428694" y="4315102"/>
                  </a:lnTo>
                  <a:lnTo>
                    <a:pt x="405243" y="4278373"/>
                  </a:lnTo>
                  <a:lnTo>
                    <a:pt x="382399" y="4241345"/>
                  </a:lnTo>
                  <a:lnTo>
                    <a:pt x="360167" y="4204025"/>
                  </a:lnTo>
                  <a:lnTo>
                    <a:pt x="338550" y="4166418"/>
                  </a:lnTo>
                  <a:lnTo>
                    <a:pt x="317555" y="4128530"/>
                  </a:lnTo>
                  <a:lnTo>
                    <a:pt x="297185" y="4090366"/>
                  </a:lnTo>
                  <a:lnTo>
                    <a:pt x="277445" y="4051931"/>
                  </a:lnTo>
                  <a:lnTo>
                    <a:pt x="258341" y="4013232"/>
                  </a:lnTo>
                  <a:lnTo>
                    <a:pt x="239877" y="3974275"/>
                  </a:lnTo>
                  <a:lnTo>
                    <a:pt x="222057" y="3935063"/>
                  </a:lnTo>
                  <a:lnTo>
                    <a:pt x="204887" y="3895604"/>
                  </a:lnTo>
                  <a:lnTo>
                    <a:pt x="188371" y="3855903"/>
                  </a:lnTo>
                  <a:lnTo>
                    <a:pt x="172514" y="3815965"/>
                  </a:lnTo>
                  <a:lnTo>
                    <a:pt x="157321" y="3775797"/>
                  </a:lnTo>
                  <a:lnTo>
                    <a:pt x="142796" y="3735402"/>
                  </a:lnTo>
                  <a:lnTo>
                    <a:pt x="128945" y="3694789"/>
                  </a:lnTo>
                  <a:lnTo>
                    <a:pt x="115771" y="3653960"/>
                  </a:lnTo>
                  <a:lnTo>
                    <a:pt x="103280" y="3612924"/>
                  </a:lnTo>
                  <a:lnTo>
                    <a:pt x="91477" y="3571684"/>
                  </a:lnTo>
                  <a:lnTo>
                    <a:pt x="80366" y="3530247"/>
                  </a:lnTo>
                  <a:lnTo>
                    <a:pt x="69951" y="3488618"/>
                  </a:lnTo>
                  <a:lnTo>
                    <a:pt x="60239" y="3446802"/>
                  </a:lnTo>
                  <a:lnTo>
                    <a:pt x="51233" y="3404807"/>
                  </a:lnTo>
                  <a:lnTo>
                    <a:pt x="42938" y="3362636"/>
                  </a:lnTo>
                  <a:lnTo>
                    <a:pt x="35360" y="3320295"/>
                  </a:lnTo>
                  <a:lnTo>
                    <a:pt x="28502" y="3277791"/>
                  </a:lnTo>
                  <a:lnTo>
                    <a:pt x="22369" y="3235129"/>
                  </a:lnTo>
                  <a:lnTo>
                    <a:pt x="16967" y="3192314"/>
                  </a:lnTo>
                  <a:lnTo>
                    <a:pt x="12300" y="3149352"/>
                  </a:lnTo>
                  <a:lnTo>
                    <a:pt x="8373" y="3106248"/>
                  </a:lnTo>
                  <a:lnTo>
                    <a:pt x="5190" y="3063009"/>
                  </a:lnTo>
                  <a:lnTo>
                    <a:pt x="2757" y="3019639"/>
                  </a:lnTo>
                  <a:lnTo>
                    <a:pt x="1077" y="2976145"/>
                  </a:lnTo>
                  <a:lnTo>
                    <a:pt x="157" y="2932532"/>
                  </a:lnTo>
                  <a:lnTo>
                    <a:pt x="0" y="2888805"/>
                  </a:lnTo>
                  <a:lnTo>
                    <a:pt x="611" y="2844970"/>
                  </a:lnTo>
                  <a:lnTo>
                    <a:pt x="1995" y="2801033"/>
                  </a:lnTo>
                  <a:lnTo>
                    <a:pt x="4157" y="2757000"/>
                  </a:lnTo>
                  <a:lnTo>
                    <a:pt x="7102" y="2712875"/>
                  </a:lnTo>
                  <a:lnTo>
                    <a:pt x="10834" y="2668665"/>
                  </a:lnTo>
                  <a:lnTo>
                    <a:pt x="15358" y="2624375"/>
                  </a:lnTo>
                  <a:lnTo>
                    <a:pt x="20678" y="2580010"/>
                  </a:lnTo>
                  <a:lnTo>
                    <a:pt x="26801" y="2535577"/>
                  </a:lnTo>
                  <a:lnTo>
                    <a:pt x="33730" y="2491081"/>
                  </a:lnTo>
                  <a:lnTo>
                    <a:pt x="41470" y="2446528"/>
                  </a:lnTo>
                  <a:lnTo>
                    <a:pt x="50192" y="2401101"/>
                  </a:lnTo>
                  <a:lnTo>
                    <a:pt x="59725" y="2355895"/>
                  </a:lnTo>
                  <a:lnTo>
                    <a:pt x="70063" y="2310917"/>
                  </a:lnTo>
                  <a:lnTo>
                    <a:pt x="81200" y="2266173"/>
                  </a:lnTo>
                  <a:lnTo>
                    <a:pt x="93131" y="2221669"/>
                  </a:lnTo>
                  <a:lnTo>
                    <a:pt x="105849" y="2177410"/>
                  </a:lnTo>
                  <a:lnTo>
                    <a:pt x="119348" y="2133405"/>
                  </a:lnTo>
                  <a:lnTo>
                    <a:pt x="133622" y="2089658"/>
                  </a:lnTo>
                  <a:lnTo>
                    <a:pt x="148666" y="2046176"/>
                  </a:lnTo>
                  <a:lnTo>
                    <a:pt x="164474" y="2002965"/>
                  </a:lnTo>
                  <a:lnTo>
                    <a:pt x="181039" y="1960032"/>
                  </a:lnTo>
                  <a:lnTo>
                    <a:pt x="198356" y="1917383"/>
                  </a:lnTo>
                  <a:lnTo>
                    <a:pt x="216419" y="1875024"/>
                  </a:lnTo>
                  <a:lnTo>
                    <a:pt x="235221" y="1832961"/>
                  </a:lnTo>
                  <a:lnTo>
                    <a:pt x="254758" y="1791201"/>
                  </a:lnTo>
                  <a:lnTo>
                    <a:pt x="275023" y="1749750"/>
                  </a:lnTo>
                  <a:lnTo>
                    <a:pt x="296009" y="1708614"/>
                  </a:lnTo>
                  <a:lnTo>
                    <a:pt x="317712" y="1667799"/>
                  </a:lnTo>
                  <a:lnTo>
                    <a:pt x="340125" y="1627312"/>
                  </a:lnTo>
                  <a:lnTo>
                    <a:pt x="363243" y="1587159"/>
                  </a:lnTo>
                  <a:lnTo>
                    <a:pt x="387059" y="1547346"/>
                  </a:lnTo>
                  <a:lnTo>
                    <a:pt x="411567" y="1507880"/>
                  </a:lnTo>
                  <a:lnTo>
                    <a:pt x="436762" y="1468767"/>
                  </a:lnTo>
                  <a:lnTo>
                    <a:pt x="462638" y="1430012"/>
                  </a:lnTo>
                  <a:lnTo>
                    <a:pt x="489188" y="1391623"/>
                  </a:lnTo>
                  <a:lnTo>
                    <a:pt x="516408" y="1353605"/>
                  </a:lnTo>
                  <a:lnTo>
                    <a:pt x="544290" y="1315966"/>
                  </a:lnTo>
                  <a:lnTo>
                    <a:pt x="572829" y="1278710"/>
                  </a:lnTo>
                  <a:lnTo>
                    <a:pt x="602019" y="1241845"/>
                  </a:lnTo>
                  <a:lnTo>
                    <a:pt x="631854" y="1205376"/>
                  </a:lnTo>
                  <a:lnTo>
                    <a:pt x="662328" y="1169310"/>
                  </a:lnTo>
                  <a:lnTo>
                    <a:pt x="693436" y="1133653"/>
                  </a:lnTo>
                  <a:lnTo>
                    <a:pt x="725171" y="1098412"/>
                  </a:lnTo>
                  <a:lnTo>
                    <a:pt x="757527" y="1063593"/>
                  </a:lnTo>
                  <a:lnTo>
                    <a:pt x="790499" y="1029201"/>
                  </a:lnTo>
                  <a:lnTo>
                    <a:pt x="824081" y="995244"/>
                  </a:lnTo>
                  <a:lnTo>
                    <a:pt x="858266" y="961727"/>
                  </a:lnTo>
                  <a:lnTo>
                    <a:pt x="893049" y="928657"/>
                  </a:lnTo>
                  <a:lnTo>
                    <a:pt x="928423" y="896040"/>
                  </a:lnTo>
                  <a:lnTo>
                    <a:pt x="964384" y="863882"/>
                  </a:lnTo>
                  <a:lnTo>
                    <a:pt x="1000924" y="832190"/>
                  </a:lnTo>
                  <a:lnTo>
                    <a:pt x="1038039" y="800970"/>
                  </a:lnTo>
                  <a:lnTo>
                    <a:pt x="1075722" y="770228"/>
                  </a:lnTo>
                  <a:lnTo>
                    <a:pt x="1113967" y="739970"/>
                  </a:lnTo>
                  <a:lnTo>
                    <a:pt x="1152768" y="710203"/>
                  </a:lnTo>
                  <a:lnTo>
                    <a:pt x="1192119" y="680932"/>
                  </a:lnTo>
                  <a:lnTo>
                    <a:pt x="1232015" y="652165"/>
                  </a:lnTo>
                  <a:lnTo>
                    <a:pt x="1272450" y="623908"/>
                  </a:lnTo>
                  <a:lnTo>
                    <a:pt x="1313417" y="596166"/>
                  </a:lnTo>
                  <a:lnTo>
                    <a:pt x="1354910" y="568946"/>
                  </a:lnTo>
                  <a:lnTo>
                    <a:pt x="1396925" y="542254"/>
                  </a:lnTo>
                  <a:lnTo>
                    <a:pt x="1439454" y="516097"/>
                  </a:lnTo>
                  <a:lnTo>
                    <a:pt x="1482492" y="490480"/>
                  </a:lnTo>
                  <a:lnTo>
                    <a:pt x="1526033" y="465411"/>
                  </a:lnTo>
                  <a:lnTo>
                    <a:pt x="1570071" y="440894"/>
                  </a:lnTo>
                  <a:lnTo>
                    <a:pt x="1614600" y="416938"/>
                  </a:lnTo>
                  <a:lnTo>
                    <a:pt x="1659615" y="393547"/>
                  </a:lnTo>
                  <a:lnTo>
                    <a:pt x="1705109" y="370728"/>
                  </a:lnTo>
                  <a:lnTo>
                    <a:pt x="1751076" y="348488"/>
                  </a:lnTo>
                  <a:lnTo>
                    <a:pt x="1797510" y="326832"/>
                  </a:lnTo>
                  <a:lnTo>
                    <a:pt x="1844406" y="305768"/>
                  </a:lnTo>
                  <a:lnTo>
                    <a:pt x="1891758" y="285300"/>
                  </a:lnTo>
                  <a:lnTo>
                    <a:pt x="1939559" y="265436"/>
                  </a:lnTo>
                  <a:lnTo>
                    <a:pt x="1987804" y="246182"/>
                  </a:lnTo>
                  <a:lnTo>
                    <a:pt x="2036487" y="227543"/>
                  </a:lnTo>
                  <a:lnTo>
                    <a:pt x="2085601" y="209527"/>
                  </a:lnTo>
                  <a:lnTo>
                    <a:pt x="2135142" y="192139"/>
                  </a:lnTo>
                  <a:lnTo>
                    <a:pt x="2185103" y="175387"/>
                  </a:lnTo>
                  <a:lnTo>
                    <a:pt x="2125540" y="0"/>
                  </a:lnTo>
                  <a:lnTo>
                    <a:pt x="2500063" y="263651"/>
                  </a:lnTo>
                  <a:lnTo>
                    <a:pt x="2355156" y="675767"/>
                  </a:lnTo>
                  <a:lnTo>
                    <a:pt x="2295593" y="500380"/>
                  </a:lnTo>
                  <a:lnTo>
                    <a:pt x="2245695" y="517036"/>
                  </a:lnTo>
                  <a:lnTo>
                    <a:pt x="2196338" y="534348"/>
                  </a:lnTo>
                  <a:lnTo>
                    <a:pt x="2147527" y="552306"/>
                  </a:lnTo>
                  <a:lnTo>
                    <a:pt x="2099265" y="570903"/>
                  </a:lnTo>
                  <a:lnTo>
                    <a:pt x="2051556" y="590130"/>
                  </a:lnTo>
                  <a:lnTo>
                    <a:pt x="2004406" y="609979"/>
                  </a:lnTo>
                  <a:lnTo>
                    <a:pt x="1957817" y="630442"/>
                  </a:lnTo>
                  <a:lnTo>
                    <a:pt x="1911796" y="651511"/>
                  </a:lnTo>
                  <a:lnTo>
                    <a:pt x="1866346" y="673176"/>
                  </a:lnTo>
                  <a:lnTo>
                    <a:pt x="1821471" y="695431"/>
                  </a:lnTo>
                  <a:lnTo>
                    <a:pt x="1777175" y="718267"/>
                  </a:lnTo>
                  <a:lnTo>
                    <a:pt x="1733464" y="741676"/>
                  </a:lnTo>
                  <a:lnTo>
                    <a:pt x="1690341" y="765648"/>
                  </a:lnTo>
                  <a:lnTo>
                    <a:pt x="1647811" y="790177"/>
                  </a:lnTo>
                  <a:lnTo>
                    <a:pt x="1605878" y="815254"/>
                  </a:lnTo>
                  <a:lnTo>
                    <a:pt x="1564546" y="840871"/>
                  </a:lnTo>
                  <a:lnTo>
                    <a:pt x="1523820" y="867018"/>
                  </a:lnTo>
                  <a:lnTo>
                    <a:pt x="1483703" y="893689"/>
                  </a:lnTo>
                  <a:lnTo>
                    <a:pt x="1444201" y="920875"/>
                  </a:lnTo>
                  <a:lnTo>
                    <a:pt x="1405318" y="948568"/>
                  </a:lnTo>
                  <a:lnTo>
                    <a:pt x="1367058" y="976759"/>
                  </a:lnTo>
                  <a:lnTo>
                    <a:pt x="1329425" y="1005440"/>
                  </a:lnTo>
                  <a:lnTo>
                    <a:pt x="1292424" y="1034603"/>
                  </a:lnTo>
                  <a:lnTo>
                    <a:pt x="1256058" y="1064240"/>
                  </a:lnTo>
                  <a:lnTo>
                    <a:pt x="1220333" y="1094342"/>
                  </a:lnTo>
                  <a:lnTo>
                    <a:pt x="1185253" y="1124902"/>
                  </a:lnTo>
                  <a:lnTo>
                    <a:pt x="1150822" y="1155910"/>
                  </a:lnTo>
                  <a:lnTo>
                    <a:pt x="1117044" y="1187360"/>
                  </a:lnTo>
                  <a:lnTo>
                    <a:pt x="1083923" y="1219241"/>
                  </a:lnTo>
                  <a:lnTo>
                    <a:pt x="1051465" y="1251547"/>
                  </a:lnTo>
                  <a:lnTo>
                    <a:pt x="1019672" y="1284269"/>
                  </a:lnTo>
                  <a:lnTo>
                    <a:pt x="988551" y="1317399"/>
                  </a:lnTo>
                  <a:lnTo>
                    <a:pt x="958104" y="1350929"/>
                  </a:lnTo>
                  <a:lnTo>
                    <a:pt x="928336" y="1384849"/>
                  </a:lnTo>
                  <a:lnTo>
                    <a:pt x="899253" y="1419153"/>
                  </a:lnTo>
                  <a:lnTo>
                    <a:pt x="870857" y="1453832"/>
                  </a:lnTo>
                  <a:lnTo>
                    <a:pt x="843153" y="1488877"/>
                  </a:lnTo>
                  <a:lnTo>
                    <a:pt x="816146" y="1524280"/>
                  </a:lnTo>
                  <a:lnTo>
                    <a:pt x="789840" y="1560034"/>
                  </a:lnTo>
                  <a:lnTo>
                    <a:pt x="764239" y="1596129"/>
                  </a:lnTo>
                  <a:lnTo>
                    <a:pt x="739348" y="1632558"/>
                  </a:lnTo>
                  <a:lnTo>
                    <a:pt x="715170" y="1669312"/>
                  </a:lnTo>
                  <a:lnTo>
                    <a:pt x="691711" y="1706384"/>
                  </a:lnTo>
                  <a:lnTo>
                    <a:pt x="668974" y="1743764"/>
                  </a:lnTo>
                  <a:lnTo>
                    <a:pt x="646965" y="1781445"/>
                  </a:lnTo>
                  <a:lnTo>
                    <a:pt x="625686" y="1819419"/>
                  </a:lnTo>
                  <a:lnTo>
                    <a:pt x="605143" y="1857676"/>
                  </a:lnTo>
                  <a:lnTo>
                    <a:pt x="585340" y="1896210"/>
                  </a:lnTo>
                  <a:lnTo>
                    <a:pt x="566281" y="1935011"/>
                  </a:lnTo>
                  <a:lnTo>
                    <a:pt x="547971" y="1974071"/>
                  </a:lnTo>
                  <a:lnTo>
                    <a:pt x="530413" y="2013383"/>
                  </a:lnTo>
                  <a:lnTo>
                    <a:pt x="513613" y="2052938"/>
                  </a:lnTo>
                  <a:lnTo>
                    <a:pt x="497574" y="2092727"/>
                  </a:lnTo>
                  <a:lnTo>
                    <a:pt x="482302" y="2132743"/>
                  </a:lnTo>
                  <a:lnTo>
                    <a:pt x="467799" y="2172977"/>
                  </a:lnTo>
                  <a:lnTo>
                    <a:pt x="454071" y="2213422"/>
                  </a:lnTo>
                  <a:lnTo>
                    <a:pt x="441121" y="2254067"/>
                  </a:lnTo>
                  <a:lnTo>
                    <a:pt x="428955" y="2294907"/>
                  </a:lnTo>
                  <a:lnTo>
                    <a:pt x="417576" y="2335932"/>
                  </a:lnTo>
                  <a:lnTo>
                    <a:pt x="406990" y="2377133"/>
                  </a:lnTo>
                  <a:lnTo>
                    <a:pt x="397199" y="2418504"/>
                  </a:lnTo>
                  <a:lnTo>
                    <a:pt x="388209" y="2460035"/>
                  </a:lnTo>
                  <a:lnTo>
                    <a:pt x="380023" y="2501718"/>
                  </a:lnTo>
                  <a:lnTo>
                    <a:pt x="372647" y="2543545"/>
                  </a:lnTo>
                  <a:lnTo>
                    <a:pt x="366084" y="2585509"/>
                  </a:lnTo>
                  <a:lnTo>
                    <a:pt x="360339" y="2627599"/>
                  </a:lnTo>
                  <a:lnTo>
                    <a:pt x="355417" y="2669809"/>
                  </a:lnTo>
                  <a:lnTo>
                    <a:pt x="351320" y="2712131"/>
                  </a:lnTo>
                  <a:lnTo>
                    <a:pt x="348055" y="2754555"/>
                  </a:lnTo>
                  <a:lnTo>
                    <a:pt x="345624" y="2797073"/>
                  </a:lnTo>
                  <a:lnTo>
                    <a:pt x="344033" y="2839678"/>
                  </a:lnTo>
                  <a:lnTo>
                    <a:pt x="343286" y="2882362"/>
                  </a:lnTo>
                  <a:lnTo>
                    <a:pt x="343387" y="2925115"/>
                  </a:lnTo>
                  <a:lnTo>
                    <a:pt x="344341" y="2967929"/>
                  </a:lnTo>
                  <a:lnTo>
                    <a:pt x="346151" y="3010797"/>
                  </a:lnTo>
                  <a:lnTo>
                    <a:pt x="348822" y="3053711"/>
                  </a:lnTo>
                  <a:lnTo>
                    <a:pt x="352359" y="3096661"/>
                  </a:lnTo>
                  <a:lnTo>
                    <a:pt x="356765" y="3139640"/>
                  </a:lnTo>
                  <a:lnTo>
                    <a:pt x="362046" y="3182639"/>
                  </a:lnTo>
                  <a:lnTo>
                    <a:pt x="368205" y="3225651"/>
                  </a:lnTo>
                  <a:lnTo>
                    <a:pt x="375246" y="3268666"/>
                  </a:lnTo>
                  <a:lnTo>
                    <a:pt x="383175" y="3311677"/>
                  </a:lnTo>
                  <a:lnTo>
                    <a:pt x="391995" y="3354676"/>
                  </a:lnTo>
                  <a:lnTo>
                    <a:pt x="401711" y="3397654"/>
                  </a:lnTo>
                  <a:lnTo>
                    <a:pt x="412327" y="3440603"/>
                  </a:lnTo>
                  <a:lnTo>
                    <a:pt x="423848" y="3483514"/>
                  </a:lnTo>
                  <a:lnTo>
                    <a:pt x="436277" y="3526380"/>
                  </a:lnTo>
                  <a:lnTo>
                    <a:pt x="449619" y="3569193"/>
                  </a:lnTo>
                  <a:lnTo>
                    <a:pt x="463879" y="3611943"/>
                  </a:lnTo>
                  <a:lnTo>
                    <a:pt x="479060" y="3654624"/>
                  </a:lnTo>
                  <a:lnTo>
                    <a:pt x="495167" y="3697225"/>
                  </a:lnTo>
                  <a:lnTo>
                    <a:pt x="512205" y="3739740"/>
                  </a:lnTo>
                  <a:lnTo>
                    <a:pt x="530177" y="3782161"/>
                  </a:lnTo>
                  <a:lnTo>
                    <a:pt x="549089" y="3824478"/>
                  </a:lnTo>
                  <a:lnTo>
                    <a:pt x="568044" y="3864804"/>
                  </a:lnTo>
                  <a:lnTo>
                    <a:pt x="587716" y="3904712"/>
                  </a:lnTo>
                  <a:lnTo>
                    <a:pt x="608094" y="3944198"/>
                  </a:lnTo>
                  <a:lnTo>
                    <a:pt x="629170" y="3983258"/>
                  </a:lnTo>
                  <a:lnTo>
                    <a:pt x="650936" y="4021890"/>
                  </a:lnTo>
                  <a:lnTo>
                    <a:pt x="673383" y="4060090"/>
                  </a:lnTo>
                  <a:lnTo>
                    <a:pt x="696503" y="4097855"/>
                  </a:lnTo>
                  <a:lnTo>
                    <a:pt x="720286" y="4135182"/>
                  </a:lnTo>
                  <a:lnTo>
                    <a:pt x="744724" y="4172067"/>
                  </a:lnTo>
                  <a:lnTo>
                    <a:pt x="769809" y="4208507"/>
                  </a:lnTo>
                  <a:lnTo>
                    <a:pt x="795532" y="4244499"/>
                  </a:lnTo>
                  <a:lnTo>
                    <a:pt x="821884" y="4280041"/>
                  </a:lnTo>
                  <a:lnTo>
                    <a:pt x="848856" y="4315128"/>
                  </a:lnTo>
                  <a:lnTo>
                    <a:pt x="876441" y="4349757"/>
                  </a:lnTo>
                  <a:lnTo>
                    <a:pt x="904628" y="4383926"/>
                  </a:lnTo>
                  <a:lnTo>
                    <a:pt x="933411" y="4417630"/>
                  </a:lnTo>
                  <a:lnTo>
                    <a:pt x="962779" y="4450868"/>
                  </a:lnTo>
                  <a:lnTo>
                    <a:pt x="992725" y="4483635"/>
                  </a:lnTo>
                  <a:lnTo>
                    <a:pt x="1023240" y="4515928"/>
                  </a:lnTo>
                  <a:lnTo>
                    <a:pt x="1054315" y="4547744"/>
                  </a:lnTo>
                  <a:lnTo>
                    <a:pt x="1085941" y="4579080"/>
                  </a:lnTo>
                  <a:lnTo>
                    <a:pt x="1118111" y="4609933"/>
                  </a:lnTo>
                  <a:lnTo>
                    <a:pt x="1150814" y="4640299"/>
                  </a:lnTo>
                  <a:lnTo>
                    <a:pt x="1184043" y="4670176"/>
                  </a:lnTo>
                  <a:lnTo>
                    <a:pt x="1217790" y="4699560"/>
                  </a:lnTo>
                  <a:lnTo>
                    <a:pt x="1252045" y="4728447"/>
                  </a:lnTo>
                  <a:lnTo>
                    <a:pt x="1286799" y="4756835"/>
                  </a:lnTo>
                  <a:lnTo>
                    <a:pt x="1322045" y="4784720"/>
                  </a:lnTo>
                  <a:lnTo>
                    <a:pt x="1357773" y="4812100"/>
                  </a:lnTo>
                  <a:lnTo>
                    <a:pt x="1393975" y="4838970"/>
                  </a:lnTo>
                  <a:lnTo>
                    <a:pt x="1430642" y="4865328"/>
                  </a:lnTo>
                  <a:lnTo>
                    <a:pt x="1467766" y="4891171"/>
                  </a:lnTo>
                  <a:lnTo>
                    <a:pt x="1505338" y="4916494"/>
                  </a:lnTo>
                  <a:lnTo>
                    <a:pt x="1543349" y="4941296"/>
                  </a:lnTo>
                  <a:lnTo>
                    <a:pt x="1581791" y="4965573"/>
                  </a:lnTo>
                  <a:lnTo>
                    <a:pt x="1620655" y="4989321"/>
                  </a:lnTo>
                  <a:lnTo>
                    <a:pt x="1659932" y="5012538"/>
                  </a:lnTo>
                  <a:lnTo>
                    <a:pt x="1699614" y="5035220"/>
                  </a:lnTo>
                  <a:lnTo>
                    <a:pt x="1739693" y="5057364"/>
                  </a:lnTo>
                  <a:lnTo>
                    <a:pt x="1780159" y="5078966"/>
                  </a:lnTo>
                  <a:lnTo>
                    <a:pt x="1821004" y="5100024"/>
                  </a:lnTo>
                  <a:lnTo>
                    <a:pt x="1862219" y="5120535"/>
                  </a:lnTo>
                  <a:lnTo>
                    <a:pt x="1903796" y="5140494"/>
                  </a:lnTo>
                  <a:lnTo>
                    <a:pt x="1945726" y="5159899"/>
                  </a:lnTo>
                  <a:lnTo>
                    <a:pt x="1988000" y="5178747"/>
                  </a:lnTo>
                  <a:lnTo>
                    <a:pt x="2030610" y="5197035"/>
                  </a:lnTo>
                  <a:lnTo>
                    <a:pt x="2073548" y="5214758"/>
                  </a:lnTo>
                  <a:lnTo>
                    <a:pt x="2116804" y="5231915"/>
                  </a:lnTo>
                  <a:lnTo>
                    <a:pt x="2160369" y="5248501"/>
                  </a:lnTo>
                  <a:lnTo>
                    <a:pt x="2204236" y="5264514"/>
                  </a:lnTo>
                  <a:lnTo>
                    <a:pt x="2248396" y="5279950"/>
                  </a:lnTo>
                  <a:lnTo>
                    <a:pt x="2292840" y="5294807"/>
                  </a:lnTo>
                  <a:lnTo>
                    <a:pt x="2337559" y="5309080"/>
                  </a:lnTo>
                  <a:lnTo>
                    <a:pt x="2382544" y="5322767"/>
                  </a:lnTo>
                  <a:lnTo>
                    <a:pt x="2427788" y="5335864"/>
                  </a:lnTo>
                  <a:lnTo>
                    <a:pt x="2473281" y="5348369"/>
                  </a:lnTo>
                  <a:lnTo>
                    <a:pt x="2519016" y="5360277"/>
                  </a:lnTo>
                  <a:lnTo>
                    <a:pt x="2564982" y="5371587"/>
                  </a:lnTo>
                  <a:lnTo>
                    <a:pt x="2611172" y="5382294"/>
                  </a:lnTo>
                  <a:lnTo>
                    <a:pt x="2657577" y="5392395"/>
                  </a:lnTo>
                  <a:lnTo>
                    <a:pt x="2704188" y="5401888"/>
                  </a:lnTo>
                  <a:lnTo>
                    <a:pt x="2750997" y="5410768"/>
                  </a:lnTo>
                  <a:lnTo>
                    <a:pt x="2797995" y="5419033"/>
                  </a:lnTo>
                  <a:lnTo>
                    <a:pt x="2845174" y="5426680"/>
                  </a:lnTo>
                  <a:lnTo>
                    <a:pt x="2892524" y="5433705"/>
                  </a:lnTo>
                  <a:lnTo>
                    <a:pt x="2940037" y="5440105"/>
                  </a:lnTo>
                  <a:lnTo>
                    <a:pt x="2987705" y="5445877"/>
                  </a:lnTo>
                  <a:lnTo>
                    <a:pt x="3035519" y="5451017"/>
                  </a:lnTo>
                  <a:lnTo>
                    <a:pt x="3083470" y="5455523"/>
                  </a:lnTo>
                  <a:lnTo>
                    <a:pt x="3131550" y="5459391"/>
                  </a:lnTo>
                  <a:lnTo>
                    <a:pt x="3179750" y="5462618"/>
                  </a:lnTo>
                  <a:lnTo>
                    <a:pt x="3228061" y="5465200"/>
                  </a:lnTo>
                  <a:lnTo>
                    <a:pt x="3276475" y="5467136"/>
                  </a:lnTo>
                  <a:lnTo>
                    <a:pt x="3324983" y="5468420"/>
                  </a:lnTo>
                  <a:lnTo>
                    <a:pt x="3373577" y="5469051"/>
                  </a:lnTo>
                  <a:lnTo>
                    <a:pt x="3422248" y="5469024"/>
                  </a:lnTo>
                  <a:lnTo>
                    <a:pt x="3470986" y="5468337"/>
                  </a:lnTo>
                  <a:lnTo>
                    <a:pt x="3519785" y="5466987"/>
                  </a:lnTo>
                  <a:lnTo>
                    <a:pt x="3568634" y="5464969"/>
                  </a:lnTo>
                  <a:lnTo>
                    <a:pt x="3617526" y="5462282"/>
                  </a:lnTo>
                  <a:lnTo>
                    <a:pt x="3666451" y="5458922"/>
                  </a:lnTo>
                  <a:lnTo>
                    <a:pt x="3715402" y="5454885"/>
                  </a:lnTo>
                  <a:lnTo>
                    <a:pt x="3764369" y="5450168"/>
                  </a:lnTo>
                  <a:lnTo>
                    <a:pt x="3813343" y="5444769"/>
                  </a:lnTo>
                  <a:lnTo>
                    <a:pt x="3862317" y="5438683"/>
                  </a:lnTo>
                  <a:lnTo>
                    <a:pt x="3911282" y="5431908"/>
                  </a:lnTo>
                  <a:lnTo>
                    <a:pt x="3960228" y="5424441"/>
                  </a:lnTo>
                  <a:lnTo>
                    <a:pt x="4009148" y="5416278"/>
                  </a:lnTo>
                  <a:lnTo>
                    <a:pt x="4058032" y="5407415"/>
                  </a:lnTo>
                  <a:lnTo>
                    <a:pt x="4106873" y="5397851"/>
                  </a:lnTo>
                  <a:lnTo>
                    <a:pt x="4155661" y="5387581"/>
                  </a:lnTo>
                  <a:lnTo>
                    <a:pt x="4204387" y="5376603"/>
                  </a:lnTo>
                  <a:lnTo>
                    <a:pt x="4253044" y="5364913"/>
                  </a:lnTo>
                  <a:lnTo>
                    <a:pt x="4301623" y="5352507"/>
                  </a:lnTo>
                  <a:lnTo>
                    <a:pt x="4350114" y="5339384"/>
                  </a:lnTo>
                  <a:lnTo>
                    <a:pt x="4398509" y="5325539"/>
                  </a:lnTo>
                  <a:lnTo>
                    <a:pt x="4446800" y="5310969"/>
                  </a:lnTo>
                  <a:lnTo>
                    <a:pt x="4494979" y="5295671"/>
                  </a:lnTo>
                  <a:lnTo>
                    <a:pt x="4544876" y="5279012"/>
                  </a:lnTo>
                  <a:lnTo>
                    <a:pt x="4594233" y="5261697"/>
                  </a:lnTo>
                  <a:lnTo>
                    <a:pt x="4643044" y="5243737"/>
                  </a:lnTo>
                  <a:lnTo>
                    <a:pt x="4691307" y="5225137"/>
                  </a:lnTo>
                  <a:lnTo>
                    <a:pt x="4739015" y="5205908"/>
                  </a:lnTo>
                  <a:lnTo>
                    <a:pt x="4786166" y="5186056"/>
                  </a:lnTo>
                  <a:lnTo>
                    <a:pt x="4832754" y="5165591"/>
                  </a:lnTo>
                  <a:lnTo>
                    <a:pt x="4878775" y="5144520"/>
                  </a:lnTo>
                  <a:lnTo>
                    <a:pt x="4924225" y="5122852"/>
                  </a:lnTo>
                  <a:lnTo>
                    <a:pt x="4969100" y="5100596"/>
                  </a:lnTo>
                  <a:lnTo>
                    <a:pt x="5013396" y="5077758"/>
                  </a:lnTo>
                  <a:lnTo>
                    <a:pt x="5057107" y="5054348"/>
                  </a:lnTo>
                  <a:lnTo>
                    <a:pt x="5100230" y="5030373"/>
                  </a:lnTo>
                  <a:lnTo>
                    <a:pt x="5142760" y="5005843"/>
                  </a:lnTo>
                  <a:lnTo>
                    <a:pt x="5184693" y="4980765"/>
                  </a:lnTo>
                  <a:lnTo>
                    <a:pt x="5226025" y="4955147"/>
                  </a:lnTo>
                  <a:lnTo>
                    <a:pt x="5266752" y="4928998"/>
                  </a:lnTo>
                  <a:lnTo>
                    <a:pt x="5306868" y="4902325"/>
                  </a:lnTo>
                  <a:lnTo>
                    <a:pt x="5346370" y="4875138"/>
                  </a:lnTo>
                  <a:lnTo>
                    <a:pt x="5385253" y="4847445"/>
                  </a:lnTo>
                  <a:lnTo>
                    <a:pt x="5423513" y="4819252"/>
                  </a:lnTo>
                  <a:lnTo>
                    <a:pt x="5461146" y="4790570"/>
                  </a:lnTo>
                  <a:lnTo>
                    <a:pt x="5498147" y="4761406"/>
                  </a:lnTo>
                  <a:lnTo>
                    <a:pt x="5534513" y="4731769"/>
                  </a:lnTo>
                  <a:lnTo>
                    <a:pt x="5570238" y="4701666"/>
                  </a:lnTo>
                  <a:lnTo>
                    <a:pt x="5605318" y="4671105"/>
                  </a:lnTo>
                  <a:lnTo>
                    <a:pt x="5639749" y="4640096"/>
                  </a:lnTo>
                  <a:lnTo>
                    <a:pt x="5673528" y="4608646"/>
                  </a:lnTo>
                  <a:lnTo>
                    <a:pt x="5706648" y="4576764"/>
                  </a:lnTo>
                  <a:lnTo>
                    <a:pt x="5739107" y="4544457"/>
                  </a:lnTo>
                  <a:lnTo>
                    <a:pt x="5770899" y="4511735"/>
                  </a:lnTo>
                  <a:lnTo>
                    <a:pt x="5802020" y="4478605"/>
                  </a:lnTo>
                  <a:lnTo>
                    <a:pt x="5832467" y="4445075"/>
                  </a:lnTo>
                  <a:lnTo>
                    <a:pt x="5862235" y="4411154"/>
                  </a:lnTo>
                  <a:lnTo>
                    <a:pt x="5891318" y="4376850"/>
                  </a:lnTo>
                  <a:lnTo>
                    <a:pt x="5919714" y="4342172"/>
                  </a:lnTo>
                  <a:lnTo>
                    <a:pt x="5947418" y="4307126"/>
                  </a:lnTo>
                  <a:lnTo>
                    <a:pt x="5974425" y="4271723"/>
                  </a:lnTo>
                  <a:lnTo>
                    <a:pt x="6000731" y="4235969"/>
                  </a:lnTo>
                  <a:lnTo>
                    <a:pt x="6026332" y="4199874"/>
                  </a:lnTo>
                  <a:lnTo>
                    <a:pt x="6051223" y="4163445"/>
                  </a:lnTo>
                  <a:lnTo>
                    <a:pt x="6075401" y="4126691"/>
                  </a:lnTo>
                  <a:lnTo>
                    <a:pt x="6098860" y="4089620"/>
                  </a:lnTo>
                  <a:lnTo>
                    <a:pt x="6121597" y="4052239"/>
                  </a:lnTo>
                  <a:lnTo>
                    <a:pt x="6143606" y="4014559"/>
                  </a:lnTo>
                  <a:lnTo>
                    <a:pt x="6164885" y="3976586"/>
                  </a:lnTo>
                  <a:lnTo>
                    <a:pt x="6185428" y="3938328"/>
                  </a:lnTo>
                  <a:lnTo>
                    <a:pt x="6205231" y="3899795"/>
                  </a:lnTo>
                  <a:lnTo>
                    <a:pt x="6224290" y="3860994"/>
                  </a:lnTo>
                  <a:lnTo>
                    <a:pt x="6242600" y="3821934"/>
                  </a:lnTo>
                  <a:lnTo>
                    <a:pt x="6260158" y="3782623"/>
                  </a:lnTo>
                  <a:lnTo>
                    <a:pt x="6276958" y="3743068"/>
                  </a:lnTo>
                  <a:lnTo>
                    <a:pt x="6292997" y="3703279"/>
                  </a:lnTo>
                  <a:lnTo>
                    <a:pt x="6308270" y="3663264"/>
                  </a:lnTo>
                  <a:lnTo>
                    <a:pt x="6322772" y="3623030"/>
                  </a:lnTo>
                  <a:lnTo>
                    <a:pt x="6336501" y="3582587"/>
                  </a:lnTo>
                  <a:lnTo>
                    <a:pt x="6349450" y="3541941"/>
                  </a:lnTo>
                  <a:lnTo>
                    <a:pt x="6361616" y="3501102"/>
                  </a:lnTo>
                  <a:lnTo>
                    <a:pt x="6372995" y="3460078"/>
                  </a:lnTo>
                  <a:lnTo>
                    <a:pt x="6383582" y="3418877"/>
                  </a:lnTo>
                  <a:lnTo>
                    <a:pt x="6393372" y="3377507"/>
                  </a:lnTo>
                  <a:lnTo>
                    <a:pt x="6402362" y="3335977"/>
                  </a:lnTo>
                  <a:lnTo>
                    <a:pt x="6410548" y="3294294"/>
                  </a:lnTo>
                  <a:lnTo>
                    <a:pt x="6417924" y="3252467"/>
                  </a:lnTo>
                  <a:lnTo>
                    <a:pt x="6424487" y="3210505"/>
                  </a:lnTo>
                  <a:lnTo>
                    <a:pt x="6430232" y="3168414"/>
                  </a:lnTo>
                  <a:lnTo>
                    <a:pt x="6435154" y="3126205"/>
                  </a:lnTo>
                  <a:lnTo>
                    <a:pt x="6439251" y="3083884"/>
                  </a:lnTo>
                  <a:lnTo>
                    <a:pt x="6442516" y="3041461"/>
                  </a:lnTo>
                  <a:lnTo>
                    <a:pt x="6444947" y="2998943"/>
                  </a:lnTo>
                  <a:lnTo>
                    <a:pt x="6446538" y="2956338"/>
                  </a:lnTo>
                  <a:lnTo>
                    <a:pt x="6447285" y="2913656"/>
                  </a:lnTo>
                  <a:lnTo>
                    <a:pt x="6447184" y="2870903"/>
                  </a:lnTo>
                  <a:lnTo>
                    <a:pt x="6446230" y="2828089"/>
                  </a:lnTo>
                  <a:lnTo>
                    <a:pt x="6444420" y="2785222"/>
                  </a:lnTo>
                  <a:lnTo>
                    <a:pt x="6441749" y="2742309"/>
                  </a:lnTo>
                  <a:lnTo>
                    <a:pt x="6438212" y="2699359"/>
                  </a:lnTo>
                  <a:lnTo>
                    <a:pt x="6433806" y="2656381"/>
                  </a:lnTo>
                  <a:lnTo>
                    <a:pt x="6428525" y="2613382"/>
                  </a:lnTo>
                  <a:lnTo>
                    <a:pt x="6422366" y="2570371"/>
                  </a:lnTo>
                  <a:lnTo>
                    <a:pt x="6415325" y="2527356"/>
                  </a:lnTo>
                  <a:lnTo>
                    <a:pt x="6407396" y="2484345"/>
                  </a:lnTo>
                  <a:lnTo>
                    <a:pt x="6398576" y="2441347"/>
                  </a:lnTo>
                  <a:lnTo>
                    <a:pt x="6388860" y="2398369"/>
                  </a:lnTo>
                  <a:lnTo>
                    <a:pt x="6378244" y="2355421"/>
                  </a:lnTo>
                  <a:lnTo>
                    <a:pt x="6366723" y="2312509"/>
                  </a:lnTo>
                  <a:lnTo>
                    <a:pt x="6354294" y="2269644"/>
                  </a:lnTo>
                  <a:lnTo>
                    <a:pt x="6340952" y="2226831"/>
                  </a:lnTo>
                  <a:lnTo>
                    <a:pt x="6326693" y="2184081"/>
                  </a:lnTo>
                  <a:lnTo>
                    <a:pt x="6311511" y="2141401"/>
                  </a:lnTo>
                  <a:lnTo>
                    <a:pt x="6295404" y="2098799"/>
                  </a:lnTo>
                  <a:lnTo>
                    <a:pt x="6278366" y="2056285"/>
                  </a:lnTo>
                  <a:lnTo>
                    <a:pt x="6260394" y="2013864"/>
                  </a:lnTo>
                  <a:lnTo>
                    <a:pt x="6241483" y="1971548"/>
                  </a:lnTo>
                  <a:lnTo>
                    <a:pt x="6222026" y="1930203"/>
                  </a:lnTo>
                  <a:lnTo>
                    <a:pt x="6201775" y="1889243"/>
                  </a:lnTo>
                  <a:lnTo>
                    <a:pt x="6180738" y="1848673"/>
                  </a:lnTo>
                  <a:lnTo>
                    <a:pt x="6158924" y="1808500"/>
                  </a:lnTo>
                  <a:lnTo>
                    <a:pt x="6136341" y="1768729"/>
                  </a:lnTo>
                  <a:lnTo>
                    <a:pt x="6112999" y="1729367"/>
                  </a:lnTo>
                  <a:lnTo>
                    <a:pt x="6088904" y="1690418"/>
                  </a:lnTo>
                  <a:lnTo>
                    <a:pt x="6064067" y="1651889"/>
                  </a:lnTo>
                  <a:lnTo>
                    <a:pt x="6038496" y="1613786"/>
                  </a:lnTo>
                  <a:lnTo>
                    <a:pt x="6012199" y="1576115"/>
                  </a:lnTo>
                  <a:lnTo>
                    <a:pt x="5985186" y="1538881"/>
                  </a:lnTo>
                  <a:lnTo>
                    <a:pt x="5957464" y="1502090"/>
                  </a:lnTo>
                  <a:lnTo>
                    <a:pt x="5929043" y="1465749"/>
                  </a:lnTo>
                  <a:lnTo>
                    <a:pt x="5899931" y="1429863"/>
                  </a:lnTo>
                  <a:lnTo>
                    <a:pt x="5870136" y="1394438"/>
                  </a:lnTo>
                  <a:lnTo>
                    <a:pt x="5839668" y="1359479"/>
                  </a:lnTo>
                  <a:lnTo>
                    <a:pt x="5808535" y="1324994"/>
                  </a:lnTo>
                  <a:lnTo>
                    <a:pt x="5776746" y="1290986"/>
                  </a:lnTo>
                  <a:lnTo>
                    <a:pt x="5744308" y="1257464"/>
                  </a:lnTo>
                  <a:lnTo>
                    <a:pt x="5711232" y="1224431"/>
                  </a:lnTo>
                  <a:lnTo>
                    <a:pt x="5677525" y="1191895"/>
                  </a:lnTo>
                  <a:lnTo>
                    <a:pt x="5643197" y="1159861"/>
                  </a:lnTo>
                  <a:lnTo>
                    <a:pt x="5608255" y="1128334"/>
                  </a:lnTo>
                  <a:lnTo>
                    <a:pt x="5572709" y="1097322"/>
                  </a:lnTo>
                  <a:lnTo>
                    <a:pt x="5536566" y="1066829"/>
                  </a:lnTo>
                  <a:lnTo>
                    <a:pt x="5499837" y="1036861"/>
                  </a:lnTo>
                  <a:lnTo>
                    <a:pt x="5462529" y="1007425"/>
                  </a:lnTo>
                  <a:lnTo>
                    <a:pt x="5424651" y="978526"/>
                  </a:lnTo>
                  <a:lnTo>
                    <a:pt x="5386212" y="950170"/>
                  </a:lnTo>
                  <a:lnTo>
                    <a:pt x="5347219" y="922363"/>
                  </a:lnTo>
                  <a:lnTo>
                    <a:pt x="5307683" y="895111"/>
                  </a:lnTo>
                  <a:lnTo>
                    <a:pt x="5267612" y="868420"/>
                  </a:lnTo>
                  <a:lnTo>
                    <a:pt x="5227013" y="842295"/>
                  </a:lnTo>
                  <a:lnTo>
                    <a:pt x="5185897" y="816743"/>
                  </a:lnTo>
                  <a:lnTo>
                    <a:pt x="5144271" y="791769"/>
                  </a:lnTo>
                  <a:lnTo>
                    <a:pt x="5102144" y="767379"/>
                  </a:lnTo>
                  <a:lnTo>
                    <a:pt x="5059525" y="743579"/>
                  </a:lnTo>
                  <a:lnTo>
                    <a:pt x="5016422" y="720375"/>
                  </a:lnTo>
                  <a:lnTo>
                    <a:pt x="4972845" y="697773"/>
                  </a:lnTo>
                  <a:lnTo>
                    <a:pt x="4928801" y="675779"/>
                  </a:lnTo>
                  <a:lnTo>
                    <a:pt x="4884299" y="654398"/>
                  </a:lnTo>
                  <a:lnTo>
                    <a:pt x="4839349" y="633636"/>
                  </a:lnTo>
                  <a:lnTo>
                    <a:pt x="4793958" y="613499"/>
                  </a:lnTo>
                  <a:lnTo>
                    <a:pt x="4748135" y="593994"/>
                  </a:lnTo>
                  <a:lnTo>
                    <a:pt x="4701889" y="575126"/>
                  </a:lnTo>
                  <a:lnTo>
                    <a:pt x="4655229" y="556900"/>
                  </a:lnTo>
                  <a:lnTo>
                    <a:pt x="4608162" y="539323"/>
                  </a:lnTo>
                  <a:lnTo>
                    <a:pt x="4560699" y="522401"/>
                  </a:lnTo>
                  <a:lnTo>
                    <a:pt x="4512847" y="506139"/>
                  </a:lnTo>
                  <a:lnTo>
                    <a:pt x="4464615" y="490544"/>
                  </a:lnTo>
                  <a:lnTo>
                    <a:pt x="4416012" y="475620"/>
                  </a:lnTo>
                  <a:lnTo>
                    <a:pt x="4367046" y="461375"/>
                  </a:lnTo>
                  <a:lnTo>
                    <a:pt x="4317726" y="447814"/>
                  </a:lnTo>
                  <a:lnTo>
                    <a:pt x="4268061" y="434942"/>
                  </a:lnTo>
                  <a:lnTo>
                    <a:pt x="4218059" y="422766"/>
                  </a:lnTo>
                  <a:lnTo>
                    <a:pt x="4167729" y="411291"/>
                  </a:lnTo>
                  <a:lnTo>
                    <a:pt x="4117080" y="400524"/>
                  </a:lnTo>
                  <a:lnTo>
                    <a:pt x="4066120" y="390470"/>
                  </a:lnTo>
                  <a:lnTo>
                    <a:pt x="4014857" y="381136"/>
                  </a:lnTo>
                  <a:lnTo>
                    <a:pt x="3963301" y="372526"/>
                  </a:lnTo>
                  <a:lnTo>
                    <a:pt x="3911461" y="364647"/>
                  </a:lnTo>
                  <a:lnTo>
                    <a:pt x="3859344" y="357505"/>
                  </a:lnTo>
                  <a:lnTo>
                    <a:pt x="3921193" y="19176"/>
                  </a:lnTo>
                  <a:close/>
                </a:path>
              </a:pathLst>
            </a:custGeom>
            <a:ln w="9525">
              <a:solidFill>
                <a:srgbClr val="7C5F9F"/>
              </a:solidFill>
            </a:ln>
          </p:spPr>
          <p:txBody>
            <a:bodyPr wrap="square" lIns="0" tIns="0" rIns="0" bIns="0" rtlCol="0"/>
            <a:lstStyle/>
            <a:p>
              <a:endParaRPr>
                <a:latin typeface="+mj-lt"/>
              </a:endParaRPr>
            </a:p>
          </p:txBody>
        </p:sp>
        <p:pic>
          <p:nvPicPr>
            <p:cNvPr id="6" name="object 6"/>
            <p:cNvPicPr/>
            <p:nvPr/>
          </p:nvPicPr>
          <p:blipFill>
            <a:blip r:embed="rId4" cstate="print"/>
            <a:stretch>
              <a:fillRect/>
            </a:stretch>
          </p:blipFill>
          <p:spPr>
            <a:xfrm>
              <a:off x="5698235" y="800100"/>
              <a:ext cx="1705356" cy="772667"/>
            </a:xfrm>
            <a:prstGeom prst="rect">
              <a:avLst/>
            </a:prstGeom>
          </p:spPr>
        </p:pic>
        <p:pic>
          <p:nvPicPr>
            <p:cNvPr id="7" name="object 7"/>
            <p:cNvPicPr/>
            <p:nvPr/>
          </p:nvPicPr>
          <p:blipFill>
            <a:blip r:embed="rId5" cstate="print"/>
            <a:stretch>
              <a:fillRect/>
            </a:stretch>
          </p:blipFill>
          <p:spPr>
            <a:xfrm>
              <a:off x="5725667" y="914412"/>
              <a:ext cx="1682495" cy="573011"/>
            </a:xfrm>
            <a:prstGeom prst="rect">
              <a:avLst/>
            </a:prstGeom>
          </p:spPr>
        </p:pic>
        <p:pic>
          <p:nvPicPr>
            <p:cNvPr id="8" name="object 8"/>
            <p:cNvPicPr/>
            <p:nvPr/>
          </p:nvPicPr>
          <p:blipFill>
            <a:blip r:embed="rId6" cstate="print"/>
            <a:stretch>
              <a:fillRect/>
            </a:stretch>
          </p:blipFill>
          <p:spPr>
            <a:xfrm>
              <a:off x="5745479" y="827532"/>
              <a:ext cx="1615440" cy="682751"/>
            </a:xfrm>
            <a:prstGeom prst="rect">
              <a:avLst/>
            </a:prstGeom>
          </p:spPr>
        </p:pic>
        <p:sp>
          <p:nvSpPr>
            <p:cNvPr id="9" name="object 9"/>
            <p:cNvSpPr/>
            <p:nvPr/>
          </p:nvSpPr>
          <p:spPr>
            <a:xfrm>
              <a:off x="5745479" y="827532"/>
              <a:ext cx="1615440" cy="683260"/>
            </a:xfrm>
            <a:custGeom>
              <a:avLst/>
              <a:gdLst/>
              <a:ahLst/>
              <a:cxnLst/>
              <a:rect l="l" t="t" r="r" b="b"/>
              <a:pathLst>
                <a:path w="1615440" h="683260">
                  <a:moveTo>
                    <a:pt x="0" y="113791"/>
                  </a:moveTo>
                  <a:lnTo>
                    <a:pt x="8939" y="69490"/>
                  </a:lnTo>
                  <a:lnTo>
                    <a:pt x="33321" y="33321"/>
                  </a:lnTo>
                  <a:lnTo>
                    <a:pt x="69490" y="8939"/>
                  </a:lnTo>
                  <a:lnTo>
                    <a:pt x="113792" y="0"/>
                  </a:lnTo>
                  <a:lnTo>
                    <a:pt x="1501648" y="0"/>
                  </a:lnTo>
                  <a:lnTo>
                    <a:pt x="1545949" y="8939"/>
                  </a:lnTo>
                  <a:lnTo>
                    <a:pt x="1582118" y="33321"/>
                  </a:lnTo>
                  <a:lnTo>
                    <a:pt x="1606500" y="69490"/>
                  </a:lnTo>
                  <a:lnTo>
                    <a:pt x="1615440" y="113791"/>
                  </a:lnTo>
                  <a:lnTo>
                    <a:pt x="1615440" y="568959"/>
                  </a:lnTo>
                  <a:lnTo>
                    <a:pt x="1606500" y="613261"/>
                  </a:lnTo>
                  <a:lnTo>
                    <a:pt x="1582118" y="649430"/>
                  </a:lnTo>
                  <a:lnTo>
                    <a:pt x="1545949" y="673812"/>
                  </a:lnTo>
                  <a:lnTo>
                    <a:pt x="1501648" y="682751"/>
                  </a:lnTo>
                  <a:lnTo>
                    <a:pt x="113792" y="682751"/>
                  </a:lnTo>
                  <a:lnTo>
                    <a:pt x="69490" y="673812"/>
                  </a:lnTo>
                  <a:lnTo>
                    <a:pt x="33321" y="649430"/>
                  </a:lnTo>
                  <a:lnTo>
                    <a:pt x="8939" y="613261"/>
                  </a:lnTo>
                  <a:lnTo>
                    <a:pt x="0" y="568959"/>
                  </a:lnTo>
                  <a:lnTo>
                    <a:pt x="0" y="113791"/>
                  </a:lnTo>
                  <a:close/>
                </a:path>
              </a:pathLst>
            </a:custGeom>
            <a:ln w="9525">
              <a:solidFill>
                <a:srgbClr val="7C5F9F"/>
              </a:solidFill>
            </a:ln>
          </p:spPr>
          <p:txBody>
            <a:bodyPr wrap="square" lIns="0" tIns="0" rIns="0" bIns="0" rtlCol="0"/>
            <a:lstStyle/>
            <a:p>
              <a:endParaRPr>
                <a:latin typeface="+mj-lt"/>
              </a:endParaRPr>
            </a:p>
          </p:txBody>
        </p:sp>
      </p:grpSp>
      <p:sp>
        <p:nvSpPr>
          <p:cNvPr id="10" name="object 10"/>
          <p:cNvSpPr txBox="1"/>
          <p:nvPr/>
        </p:nvSpPr>
        <p:spPr>
          <a:xfrm>
            <a:off x="5849239" y="963295"/>
            <a:ext cx="1406525" cy="375920"/>
          </a:xfrm>
          <a:prstGeom prst="rect">
            <a:avLst/>
          </a:prstGeom>
        </p:spPr>
        <p:txBody>
          <a:bodyPr vert="horz" wrap="square" lIns="0" tIns="30480" rIns="0" bIns="0" rtlCol="0">
            <a:spAutoFit/>
          </a:bodyPr>
          <a:lstStyle/>
          <a:p>
            <a:pPr marL="584200" marR="5080" indent="-571500">
              <a:lnSpc>
                <a:spcPts val="1320"/>
              </a:lnSpc>
              <a:spcBef>
                <a:spcPts val="240"/>
              </a:spcBef>
            </a:pPr>
            <a:r>
              <a:rPr sz="1200" b="1" spc="-5" dirty="0">
                <a:latin typeface="+mj-lt"/>
                <a:cs typeface="Calibri"/>
              </a:rPr>
              <a:t>D</a:t>
            </a:r>
            <a:r>
              <a:rPr sz="1200" b="1" spc="-20" dirty="0">
                <a:latin typeface="+mj-lt"/>
                <a:cs typeface="Calibri"/>
              </a:rPr>
              <a:t>a</a:t>
            </a:r>
            <a:r>
              <a:rPr sz="1200" b="1" spc="-10" dirty="0">
                <a:latin typeface="+mj-lt"/>
                <a:cs typeface="Calibri"/>
              </a:rPr>
              <a:t>t</a:t>
            </a:r>
            <a:r>
              <a:rPr sz="1200" b="1" dirty="0">
                <a:latin typeface="+mj-lt"/>
                <a:cs typeface="Calibri"/>
              </a:rPr>
              <a:t>a</a:t>
            </a:r>
            <a:r>
              <a:rPr sz="1200" b="1" spc="-5" dirty="0">
                <a:latin typeface="+mj-lt"/>
                <a:cs typeface="Calibri"/>
              </a:rPr>
              <a:t> </a:t>
            </a:r>
            <a:r>
              <a:rPr sz="1200" b="1" dirty="0">
                <a:latin typeface="+mj-lt"/>
                <a:cs typeface="Calibri"/>
              </a:rPr>
              <a:t>A</a:t>
            </a:r>
            <a:r>
              <a:rPr sz="1200" b="1" spc="-5" dirty="0">
                <a:latin typeface="+mj-lt"/>
                <a:cs typeface="Calibri"/>
              </a:rPr>
              <a:t>c</a:t>
            </a:r>
            <a:r>
              <a:rPr sz="1200" b="1" dirty="0">
                <a:latin typeface="+mj-lt"/>
                <a:cs typeface="Calibri"/>
              </a:rPr>
              <a:t>quisit</a:t>
            </a:r>
            <a:r>
              <a:rPr sz="1200" b="1" spc="5" dirty="0">
                <a:latin typeface="+mj-lt"/>
                <a:cs typeface="Calibri"/>
              </a:rPr>
              <a:t>i</a:t>
            </a:r>
            <a:r>
              <a:rPr sz="1200" b="1" dirty="0">
                <a:latin typeface="+mj-lt"/>
                <a:cs typeface="Calibri"/>
              </a:rPr>
              <a:t>on</a:t>
            </a:r>
            <a:r>
              <a:rPr sz="1200" b="1" spc="-40" dirty="0">
                <a:latin typeface="+mj-lt"/>
                <a:cs typeface="Calibri"/>
              </a:rPr>
              <a:t> </a:t>
            </a:r>
            <a:r>
              <a:rPr sz="1200" b="1" dirty="0">
                <a:latin typeface="+mj-lt"/>
                <a:cs typeface="Calibri"/>
              </a:rPr>
              <a:t>f</a:t>
            </a:r>
            <a:r>
              <a:rPr sz="1200" b="1" spc="-10" dirty="0">
                <a:latin typeface="+mj-lt"/>
                <a:cs typeface="Calibri"/>
              </a:rPr>
              <a:t>r</a:t>
            </a:r>
            <a:r>
              <a:rPr sz="1200" b="1" dirty="0">
                <a:latin typeface="+mj-lt"/>
                <a:cs typeface="Calibri"/>
              </a:rPr>
              <a:t>om  ERP</a:t>
            </a:r>
            <a:endParaRPr sz="1200">
              <a:latin typeface="+mj-lt"/>
              <a:cs typeface="Calibri"/>
            </a:endParaRPr>
          </a:p>
        </p:txBody>
      </p:sp>
      <p:grpSp>
        <p:nvGrpSpPr>
          <p:cNvPr id="11" name="object 11"/>
          <p:cNvGrpSpPr/>
          <p:nvPr/>
        </p:nvGrpSpPr>
        <p:grpSpPr>
          <a:xfrm>
            <a:off x="7591043" y="1464551"/>
            <a:ext cx="1838325" cy="771525"/>
            <a:chOff x="7591043" y="1464551"/>
            <a:chExt cx="1838325" cy="771525"/>
          </a:xfrm>
        </p:grpSpPr>
        <p:pic>
          <p:nvPicPr>
            <p:cNvPr id="12" name="object 12"/>
            <p:cNvPicPr/>
            <p:nvPr/>
          </p:nvPicPr>
          <p:blipFill>
            <a:blip r:embed="rId7" cstate="print"/>
            <a:stretch>
              <a:fillRect/>
            </a:stretch>
          </p:blipFill>
          <p:spPr>
            <a:xfrm>
              <a:off x="7591043" y="1464551"/>
              <a:ext cx="1837944" cy="771156"/>
            </a:xfrm>
            <a:prstGeom prst="rect">
              <a:avLst/>
            </a:prstGeom>
          </p:spPr>
        </p:pic>
        <p:pic>
          <p:nvPicPr>
            <p:cNvPr id="13" name="object 13"/>
            <p:cNvPicPr/>
            <p:nvPr/>
          </p:nvPicPr>
          <p:blipFill>
            <a:blip r:embed="rId8" cstate="print"/>
            <a:stretch>
              <a:fillRect/>
            </a:stretch>
          </p:blipFill>
          <p:spPr>
            <a:xfrm>
              <a:off x="7638287" y="1491996"/>
              <a:ext cx="1748027" cy="681227"/>
            </a:xfrm>
            <a:prstGeom prst="rect">
              <a:avLst/>
            </a:prstGeom>
          </p:spPr>
        </p:pic>
        <p:sp>
          <p:nvSpPr>
            <p:cNvPr id="14" name="object 14"/>
            <p:cNvSpPr/>
            <p:nvPr/>
          </p:nvSpPr>
          <p:spPr>
            <a:xfrm>
              <a:off x="7638287" y="1491996"/>
              <a:ext cx="1748155" cy="681355"/>
            </a:xfrm>
            <a:custGeom>
              <a:avLst/>
              <a:gdLst/>
              <a:ahLst/>
              <a:cxnLst/>
              <a:rect l="l" t="t" r="r" b="b"/>
              <a:pathLst>
                <a:path w="1748154" h="681355">
                  <a:moveTo>
                    <a:pt x="0" y="113537"/>
                  </a:moveTo>
                  <a:lnTo>
                    <a:pt x="8917" y="69330"/>
                  </a:lnTo>
                  <a:lnTo>
                    <a:pt x="33242" y="33242"/>
                  </a:lnTo>
                  <a:lnTo>
                    <a:pt x="69330" y="8917"/>
                  </a:lnTo>
                  <a:lnTo>
                    <a:pt x="113537" y="0"/>
                  </a:lnTo>
                  <a:lnTo>
                    <a:pt x="1634489" y="0"/>
                  </a:lnTo>
                  <a:lnTo>
                    <a:pt x="1678697" y="8917"/>
                  </a:lnTo>
                  <a:lnTo>
                    <a:pt x="1714785" y="33242"/>
                  </a:lnTo>
                  <a:lnTo>
                    <a:pt x="1739110" y="69330"/>
                  </a:lnTo>
                  <a:lnTo>
                    <a:pt x="1748027" y="113537"/>
                  </a:lnTo>
                  <a:lnTo>
                    <a:pt x="1748027" y="567689"/>
                  </a:lnTo>
                  <a:lnTo>
                    <a:pt x="1739110" y="611897"/>
                  </a:lnTo>
                  <a:lnTo>
                    <a:pt x="1714785" y="647985"/>
                  </a:lnTo>
                  <a:lnTo>
                    <a:pt x="1678697" y="672310"/>
                  </a:lnTo>
                  <a:lnTo>
                    <a:pt x="1634489" y="681227"/>
                  </a:lnTo>
                  <a:lnTo>
                    <a:pt x="113537" y="681227"/>
                  </a:lnTo>
                  <a:lnTo>
                    <a:pt x="69330" y="672310"/>
                  </a:lnTo>
                  <a:lnTo>
                    <a:pt x="33242" y="647985"/>
                  </a:lnTo>
                  <a:lnTo>
                    <a:pt x="8917" y="611897"/>
                  </a:lnTo>
                  <a:lnTo>
                    <a:pt x="0" y="567689"/>
                  </a:lnTo>
                  <a:lnTo>
                    <a:pt x="0" y="113537"/>
                  </a:lnTo>
                  <a:close/>
                </a:path>
              </a:pathLst>
            </a:custGeom>
            <a:ln w="9525">
              <a:solidFill>
                <a:srgbClr val="7C5F9F"/>
              </a:solidFill>
            </a:ln>
          </p:spPr>
          <p:txBody>
            <a:bodyPr wrap="square" lIns="0" tIns="0" rIns="0" bIns="0" rtlCol="0"/>
            <a:lstStyle/>
            <a:p>
              <a:endParaRPr>
                <a:latin typeface="+mj-lt"/>
              </a:endParaRPr>
            </a:p>
          </p:txBody>
        </p:sp>
      </p:grpSp>
      <p:sp>
        <p:nvSpPr>
          <p:cNvPr id="15" name="object 15"/>
          <p:cNvSpPr txBox="1"/>
          <p:nvPr/>
        </p:nvSpPr>
        <p:spPr>
          <a:xfrm>
            <a:off x="7870063" y="1710385"/>
            <a:ext cx="1283970" cy="19749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mj-lt"/>
                <a:cs typeface="Calibri"/>
              </a:rPr>
              <a:t>Assign</a:t>
            </a:r>
            <a:r>
              <a:rPr sz="1200" b="1" spc="-20" dirty="0">
                <a:latin typeface="+mj-lt"/>
                <a:cs typeface="Calibri"/>
              </a:rPr>
              <a:t> </a:t>
            </a:r>
            <a:r>
              <a:rPr sz="1200" b="1" dirty="0">
                <a:latin typeface="+mj-lt"/>
                <a:cs typeface="Calibri"/>
              </a:rPr>
              <a:t>a</a:t>
            </a:r>
            <a:r>
              <a:rPr sz="1200" b="1" spc="-20" dirty="0">
                <a:latin typeface="+mj-lt"/>
                <a:cs typeface="Calibri"/>
              </a:rPr>
              <a:t> </a:t>
            </a:r>
            <a:r>
              <a:rPr sz="1200" b="1" spc="-5" dirty="0">
                <a:latin typeface="+mj-lt"/>
                <a:cs typeface="Calibri"/>
              </a:rPr>
              <a:t>Class</a:t>
            </a:r>
            <a:r>
              <a:rPr sz="1200" b="1" spc="-25" dirty="0">
                <a:latin typeface="+mj-lt"/>
                <a:cs typeface="Calibri"/>
              </a:rPr>
              <a:t> </a:t>
            </a:r>
            <a:r>
              <a:rPr sz="1200" b="1" spc="-5" dirty="0">
                <a:latin typeface="+mj-lt"/>
                <a:cs typeface="Calibri"/>
              </a:rPr>
              <a:t>(PPO)</a:t>
            </a:r>
            <a:endParaRPr sz="1200">
              <a:latin typeface="+mj-lt"/>
              <a:cs typeface="Calibri"/>
            </a:endParaRPr>
          </a:p>
        </p:txBody>
      </p:sp>
      <p:grpSp>
        <p:nvGrpSpPr>
          <p:cNvPr id="16" name="object 16"/>
          <p:cNvGrpSpPr/>
          <p:nvPr/>
        </p:nvGrpSpPr>
        <p:grpSpPr>
          <a:xfrm>
            <a:off x="8051292" y="2496311"/>
            <a:ext cx="2044064" cy="772795"/>
            <a:chOff x="8051292" y="2496311"/>
            <a:chExt cx="2044064" cy="772795"/>
          </a:xfrm>
        </p:grpSpPr>
        <p:pic>
          <p:nvPicPr>
            <p:cNvPr id="17" name="object 17"/>
            <p:cNvPicPr/>
            <p:nvPr/>
          </p:nvPicPr>
          <p:blipFill>
            <a:blip r:embed="rId9" cstate="print"/>
            <a:stretch>
              <a:fillRect/>
            </a:stretch>
          </p:blipFill>
          <p:spPr>
            <a:xfrm>
              <a:off x="8051292" y="2496311"/>
              <a:ext cx="2043683" cy="772668"/>
            </a:xfrm>
            <a:prstGeom prst="rect">
              <a:avLst/>
            </a:prstGeom>
          </p:spPr>
        </p:pic>
        <p:pic>
          <p:nvPicPr>
            <p:cNvPr id="18" name="object 18"/>
            <p:cNvPicPr/>
            <p:nvPr/>
          </p:nvPicPr>
          <p:blipFill>
            <a:blip r:embed="rId10" cstate="print"/>
            <a:stretch>
              <a:fillRect/>
            </a:stretch>
          </p:blipFill>
          <p:spPr>
            <a:xfrm>
              <a:off x="8098536" y="2523743"/>
              <a:ext cx="1953768" cy="682751"/>
            </a:xfrm>
            <a:prstGeom prst="rect">
              <a:avLst/>
            </a:prstGeom>
          </p:spPr>
        </p:pic>
        <p:sp>
          <p:nvSpPr>
            <p:cNvPr id="19" name="object 19"/>
            <p:cNvSpPr/>
            <p:nvPr/>
          </p:nvSpPr>
          <p:spPr>
            <a:xfrm>
              <a:off x="8098536" y="2523743"/>
              <a:ext cx="1953895" cy="683260"/>
            </a:xfrm>
            <a:custGeom>
              <a:avLst/>
              <a:gdLst/>
              <a:ahLst/>
              <a:cxnLst/>
              <a:rect l="l" t="t" r="r" b="b"/>
              <a:pathLst>
                <a:path w="1953895" h="683260">
                  <a:moveTo>
                    <a:pt x="0" y="113791"/>
                  </a:moveTo>
                  <a:lnTo>
                    <a:pt x="8939" y="69490"/>
                  </a:lnTo>
                  <a:lnTo>
                    <a:pt x="33321" y="33321"/>
                  </a:lnTo>
                  <a:lnTo>
                    <a:pt x="69490" y="8939"/>
                  </a:lnTo>
                  <a:lnTo>
                    <a:pt x="113792" y="0"/>
                  </a:lnTo>
                  <a:lnTo>
                    <a:pt x="1839976" y="0"/>
                  </a:lnTo>
                  <a:lnTo>
                    <a:pt x="1884277" y="8939"/>
                  </a:lnTo>
                  <a:lnTo>
                    <a:pt x="1920446" y="33321"/>
                  </a:lnTo>
                  <a:lnTo>
                    <a:pt x="1944828" y="69490"/>
                  </a:lnTo>
                  <a:lnTo>
                    <a:pt x="1953768" y="113791"/>
                  </a:lnTo>
                  <a:lnTo>
                    <a:pt x="1953768" y="568959"/>
                  </a:lnTo>
                  <a:lnTo>
                    <a:pt x="1944828" y="613261"/>
                  </a:lnTo>
                  <a:lnTo>
                    <a:pt x="1920446" y="649430"/>
                  </a:lnTo>
                  <a:lnTo>
                    <a:pt x="1884277" y="673812"/>
                  </a:lnTo>
                  <a:lnTo>
                    <a:pt x="1839976" y="682751"/>
                  </a:lnTo>
                  <a:lnTo>
                    <a:pt x="113792" y="682751"/>
                  </a:lnTo>
                  <a:lnTo>
                    <a:pt x="69490" y="673812"/>
                  </a:lnTo>
                  <a:lnTo>
                    <a:pt x="33321" y="649430"/>
                  </a:lnTo>
                  <a:lnTo>
                    <a:pt x="8939" y="613261"/>
                  </a:lnTo>
                  <a:lnTo>
                    <a:pt x="0" y="568959"/>
                  </a:lnTo>
                  <a:lnTo>
                    <a:pt x="0" y="113791"/>
                  </a:lnTo>
                  <a:close/>
                </a:path>
              </a:pathLst>
            </a:custGeom>
            <a:ln w="9525">
              <a:solidFill>
                <a:srgbClr val="7C5F9F"/>
              </a:solidFill>
            </a:ln>
          </p:spPr>
          <p:txBody>
            <a:bodyPr wrap="square" lIns="0" tIns="0" rIns="0" bIns="0" rtlCol="0"/>
            <a:lstStyle/>
            <a:p>
              <a:endParaRPr>
                <a:latin typeface="+mj-lt"/>
              </a:endParaRPr>
            </a:p>
          </p:txBody>
        </p:sp>
      </p:grpSp>
      <p:sp>
        <p:nvSpPr>
          <p:cNvPr id="20" name="object 20"/>
          <p:cNvSpPr txBox="1"/>
          <p:nvPr/>
        </p:nvSpPr>
        <p:spPr>
          <a:xfrm>
            <a:off x="8496681" y="2659760"/>
            <a:ext cx="1157605" cy="375920"/>
          </a:xfrm>
          <a:prstGeom prst="rect">
            <a:avLst/>
          </a:prstGeom>
        </p:spPr>
        <p:txBody>
          <a:bodyPr vert="horz" wrap="square" lIns="0" tIns="30480" rIns="0" bIns="0" rtlCol="0">
            <a:spAutoFit/>
          </a:bodyPr>
          <a:lstStyle/>
          <a:p>
            <a:pPr marL="97790" marR="5080" indent="-85725">
              <a:lnSpc>
                <a:spcPts val="1320"/>
              </a:lnSpc>
              <a:spcBef>
                <a:spcPts val="240"/>
              </a:spcBef>
            </a:pPr>
            <a:r>
              <a:rPr sz="1200" b="1" spc="-5" dirty="0">
                <a:latin typeface="+mj-lt"/>
                <a:cs typeface="Calibri"/>
              </a:rPr>
              <a:t>Extract</a:t>
            </a:r>
            <a:r>
              <a:rPr sz="1200" b="1" spc="-50" dirty="0">
                <a:latin typeface="+mj-lt"/>
                <a:cs typeface="Calibri"/>
              </a:rPr>
              <a:t> </a:t>
            </a:r>
            <a:r>
              <a:rPr sz="1200" b="1" dirty="0">
                <a:latin typeface="+mj-lt"/>
                <a:cs typeface="Calibri"/>
              </a:rPr>
              <a:t>&amp;</a:t>
            </a:r>
            <a:r>
              <a:rPr sz="1200" b="1" spc="-35" dirty="0">
                <a:latin typeface="+mj-lt"/>
                <a:cs typeface="Calibri"/>
              </a:rPr>
              <a:t> </a:t>
            </a:r>
            <a:r>
              <a:rPr sz="1200" b="1" spc="-15" dirty="0">
                <a:latin typeface="+mj-lt"/>
                <a:cs typeface="Calibri"/>
              </a:rPr>
              <a:t>Validate </a:t>
            </a:r>
            <a:r>
              <a:rPr sz="1200" b="1" spc="-260" dirty="0">
                <a:latin typeface="+mj-lt"/>
                <a:cs typeface="Calibri"/>
              </a:rPr>
              <a:t> </a:t>
            </a:r>
            <a:r>
              <a:rPr sz="1200" b="1" spc="-10" dirty="0">
                <a:latin typeface="+mj-lt"/>
                <a:cs typeface="Calibri"/>
              </a:rPr>
              <a:t>Reference</a:t>
            </a:r>
            <a:r>
              <a:rPr sz="1200" b="1" spc="-30" dirty="0">
                <a:latin typeface="+mj-lt"/>
                <a:cs typeface="Calibri"/>
              </a:rPr>
              <a:t> </a:t>
            </a:r>
            <a:r>
              <a:rPr sz="1200" b="1" spc="-10" dirty="0">
                <a:latin typeface="+mj-lt"/>
                <a:cs typeface="Calibri"/>
              </a:rPr>
              <a:t>Data</a:t>
            </a:r>
            <a:endParaRPr sz="1200">
              <a:latin typeface="+mj-lt"/>
              <a:cs typeface="Calibri"/>
            </a:endParaRPr>
          </a:p>
        </p:txBody>
      </p:sp>
      <p:grpSp>
        <p:nvGrpSpPr>
          <p:cNvPr id="21" name="object 21"/>
          <p:cNvGrpSpPr/>
          <p:nvPr/>
        </p:nvGrpSpPr>
        <p:grpSpPr>
          <a:xfrm>
            <a:off x="8371331" y="3529571"/>
            <a:ext cx="2063750" cy="771525"/>
            <a:chOff x="8371331" y="3529571"/>
            <a:chExt cx="2063750" cy="771525"/>
          </a:xfrm>
        </p:grpSpPr>
        <p:pic>
          <p:nvPicPr>
            <p:cNvPr id="22" name="object 22"/>
            <p:cNvPicPr/>
            <p:nvPr/>
          </p:nvPicPr>
          <p:blipFill>
            <a:blip r:embed="rId11" cstate="print"/>
            <a:stretch>
              <a:fillRect/>
            </a:stretch>
          </p:blipFill>
          <p:spPr>
            <a:xfrm>
              <a:off x="8371331" y="3529571"/>
              <a:ext cx="2040635" cy="771156"/>
            </a:xfrm>
            <a:prstGeom prst="rect">
              <a:avLst/>
            </a:prstGeom>
          </p:spPr>
        </p:pic>
        <p:pic>
          <p:nvPicPr>
            <p:cNvPr id="23" name="object 23"/>
            <p:cNvPicPr/>
            <p:nvPr/>
          </p:nvPicPr>
          <p:blipFill>
            <a:blip r:embed="rId12" cstate="print"/>
            <a:stretch>
              <a:fillRect/>
            </a:stretch>
          </p:blipFill>
          <p:spPr>
            <a:xfrm>
              <a:off x="8380475" y="3642385"/>
              <a:ext cx="2054352" cy="574522"/>
            </a:xfrm>
            <a:prstGeom prst="rect">
              <a:avLst/>
            </a:prstGeom>
          </p:spPr>
        </p:pic>
        <p:pic>
          <p:nvPicPr>
            <p:cNvPr id="24" name="object 24"/>
            <p:cNvPicPr/>
            <p:nvPr/>
          </p:nvPicPr>
          <p:blipFill>
            <a:blip r:embed="rId13" cstate="print"/>
            <a:stretch>
              <a:fillRect/>
            </a:stretch>
          </p:blipFill>
          <p:spPr>
            <a:xfrm>
              <a:off x="8418575" y="3557016"/>
              <a:ext cx="1950720" cy="681228"/>
            </a:xfrm>
            <a:prstGeom prst="rect">
              <a:avLst/>
            </a:prstGeom>
          </p:spPr>
        </p:pic>
        <p:sp>
          <p:nvSpPr>
            <p:cNvPr id="25" name="object 25"/>
            <p:cNvSpPr/>
            <p:nvPr/>
          </p:nvSpPr>
          <p:spPr>
            <a:xfrm>
              <a:off x="8418575" y="3557016"/>
              <a:ext cx="1950720" cy="681355"/>
            </a:xfrm>
            <a:custGeom>
              <a:avLst/>
              <a:gdLst/>
              <a:ahLst/>
              <a:cxnLst/>
              <a:rect l="l" t="t" r="r" b="b"/>
              <a:pathLst>
                <a:path w="1950720" h="681354">
                  <a:moveTo>
                    <a:pt x="0" y="113538"/>
                  </a:moveTo>
                  <a:lnTo>
                    <a:pt x="8917" y="69330"/>
                  </a:lnTo>
                  <a:lnTo>
                    <a:pt x="33242" y="33242"/>
                  </a:lnTo>
                  <a:lnTo>
                    <a:pt x="69330" y="8917"/>
                  </a:lnTo>
                  <a:lnTo>
                    <a:pt x="113538" y="0"/>
                  </a:lnTo>
                  <a:lnTo>
                    <a:pt x="1837181" y="0"/>
                  </a:lnTo>
                  <a:lnTo>
                    <a:pt x="1881389" y="8917"/>
                  </a:lnTo>
                  <a:lnTo>
                    <a:pt x="1917477" y="33242"/>
                  </a:lnTo>
                  <a:lnTo>
                    <a:pt x="1941802" y="69330"/>
                  </a:lnTo>
                  <a:lnTo>
                    <a:pt x="1950720" y="113538"/>
                  </a:lnTo>
                  <a:lnTo>
                    <a:pt x="1950720" y="567690"/>
                  </a:lnTo>
                  <a:lnTo>
                    <a:pt x="1941802" y="611897"/>
                  </a:lnTo>
                  <a:lnTo>
                    <a:pt x="1917477" y="647985"/>
                  </a:lnTo>
                  <a:lnTo>
                    <a:pt x="1881389" y="672310"/>
                  </a:lnTo>
                  <a:lnTo>
                    <a:pt x="1837181" y="681228"/>
                  </a:lnTo>
                  <a:lnTo>
                    <a:pt x="113538" y="681228"/>
                  </a:lnTo>
                  <a:lnTo>
                    <a:pt x="69330" y="672310"/>
                  </a:lnTo>
                  <a:lnTo>
                    <a:pt x="33242" y="647985"/>
                  </a:lnTo>
                  <a:lnTo>
                    <a:pt x="8917" y="611897"/>
                  </a:lnTo>
                  <a:lnTo>
                    <a:pt x="0" y="567690"/>
                  </a:lnTo>
                  <a:lnTo>
                    <a:pt x="0" y="113538"/>
                  </a:lnTo>
                  <a:close/>
                </a:path>
              </a:pathLst>
            </a:custGeom>
            <a:ln w="9524">
              <a:solidFill>
                <a:srgbClr val="7C5F9F"/>
              </a:solidFill>
            </a:ln>
          </p:spPr>
          <p:txBody>
            <a:bodyPr wrap="square" lIns="0" tIns="0" rIns="0" bIns="0" rtlCol="0"/>
            <a:lstStyle/>
            <a:p>
              <a:endParaRPr>
                <a:latin typeface="+mj-lt"/>
              </a:endParaRPr>
            </a:p>
          </p:txBody>
        </p:sp>
      </p:grpSp>
      <p:sp>
        <p:nvSpPr>
          <p:cNvPr id="26" name="object 26"/>
          <p:cNvSpPr txBox="1"/>
          <p:nvPr/>
        </p:nvSpPr>
        <p:spPr>
          <a:xfrm>
            <a:off x="8504046" y="3692397"/>
            <a:ext cx="1778000" cy="375920"/>
          </a:xfrm>
          <a:prstGeom prst="rect">
            <a:avLst/>
          </a:prstGeom>
        </p:spPr>
        <p:txBody>
          <a:bodyPr vert="horz" wrap="square" lIns="0" tIns="30480" rIns="0" bIns="0" rtlCol="0">
            <a:spAutoFit/>
          </a:bodyPr>
          <a:lstStyle/>
          <a:p>
            <a:pPr marL="748665" marR="5080" indent="-736600">
              <a:lnSpc>
                <a:spcPts val="1320"/>
              </a:lnSpc>
              <a:spcBef>
                <a:spcPts val="240"/>
              </a:spcBef>
            </a:pPr>
            <a:r>
              <a:rPr sz="1200" b="1" spc="-5" dirty="0">
                <a:latin typeface="+mj-lt"/>
                <a:cs typeface="Calibri"/>
              </a:rPr>
              <a:t>Extract </a:t>
            </a:r>
            <a:r>
              <a:rPr sz="1200" b="1" dirty="0">
                <a:latin typeface="+mj-lt"/>
                <a:cs typeface="Calibri"/>
              </a:rPr>
              <a:t>&amp; </a:t>
            </a:r>
            <a:r>
              <a:rPr sz="1200" b="1" spc="-15" dirty="0">
                <a:latin typeface="+mj-lt"/>
                <a:cs typeface="Calibri"/>
              </a:rPr>
              <a:t>Validate </a:t>
            </a:r>
            <a:r>
              <a:rPr sz="1200" b="1" spc="-10" dirty="0">
                <a:latin typeface="+mj-lt"/>
                <a:cs typeface="Calibri"/>
              </a:rPr>
              <a:t>Drawings </a:t>
            </a:r>
            <a:r>
              <a:rPr sz="1200" b="1" spc="-260" dirty="0">
                <a:latin typeface="+mj-lt"/>
                <a:cs typeface="Calibri"/>
              </a:rPr>
              <a:t> </a:t>
            </a:r>
            <a:r>
              <a:rPr sz="1200" b="1" spc="-10" dirty="0">
                <a:latin typeface="+mj-lt"/>
                <a:cs typeface="Calibri"/>
              </a:rPr>
              <a:t>data</a:t>
            </a:r>
            <a:endParaRPr sz="1200">
              <a:latin typeface="+mj-lt"/>
              <a:cs typeface="Calibri"/>
            </a:endParaRPr>
          </a:p>
        </p:txBody>
      </p:sp>
      <p:grpSp>
        <p:nvGrpSpPr>
          <p:cNvPr id="27" name="object 27"/>
          <p:cNvGrpSpPr/>
          <p:nvPr/>
        </p:nvGrpSpPr>
        <p:grpSpPr>
          <a:xfrm>
            <a:off x="8167116" y="4635995"/>
            <a:ext cx="2018030" cy="771525"/>
            <a:chOff x="8167116" y="4635995"/>
            <a:chExt cx="2018030" cy="771525"/>
          </a:xfrm>
        </p:grpSpPr>
        <p:pic>
          <p:nvPicPr>
            <p:cNvPr id="28" name="object 28"/>
            <p:cNvPicPr/>
            <p:nvPr/>
          </p:nvPicPr>
          <p:blipFill>
            <a:blip r:embed="rId14" cstate="print"/>
            <a:stretch>
              <a:fillRect/>
            </a:stretch>
          </p:blipFill>
          <p:spPr>
            <a:xfrm>
              <a:off x="8167116" y="4635995"/>
              <a:ext cx="2017776" cy="771156"/>
            </a:xfrm>
            <a:prstGeom prst="rect">
              <a:avLst/>
            </a:prstGeom>
          </p:spPr>
        </p:pic>
        <p:pic>
          <p:nvPicPr>
            <p:cNvPr id="29" name="object 29"/>
            <p:cNvPicPr/>
            <p:nvPr/>
          </p:nvPicPr>
          <p:blipFill>
            <a:blip r:embed="rId15" cstate="print"/>
            <a:stretch>
              <a:fillRect/>
            </a:stretch>
          </p:blipFill>
          <p:spPr>
            <a:xfrm>
              <a:off x="8214360" y="4663440"/>
              <a:ext cx="1927860" cy="681228"/>
            </a:xfrm>
            <a:prstGeom prst="rect">
              <a:avLst/>
            </a:prstGeom>
          </p:spPr>
        </p:pic>
        <p:sp>
          <p:nvSpPr>
            <p:cNvPr id="30" name="object 30"/>
            <p:cNvSpPr/>
            <p:nvPr/>
          </p:nvSpPr>
          <p:spPr>
            <a:xfrm>
              <a:off x="8214360" y="4663440"/>
              <a:ext cx="1927860" cy="681355"/>
            </a:xfrm>
            <a:custGeom>
              <a:avLst/>
              <a:gdLst/>
              <a:ahLst/>
              <a:cxnLst/>
              <a:rect l="l" t="t" r="r" b="b"/>
              <a:pathLst>
                <a:path w="1927859" h="681354">
                  <a:moveTo>
                    <a:pt x="0" y="113537"/>
                  </a:moveTo>
                  <a:lnTo>
                    <a:pt x="8917" y="69330"/>
                  </a:lnTo>
                  <a:lnTo>
                    <a:pt x="33242" y="33242"/>
                  </a:lnTo>
                  <a:lnTo>
                    <a:pt x="69330" y="8917"/>
                  </a:lnTo>
                  <a:lnTo>
                    <a:pt x="113538" y="0"/>
                  </a:lnTo>
                  <a:lnTo>
                    <a:pt x="1814322" y="0"/>
                  </a:lnTo>
                  <a:lnTo>
                    <a:pt x="1858529" y="8917"/>
                  </a:lnTo>
                  <a:lnTo>
                    <a:pt x="1894617" y="33242"/>
                  </a:lnTo>
                  <a:lnTo>
                    <a:pt x="1918942" y="69330"/>
                  </a:lnTo>
                  <a:lnTo>
                    <a:pt x="1927860" y="113537"/>
                  </a:lnTo>
                  <a:lnTo>
                    <a:pt x="1927860" y="567690"/>
                  </a:lnTo>
                  <a:lnTo>
                    <a:pt x="1918942" y="611897"/>
                  </a:lnTo>
                  <a:lnTo>
                    <a:pt x="1894617" y="647985"/>
                  </a:lnTo>
                  <a:lnTo>
                    <a:pt x="1858529" y="672310"/>
                  </a:lnTo>
                  <a:lnTo>
                    <a:pt x="1814322" y="681228"/>
                  </a:lnTo>
                  <a:lnTo>
                    <a:pt x="113538" y="681228"/>
                  </a:lnTo>
                  <a:lnTo>
                    <a:pt x="69330" y="672310"/>
                  </a:lnTo>
                  <a:lnTo>
                    <a:pt x="33242" y="647985"/>
                  </a:lnTo>
                  <a:lnTo>
                    <a:pt x="8917" y="611897"/>
                  </a:lnTo>
                  <a:lnTo>
                    <a:pt x="0" y="567690"/>
                  </a:lnTo>
                  <a:lnTo>
                    <a:pt x="0" y="113537"/>
                  </a:lnTo>
                  <a:close/>
                </a:path>
              </a:pathLst>
            </a:custGeom>
            <a:ln w="9525">
              <a:solidFill>
                <a:srgbClr val="7C5F9F"/>
              </a:solidFill>
            </a:ln>
          </p:spPr>
          <p:txBody>
            <a:bodyPr wrap="square" lIns="0" tIns="0" rIns="0" bIns="0" rtlCol="0"/>
            <a:lstStyle/>
            <a:p>
              <a:endParaRPr>
                <a:latin typeface="+mj-lt"/>
              </a:endParaRPr>
            </a:p>
          </p:txBody>
        </p:sp>
      </p:grpSp>
      <p:sp>
        <p:nvSpPr>
          <p:cNvPr id="31" name="object 31"/>
          <p:cNvSpPr txBox="1"/>
          <p:nvPr/>
        </p:nvSpPr>
        <p:spPr>
          <a:xfrm>
            <a:off x="8574405" y="4798821"/>
            <a:ext cx="1209040" cy="375920"/>
          </a:xfrm>
          <a:prstGeom prst="rect">
            <a:avLst/>
          </a:prstGeom>
        </p:spPr>
        <p:txBody>
          <a:bodyPr vert="horz" wrap="square" lIns="0" tIns="30480" rIns="0" bIns="0" rtlCol="0">
            <a:spAutoFit/>
          </a:bodyPr>
          <a:lstStyle/>
          <a:p>
            <a:pPr marL="108585" marR="5080" indent="-96520">
              <a:lnSpc>
                <a:spcPts val="1320"/>
              </a:lnSpc>
              <a:spcBef>
                <a:spcPts val="240"/>
              </a:spcBef>
            </a:pPr>
            <a:r>
              <a:rPr sz="1200" b="1" spc="-5" dirty="0">
                <a:latin typeface="+mj-lt"/>
                <a:cs typeface="Calibri"/>
              </a:rPr>
              <a:t>Extract</a:t>
            </a:r>
            <a:r>
              <a:rPr sz="1200" b="1" spc="-50" dirty="0">
                <a:latin typeface="+mj-lt"/>
                <a:cs typeface="Calibri"/>
              </a:rPr>
              <a:t> </a:t>
            </a:r>
            <a:r>
              <a:rPr sz="1200" b="1" dirty="0">
                <a:latin typeface="+mj-lt"/>
                <a:cs typeface="Calibri"/>
              </a:rPr>
              <a:t>&amp;</a:t>
            </a:r>
            <a:r>
              <a:rPr sz="1200" b="1" spc="-40" dirty="0">
                <a:latin typeface="+mj-lt"/>
                <a:cs typeface="Calibri"/>
              </a:rPr>
              <a:t> </a:t>
            </a:r>
            <a:r>
              <a:rPr sz="1200" b="1" spc="-5" dirty="0">
                <a:latin typeface="+mj-lt"/>
                <a:cs typeface="Calibri"/>
              </a:rPr>
              <a:t>populate </a:t>
            </a:r>
            <a:r>
              <a:rPr sz="1200" b="1" spc="-260" dirty="0">
                <a:latin typeface="+mj-lt"/>
                <a:cs typeface="Calibri"/>
              </a:rPr>
              <a:t> </a:t>
            </a:r>
            <a:r>
              <a:rPr sz="1200" b="1" spc="-5" dirty="0">
                <a:latin typeface="+mj-lt"/>
                <a:cs typeface="Calibri"/>
              </a:rPr>
              <a:t>property</a:t>
            </a:r>
            <a:r>
              <a:rPr sz="1200" b="1" spc="-40" dirty="0">
                <a:latin typeface="+mj-lt"/>
                <a:cs typeface="Calibri"/>
              </a:rPr>
              <a:t> </a:t>
            </a:r>
            <a:r>
              <a:rPr sz="1200" b="1" spc="-5" dirty="0">
                <a:latin typeface="+mj-lt"/>
                <a:cs typeface="Calibri"/>
              </a:rPr>
              <a:t>values</a:t>
            </a:r>
            <a:endParaRPr sz="1200">
              <a:latin typeface="+mj-lt"/>
              <a:cs typeface="Calibri"/>
            </a:endParaRPr>
          </a:p>
        </p:txBody>
      </p:sp>
      <p:grpSp>
        <p:nvGrpSpPr>
          <p:cNvPr id="32" name="object 32"/>
          <p:cNvGrpSpPr/>
          <p:nvPr/>
        </p:nvGrpSpPr>
        <p:grpSpPr>
          <a:xfrm>
            <a:off x="7135368" y="5667755"/>
            <a:ext cx="1953895" cy="771525"/>
            <a:chOff x="7135368" y="5667755"/>
            <a:chExt cx="1953895" cy="771525"/>
          </a:xfrm>
        </p:grpSpPr>
        <p:pic>
          <p:nvPicPr>
            <p:cNvPr id="33" name="object 33"/>
            <p:cNvPicPr/>
            <p:nvPr/>
          </p:nvPicPr>
          <p:blipFill>
            <a:blip r:embed="rId16" cstate="print"/>
            <a:stretch>
              <a:fillRect/>
            </a:stretch>
          </p:blipFill>
          <p:spPr>
            <a:xfrm>
              <a:off x="7135368" y="5667755"/>
              <a:ext cx="1953768" cy="771156"/>
            </a:xfrm>
            <a:prstGeom prst="rect">
              <a:avLst/>
            </a:prstGeom>
          </p:spPr>
        </p:pic>
        <p:pic>
          <p:nvPicPr>
            <p:cNvPr id="34" name="object 34"/>
            <p:cNvPicPr/>
            <p:nvPr/>
          </p:nvPicPr>
          <p:blipFill>
            <a:blip r:embed="rId17" cstate="print"/>
            <a:stretch>
              <a:fillRect/>
            </a:stretch>
          </p:blipFill>
          <p:spPr>
            <a:xfrm>
              <a:off x="7141464" y="5864351"/>
              <a:ext cx="1940052" cy="406908"/>
            </a:xfrm>
            <a:prstGeom prst="rect">
              <a:avLst/>
            </a:prstGeom>
          </p:spPr>
        </p:pic>
        <p:pic>
          <p:nvPicPr>
            <p:cNvPr id="35" name="object 35"/>
            <p:cNvPicPr/>
            <p:nvPr/>
          </p:nvPicPr>
          <p:blipFill>
            <a:blip r:embed="rId18" cstate="print"/>
            <a:stretch>
              <a:fillRect/>
            </a:stretch>
          </p:blipFill>
          <p:spPr>
            <a:xfrm>
              <a:off x="7182612" y="5695187"/>
              <a:ext cx="1863852" cy="681228"/>
            </a:xfrm>
            <a:prstGeom prst="rect">
              <a:avLst/>
            </a:prstGeom>
          </p:spPr>
        </p:pic>
        <p:sp>
          <p:nvSpPr>
            <p:cNvPr id="36" name="object 36"/>
            <p:cNvSpPr/>
            <p:nvPr/>
          </p:nvSpPr>
          <p:spPr>
            <a:xfrm>
              <a:off x="7182612" y="5695187"/>
              <a:ext cx="1864360" cy="681355"/>
            </a:xfrm>
            <a:custGeom>
              <a:avLst/>
              <a:gdLst/>
              <a:ahLst/>
              <a:cxnLst/>
              <a:rect l="l" t="t" r="r" b="b"/>
              <a:pathLst>
                <a:path w="1864359" h="681354">
                  <a:moveTo>
                    <a:pt x="0" y="113537"/>
                  </a:moveTo>
                  <a:lnTo>
                    <a:pt x="8917" y="69346"/>
                  </a:lnTo>
                  <a:lnTo>
                    <a:pt x="33242" y="33256"/>
                  </a:lnTo>
                  <a:lnTo>
                    <a:pt x="69330" y="8923"/>
                  </a:lnTo>
                  <a:lnTo>
                    <a:pt x="113538" y="0"/>
                  </a:lnTo>
                  <a:lnTo>
                    <a:pt x="1750314" y="0"/>
                  </a:lnTo>
                  <a:lnTo>
                    <a:pt x="1794521" y="8923"/>
                  </a:lnTo>
                  <a:lnTo>
                    <a:pt x="1830609" y="33256"/>
                  </a:lnTo>
                  <a:lnTo>
                    <a:pt x="1854934" y="69346"/>
                  </a:lnTo>
                  <a:lnTo>
                    <a:pt x="1863852" y="113537"/>
                  </a:lnTo>
                  <a:lnTo>
                    <a:pt x="1863852" y="567690"/>
                  </a:lnTo>
                  <a:lnTo>
                    <a:pt x="1854934" y="611881"/>
                  </a:lnTo>
                  <a:lnTo>
                    <a:pt x="1830609" y="647971"/>
                  </a:lnTo>
                  <a:lnTo>
                    <a:pt x="1794521" y="672304"/>
                  </a:lnTo>
                  <a:lnTo>
                    <a:pt x="1750314" y="681228"/>
                  </a:lnTo>
                  <a:lnTo>
                    <a:pt x="113538" y="681228"/>
                  </a:lnTo>
                  <a:lnTo>
                    <a:pt x="69330" y="672304"/>
                  </a:lnTo>
                  <a:lnTo>
                    <a:pt x="33242" y="647971"/>
                  </a:lnTo>
                  <a:lnTo>
                    <a:pt x="8917" y="611881"/>
                  </a:lnTo>
                  <a:lnTo>
                    <a:pt x="0" y="567690"/>
                  </a:lnTo>
                  <a:lnTo>
                    <a:pt x="0" y="113537"/>
                  </a:lnTo>
                  <a:close/>
                </a:path>
              </a:pathLst>
            </a:custGeom>
            <a:ln w="9525">
              <a:solidFill>
                <a:srgbClr val="7C5F9F"/>
              </a:solidFill>
            </a:ln>
          </p:spPr>
          <p:txBody>
            <a:bodyPr wrap="square" lIns="0" tIns="0" rIns="0" bIns="0" rtlCol="0"/>
            <a:lstStyle/>
            <a:p>
              <a:endParaRPr>
                <a:latin typeface="+mj-lt"/>
              </a:endParaRPr>
            </a:p>
          </p:txBody>
        </p:sp>
      </p:grpSp>
      <p:sp>
        <p:nvSpPr>
          <p:cNvPr id="37" name="object 37"/>
          <p:cNvSpPr txBox="1"/>
          <p:nvPr/>
        </p:nvSpPr>
        <p:spPr>
          <a:xfrm>
            <a:off x="7265034" y="5915355"/>
            <a:ext cx="1698625" cy="19749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mj-lt"/>
                <a:cs typeface="Calibri"/>
              </a:rPr>
              <a:t>Restructure</a:t>
            </a:r>
            <a:r>
              <a:rPr sz="1200" b="1" spc="-60" dirty="0">
                <a:latin typeface="+mj-lt"/>
                <a:cs typeface="Calibri"/>
              </a:rPr>
              <a:t> </a:t>
            </a:r>
            <a:r>
              <a:rPr sz="1200" b="1" spc="-5" dirty="0">
                <a:latin typeface="+mj-lt"/>
                <a:cs typeface="Calibri"/>
              </a:rPr>
              <a:t>Free</a:t>
            </a:r>
            <a:r>
              <a:rPr sz="1200" b="1" spc="-25" dirty="0">
                <a:latin typeface="+mj-lt"/>
                <a:cs typeface="Calibri"/>
              </a:rPr>
              <a:t> </a:t>
            </a:r>
            <a:r>
              <a:rPr sz="1200" b="1" spc="-15" dirty="0">
                <a:latin typeface="+mj-lt"/>
                <a:cs typeface="Calibri"/>
              </a:rPr>
              <a:t>text</a:t>
            </a:r>
            <a:r>
              <a:rPr sz="1200" b="1" spc="-20" dirty="0">
                <a:latin typeface="+mj-lt"/>
                <a:cs typeface="Calibri"/>
              </a:rPr>
              <a:t> </a:t>
            </a:r>
            <a:r>
              <a:rPr sz="1200" b="1" dirty="0">
                <a:latin typeface="+mj-lt"/>
                <a:cs typeface="Calibri"/>
              </a:rPr>
              <a:t>(FFT)</a:t>
            </a:r>
            <a:endParaRPr sz="1200">
              <a:latin typeface="+mj-lt"/>
              <a:cs typeface="Calibri"/>
            </a:endParaRPr>
          </a:p>
        </p:txBody>
      </p:sp>
      <p:grpSp>
        <p:nvGrpSpPr>
          <p:cNvPr id="38" name="object 38"/>
          <p:cNvGrpSpPr/>
          <p:nvPr/>
        </p:nvGrpSpPr>
        <p:grpSpPr>
          <a:xfrm>
            <a:off x="3750564" y="5748528"/>
            <a:ext cx="1915795" cy="771525"/>
            <a:chOff x="3750564" y="5748528"/>
            <a:chExt cx="1915795" cy="771525"/>
          </a:xfrm>
        </p:grpSpPr>
        <p:pic>
          <p:nvPicPr>
            <p:cNvPr id="39" name="object 39"/>
            <p:cNvPicPr/>
            <p:nvPr/>
          </p:nvPicPr>
          <p:blipFill>
            <a:blip r:embed="rId19" cstate="print"/>
            <a:stretch>
              <a:fillRect/>
            </a:stretch>
          </p:blipFill>
          <p:spPr>
            <a:xfrm>
              <a:off x="3753612" y="5748528"/>
              <a:ext cx="1879091" cy="771156"/>
            </a:xfrm>
            <a:prstGeom prst="rect">
              <a:avLst/>
            </a:prstGeom>
          </p:spPr>
        </p:pic>
        <p:pic>
          <p:nvPicPr>
            <p:cNvPr id="40" name="object 40"/>
            <p:cNvPicPr/>
            <p:nvPr/>
          </p:nvPicPr>
          <p:blipFill>
            <a:blip r:embed="rId20" cstate="print"/>
            <a:stretch>
              <a:fillRect/>
            </a:stretch>
          </p:blipFill>
          <p:spPr>
            <a:xfrm>
              <a:off x="3750564" y="5861304"/>
              <a:ext cx="1915667" cy="574522"/>
            </a:xfrm>
            <a:prstGeom prst="rect">
              <a:avLst/>
            </a:prstGeom>
          </p:spPr>
        </p:pic>
        <p:pic>
          <p:nvPicPr>
            <p:cNvPr id="41" name="object 41"/>
            <p:cNvPicPr/>
            <p:nvPr/>
          </p:nvPicPr>
          <p:blipFill>
            <a:blip r:embed="rId21" cstate="print"/>
            <a:stretch>
              <a:fillRect/>
            </a:stretch>
          </p:blipFill>
          <p:spPr>
            <a:xfrm>
              <a:off x="3800856" y="5775960"/>
              <a:ext cx="1789176" cy="681228"/>
            </a:xfrm>
            <a:prstGeom prst="rect">
              <a:avLst/>
            </a:prstGeom>
          </p:spPr>
        </p:pic>
        <p:sp>
          <p:nvSpPr>
            <p:cNvPr id="42" name="object 42"/>
            <p:cNvSpPr/>
            <p:nvPr/>
          </p:nvSpPr>
          <p:spPr>
            <a:xfrm>
              <a:off x="3800856" y="5775960"/>
              <a:ext cx="1789430" cy="681355"/>
            </a:xfrm>
            <a:custGeom>
              <a:avLst/>
              <a:gdLst/>
              <a:ahLst/>
              <a:cxnLst/>
              <a:rect l="l" t="t" r="r" b="b"/>
              <a:pathLst>
                <a:path w="1789429" h="681354">
                  <a:moveTo>
                    <a:pt x="0" y="113537"/>
                  </a:moveTo>
                  <a:lnTo>
                    <a:pt x="8917" y="69346"/>
                  </a:lnTo>
                  <a:lnTo>
                    <a:pt x="33242" y="33256"/>
                  </a:lnTo>
                  <a:lnTo>
                    <a:pt x="69330" y="8923"/>
                  </a:lnTo>
                  <a:lnTo>
                    <a:pt x="113538" y="0"/>
                  </a:lnTo>
                  <a:lnTo>
                    <a:pt x="1675638" y="0"/>
                  </a:lnTo>
                  <a:lnTo>
                    <a:pt x="1719845" y="8923"/>
                  </a:lnTo>
                  <a:lnTo>
                    <a:pt x="1755933" y="33256"/>
                  </a:lnTo>
                  <a:lnTo>
                    <a:pt x="1780258" y="69346"/>
                  </a:lnTo>
                  <a:lnTo>
                    <a:pt x="1789176" y="113537"/>
                  </a:lnTo>
                  <a:lnTo>
                    <a:pt x="1789176" y="567689"/>
                  </a:lnTo>
                  <a:lnTo>
                    <a:pt x="1780258" y="611881"/>
                  </a:lnTo>
                  <a:lnTo>
                    <a:pt x="1755933" y="647971"/>
                  </a:lnTo>
                  <a:lnTo>
                    <a:pt x="1719845" y="672304"/>
                  </a:lnTo>
                  <a:lnTo>
                    <a:pt x="1675638" y="681227"/>
                  </a:lnTo>
                  <a:lnTo>
                    <a:pt x="113538" y="681227"/>
                  </a:lnTo>
                  <a:lnTo>
                    <a:pt x="69330" y="672304"/>
                  </a:lnTo>
                  <a:lnTo>
                    <a:pt x="33242" y="647971"/>
                  </a:lnTo>
                  <a:lnTo>
                    <a:pt x="8917" y="611881"/>
                  </a:lnTo>
                  <a:lnTo>
                    <a:pt x="0" y="567689"/>
                  </a:lnTo>
                  <a:lnTo>
                    <a:pt x="0" y="113537"/>
                  </a:lnTo>
                  <a:close/>
                </a:path>
              </a:pathLst>
            </a:custGeom>
            <a:ln w="9525">
              <a:solidFill>
                <a:srgbClr val="7C5F9F"/>
              </a:solidFill>
            </a:ln>
          </p:spPr>
          <p:txBody>
            <a:bodyPr wrap="square" lIns="0" tIns="0" rIns="0" bIns="0" rtlCol="0"/>
            <a:lstStyle/>
            <a:p>
              <a:endParaRPr>
                <a:latin typeface="+mj-lt"/>
              </a:endParaRPr>
            </a:p>
          </p:txBody>
        </p:sp>
      </p:grpSp>
      <p:sp>
        <p:nvSpPr>
          <p:cNvPr id="43" name="object 43"/>
          <p:cNvSpPr txBox="1"/>
          <p:nvPr/>
        </p:nvSpPr>
        <p:spPr>
          <a:xfrm>
            <a:off x="3873500" y="5912307"/>
            <a:ext cx="1642110" cy="375920"/>
          </a:xfrm>
          <a:prstGeom prst="rect">
            <a:avLst/>
          </a:prstGeom>
        </p:spPr>
        <p:txBody>
          <a:bodyPr vert="horz" wrap="square" lIns="0" tIns="30480" rIns="0" bIns="0" rtlCol="0">
            <a:spAutoFit/>
          </a:bodyPr>
          <a:lstStyle/>
          <a:p>
            <a:pPr marL="620395" marR="5080" indent="-608330">
              <a:lnSpc>
                <a:spcPts val="1320"/>
              </a:lnSpc>
              <a:spcBef>
                <a:spcPts val="240"/>
              </a:spcBef>
            </a:pPr>
            <a:r>
              <a:rPr sz="1200" b="1" spc="-10" dirty="0">
                <a:latin typeface="+mj-lt"/>
                <a:cs typeface="Calibri"/>
              </a:rPr>
              <a:t>Standardize </a:t>
            </a:r>
            <a:r>
              <a:rPr sz="1200" b="1" dirty="0">
                <a:latin typeface="+mj-lt"/>
                <a:cs typeface="Calibri"/>
              </a:rPr>
              <a:t>&amp; </a:t>
            </a:r>
            <a:r>
              <a:rPr sz="1200" b="1" spc="-10" dirty="0">
                <a:latin typeface="+mj-lt"/>
                <a:cs typeface="Calibri"/>
              </a:rPr>
              <a:t>Abbreviate </a:t>
            </a:r>
            <a:r>
              <a:rPr sz="1200" b="1" spc="-260" dirty="0">
                <a:latin typeface="+mj-lt"/>
                <a:cs typeface="Calibri"/>
              </a:rPr>
              <a:t> </a:t>
            </a:r>
            <a:r>
              <a:rPr sz="1200" b="1" spc="-5" dirty="0">
                <a:latin typeface="+mj-lt"/>
                <a:cs typeface="Calibri"/>
              </a:rPr>
              <a:t>values</a:t>
            </a:r>
            <a:endParaRPr sz="1200">
              <a:latin typeface="+mj-lt"/>
              <a:cs typeface="Calibri"/>
            </a:endParaRPr>
          </a:p>
        </p:txBody>
      </p:sp>
      <p:grpSp>
        <p:nvGrpSpPr>
          <p:cNvPr id="44" name="object 44"/>
          <p:cNvGrpSpPr/>
          <p:nvPr/>
        </p:nvGrpSpPr>
        <p:grpSpPr>
          <a:xfrm>
            <a:off x="2612135" y="4709147"/>
            <a:ext cx="1914525" cy="771525"/>
            <a:chOff x="2612135" y="4709147"/>
            <a:chExt cx="1914525" cy="771525"/>
          </a:xfrm>
        </p:grpSpPr>
        <p:pic>
          <p:nvPicPr>
            <p:cNvPr id="45" name="object 45"/>
            <p:cNvPicPr/>
            <p:nvPr/>
          </p:nvPicPr>
          <p:blipFill>
            <a:blip r:embed="rId22" cstate="print"/>
            <a:stretch>
              <a:fillRect/>
            </a:stretch>
          </p:blipFill>
          <p:spPr>
            <a:xfrm>
              <a:off x="2612135" y="4709147"/>
              <a:ext cx="1914143" cy="771156"/>
            </a:xfrm>
            <a:prstGeom prst="rect">
              <a:avLst/>
            </a:prstGeom>
          </p:spPr>
        </p:pic>
        <p:pic>
          <p:nvPicPr>
            <p:cNvPr id="46" name="object 46"/>
            <p:cNvPicPr/>
            <p:nvPr/>
          </p:nvPicPr>
          <p:blipFill>
            <a:blip r:embed="rId23" cstate="print"/>
            <a:stretch>
              <a:fillRect/>
            </a:stretch>
          </p:blipFill>
          <p:spPr>
            <a:xfrm>
              <a:off x="2671571" y="4821961"/>
              <a:ext cx="1831848" cy="574522"/>
            </a:xfrm>
            <a:prstGeom prst="rect">
              <a:avLst/>
            </a:prstGeom>
          </p:spPr>
        </p:pic>
        <p:pic>
          <p:nvPicPr>
            <p:cNvPr id="47" name="object 47"/>
            <p:cNvPicPr/>
            <p:nvPr/>
          </p:nvPicPr>
          <p:blipFill>
            <a:blip r:embed="rId24" cstate="print"/>
            <a:stretch>
              <a:fillRect/>
            </a:stretch>
          </p:blipFill>
          <p:spPr>
            <a:xfrm>
              <a:off x="2659379" y="4736592"/>
              <a:ext cx="1824228" cy="681227"/>
            </a:xfrm>
            <a:prstGeom prst="rect">
              <a:avLst/>
            </a:prstGeom>
          </p:spPr>
        </p:pic>
        <p:sp>
          <p:nvSpPr>
            <p:cNvPr id="48" name="object 48"/>
            <p:cNvSpPr/>
            <p:nvPr/>
          </p:nvSpPr>
          <p:spPr>
            <a:xfrm>
              <a:off x="2659379" y="4736592"/>
              <a:ext cx="1824355" cy="681355"/>
            </a:xfrm>
            <a:custGeom>
              <a:avLst/>
              <a:gdLst/>
              <a:ahLst/>
              <a:cxnLst/>
              <a:rect l="l" t="t" r="r" b="b"/>
              <a:pathLst>
                <a:path w="1824354" h="681354">
                  <a:moveTo>
                    <a:pt x="0" y="113537"/>
                  </a:moveTo>
                  <a:lnTo>
                    <a:pt x="8917" y="69330"/>
                  </a:lnTo>
                  <a:lnTo>
                    <a:pt x="33242" y="33242"/>
                  </a:lnTo>
                  <a:lnTo>
                    <a:pt x="69330" y="8917"/>
                  </a:lnTo>
                  <a:lnTo>
                    <a:pt x="113537" y="0"/>
                  </a:lnTo>
                  <a:lnTo>
                    <a:pt x="1710690" y="0"/>
                  </a:lnTo>
                  <a:lnTo>
                    <a:pt x="1754897" y="8917"/>
                  </a:lnTo>
                  <a:lnTo>
                    <a:pt x="1790985" y="33242"/>
                  </a:lnTo>
                  <a:lnTo>
                    <a:pt x="1815310" y="69330"/>
                  </a:lnTo>
                  <a:lnTo>
                    <a:pt x="1824228" y="113537"/>
                  </a:lnTo>
                  <a:lnTo>
                    <a:pt x="1824228" y="567689"/>
                  </a:lnTo>
                  <a:lnTo>
                    <a:pt x="1815310" y="611897"/>
                  </a:lnTo>
                  <a:lnTo>
                    <a:pt x="1790985" y="647985"/>
                  </a:lnTo>
                  <a:lnTo>
                    <a:pt x="1754897" y="672310"/>
                  </a:lnTo>
                  <a:lnTo>
                    <a:pt x="1710690" y="681227"/>
                  </a:lnTo>
                  <a:lnTo>
                    <a:pt x="113537" y="681227"/>
                  </a:lnTo>
                  <a:lnTo>
                    <a:pt x="69330" y="672310"/>
                  </a:lnTo>
                  <a:lnTo>
                    <a:pt x="33242" y="647985"/>
                  </a:lnTo>
                  <a:lnTo>
                    <a:pt x="8917" y="611897"/>
                  </a:lnTo>
                  <a:lnTo>
                    <a:pt x="0" y="567689"/>
                  </a:lnTo>
                  <a:lnTo>
                    <a:pt x="0" y="113537"/>
                  </a:lnTo>
                  <a:close/>
                </a:path>
              </a:pathLst>
            </a:custGeom>
            <a:ln w="9524">
              <a:solidFill>
                <a:srgbClr val="7C5F9F"/>
              </a:solidFill>
            </a:ln>
          </p:spPr>
          <p:txBody>
            <a:bodyPr wrap="square" lIns="0" tIns="0" rIns="0" bIns="0" rtlCol="0"/>
            <a:lstStyle/>
            <a:p>
              <a:endParaRPr>
                <a:latin typeface="+mj-lt"/>
              </a:endParaRPr>
            </a:p>
          </p:txBody>
        </p:sp>
      </p:grpSp>
      <p:sp>
        <p:nvSpPr>
          <p:cNvPr id="49" name="object 49"/>
          <p:cNvSpPr txBox="1"/>
          <p:nvPr/>
        </p:nvSpPr>
        <p:spPr>
          <a:xfrm>
            <a:off x="2794254" y="4872608"/>
            <a:ext cx="1555115" cy="375920"/>
          </a:xfrm>
          <a:prstGeom prst="rect">
            <a:avLst/>
          </a:prstGeom>
        </p:spPr>
        <p:txBody>
          <a:bodyPr vert="horz" wrap="square" lIns="0" tIns="30480" rIns="0" bIns="0" rtlCol="0">
            <a:spAutoFit/>
          </a:bodyPr>
          <a:lstStyle/>
          <a:p>
            <a:pPr marL="635635" marR="5080" indent="-623570">
              <a:lnSpc>
                <a:spcPts val="1320"/>
              </a:lnSpc>
              <a:spcBef>
                <a:spcPts val="240"/>
              </a:spcBef>
            </a:pPr>
            <a:r>
              <a:rPr sz="1200" b="1" spc="-10" dirty="0">
                <a:latin typeface="+mj-lt"/>
                <a:cs typeface="Calibri"/>
              </a:rPr>
              <a:t>Populate</a:t>
            </a:r>
            <a:r>
              <a:rPr sz="1200" b="1" spc="-35" dirty="0">
                <a:latin typeface="+mj-lt"/>
                <a:cs typeface="Calibri"/>
              </a:rPr>
              <a:t> </a:t>
            </a:r>
            <a:r>
              <a:rPr sz="1200" b="1" dirty="0">
                <a:latin typeface="+mj-lt"/>
                <a:cs typeface="Calibri"/>
              </a:rPr>
              <a:t>&amp;</a:t>
            </a:r>
            <a:r>
              <a:rPr sz="1200" b="1" spc="-20" dirty="0">
                <a:latin typeface="+mj-lt"/>
                <a:cs typeface="Calibri"/>
              </a:rPr>
              <a:t> </a:t>
            </a:r>
            <a:r>
              <a:rPr sz="1200" b="1" spc="-15" dirty="0">
                <a:latin typeface="+mj-lt"/>
                <a:cs typeface="Calibri"/>
              </a:rPr>
              <a:t>Validate</a:t>
            </a:r>
            <a:r>
              <a:rPr sz="1200" b="1" spc="-35" dirty="0">
                <a:latin typeface="+mj-lt"/>
                <a:cs typeface="Calibri"/>
              </a:rPr>
              <a:t> </a:t>
            </a:r>
            <a:r>
              <a:rPr sz="1200" b="1" dirty="0">
                <a:latin typeface="+mj-lt"/>
                <a:cs typeface="Calibri"/>
              </a:rPr>
              <a:t>ERP </a:t>
            </a:r>
            <a:r>
              <a:rPr sz="1200" b="1" spc="-254" dirty="0">
                <a:latin typeface="+mj-lt"/>
                <a:cs typeface="Calibri"/>
              </a:rPr>
              <a:t> </a:t>
            </a:r>
            <a:r>
              <a:rPr sz="1200" b="1" spc="-10" dirty="0">
                <a:latin typeface="+mj-lt"/>
                <a:cs typeface="Calibri"/>
              </a:rPr>
              <a:t>data</a:t>
            </a:r>
            <a:endParaRPr sz="1200">
              <a:latin typeface="+mj-lt"/>
              <a:cs typeface="Calibri"/>
            </a:endParaRPr>
          </a:p>
        </p:txBody>
      </p:sp>
      <p:grpSp>
        <p:nvGrpSpPr>
          <p:cNvPr id="50" name="object 50"/>
          <p:cNvGrpSpPr/>
          <p:nvPr/>
        </p:nvGrpSpPr>
        <p:grpSpPr>
          <a:xfrm>
            <a:off x="2217420" y="3610343"/>
            <a:ext cx="1940560" cy="771525"/>
            <a:chOff x="2217420" y="3610343"/>
            <a:chExt cx="1940560" cy="771525"/>
          </a:xfrm>
        </p:grpSpPr>
        <p:pic>
          <p:nvPicPr>
            <p:cNvPr id="51" name="object 51"/>
            <p:cNvPicPr/>
            <p:nvPr/>
          </p:nvPicPr>
          <p:blipFill>
            <a:blip r:embed="rId25" cstate="print"/>
            <a:stretch>
              <a:fillRect/>
            </a:stretch>
          </p:blipFill>
          <p:spPr>
            <a:xfrm>
              <a:off x="2217420" y="3610343"/>
              <a:ext cx="1940052" cy="771156"/>
            </a:xfrm>
            <a:prstGeom prst="rect">
              <a:avLst/>
            </a:prstGeom>
          </p:spPr>
        </p:pic>
        <p:pic>
          <p:nvPicPr>
            <p:cNvPr id="52" name="object 52"/>
            <p:cNvPicPr/>
            <p:nvPr/>
          </p:nvPicPr>
          <p:blipFill>
            <a:blip r:embed="rId26" cstate="print"/>
            <a:stretch>
              <a:fillRect/>
            </a:stretch>
          </p:blipFill>
          <p:spPr>
            <a:xfrm>
              <a:off x="2264664" y="3637787"/>
              <a:ext cx="1850136" cy="681228"/>
            </a:xfrm>
            <a:prstGeom prst="rect">
              <a:avLst/>
            </a:prstGeom>
          </p:spPr>
        </p:pic>
        <p:sp>
          <p:nvSpPr>
            <p:cNvPr id="53" name="object 53"/>
            <p:cNvSpPr/>
            <p:nvPr/>
          </p:nvSpPr>
          <p:spPr>
            <a:xfrm>
              <a:off x="2264664" y="3637787"/>
              <a:ext cx="1850389" cy="681355"/>
            </a:xfrm>
            <a:custGeom>
              <a:avLst/>
              <a:gdLst/>
              <a:ahLst/>
              <a:cxnLst/>
              <a:rect l="l" t="t" r="r" b="b"/>
              <a:pathLst>
                <a:path w="1850389" h="681354">
                  <a:moveTo>
                    <a:pt x="0" y="113537"/>
                  </a:moveTo>
                  <a:lnTo>
                    <a:pt x="8917" y="69330"/>
                  </a:lnTo>
                  <a:lnTo>
                    <a:pt x="33242" y="33242"/>
                  </a:lnTo>
                  <a:lnTo>
                    <a:pt x="69330" y="8917"/>
                  </a:lnTo>
                  <a:lnTo>
                    <a:pt x="113537" y="0"/>
                  </a:lnTo>
                  <a:lnTo>
                    <a:pt x="1736598" y="0"/>
                  </a:lnTo>
                  <a:lnTo>
                    <a:pt x="1780805" y="8917"/>
                  </a:lnTo>
                  <a:lnTo>
                    <a:pt x="1816893" y="33242"/>
                  </a:lnTo>
                  <a:lnTo>
                    <a:pt x="1841218" y="69330"/>
                  </a:lnTo>
                  <a:lnTo>
                    <a:pt x="1850136" y="113537"/>
                  </a:lnTo>
                  <a:lnTo>
                    <a:pt x="1850136" y="567689"/>
                  </a:lnTo>
                  <a:lnTo>
                    <a:pt x="1841218" y="611897"/>
                  </a:lnTo>
                  <a:lnTo>
                    <a:pt x="1816893" y="647985"/>
                  </a:lnTo>
                  <a:lnTo>
                    <a:pt x="1780805" y="672310"/>
                  </a:lnTo>
                  <a:lnTo>
                    <a:pt x="1736598" y="681228"/>
                  </a:lnTo>
                  <a:lnTo>
                    <a:pt x="113537" y="681228"/>
                  </a:lnTo>
                  <a:lnTo>
                    <a:pt x="69330" y="672310"/>
                  </a:lnTo>
                  <a:lnTo>
                    <a:pt x="33242" y="647985"/>
                  </a:lnTo>
                  <a:lnTo>
                    <a:pt x="8917" y="611897"/>
                  </a:lnTo>
                  <a:lnTo>
                    <a:pt x="0" y="567689"/>
                  </a:lnTo>
                  <a:lnTo>
                    <a:pt x="0" y="113537"/>
                  </a:lnTo>
                  <a:close/>
                </a:path>
              </a:pathLst>
            </a:custGeom>
            <a:ln w="9525">
              <a:solidFill>
                <a:srgbClr val="7C5F9F"/>
              </a:solidFill>
            </a:ln>
          </p:spPr>
          <p:txBody>
            <a:bodyPr wrap="square" lIns="0" tIns="0" rIns="0" bIns="0" rtlCol="0"/>
            <a:lstStyle/>
            <a:p>
              <a:endParaRPr>
                <a:latin typeface="+mj-lt"/>
              </a:endParaRPr>
            </a:p>
          </p:txBody>
        </p:sp>
      </p:grpSp>
      <p:sp>
        <p:nvSpPr>
          <p:cNvPr id="54" name="object 54"/>
          <p:cNvSpPr txBox="1"/>
          <p:nvPr/>
        </p:nvSpPr>
        <p:spPr>
          <a:xfrm>
            <a:off x="2531745" y="3773170"/>
            <a:ext cx="1316355" cy="375920"/>
          </a:xfrm>
          <a:prstGeom prst="rect">
            <a:avLst/>
          </a:prstGeom>
        </p:spPr>
        <p:txBody>
          <a:bodyPr vert="horz" wrap="square" lIns="0" tIns="30480" rIns="0" bIns="0" rtlCol="0">
            <a:spAutoFit/>
          </a:bodyPr>
          <a:lstStyle/>
          <a:p>
            <a:pPr marL="264160" marR="5080" indent="-251460">
              <a:lnSpc>
                <a:spcPts val="1320"/>
              </a:lnSpc>
              <a:spcBef>
                <a:spcPts val="240"/>
              </a:spcBef>
            </a:pPr>
            <a:r>
              <a:rPr sz="1200" b="1" spc="-10" dirty="0">
                <a:latin typeface="+mj-lt"/>
                <a:cs typeface="Calibri"/>
              </a:rPr>
              <a:t>Generate</a:t>
            </a:r>
            <a:r>
              <a:rPr sz="1200" b="1" spc="-55" dirty="0">
                <a:latin typeface="+mj-lt"/>
                <a:cs typeface="Calibri"/>
              </a:rPr>
              <a:t> </a:t>
            </a:r>
            <a:r>
              <a:rPr sz="1200" b="1" spc="-5" dirty="0">
                <a:latin typeface="+mj-lt"/>
                <a:cs typeface="Calibri"/>
              </a:rPr>
              <a:t>Structured </a:t>
            </a:r>
            <a:r>
              <a:rPr sz="1200" b="1" spc="-254" dirty="0">
                <a:latin typeface="+mj-lt"/>
                <a:cs typeface="Calibri"/>
              </a:rPr>
              <a:t> </a:t>
            </a:r>
            <a:r>
              <a:rPr sz="1200" b="1" dirty="0">
                <a:latin typeface="+mj-lt"/>
                <a:cs typeface="Calibri"/>
              </a:rPr>
              <a:t>Descriptions</a:t>
            </a:r>
            <a:endParaRPr sz="1200">
              <a:latin typeface="+mj-lt"/>
              <a:cs typeface="Calibri"/>
            </a:endParaRPr>
          </a:p>
        </p:txBody>
      </p:sp>
      <p:grpSp>
        <p:nvGrpSpPr>
          <p:cNvPr id="55" name="object 55"/>
          <p:cNvGrpSpPr/>
          <p:nvPr/>
        </p:nvGrpSpPr>
        <p:grpSpPr>
          <a:xfrm>
            <a:off x="2378964" y="2503919"/>
            <a:ext cx="1938655" cy="771525"/>
            <a:chOff x="2378964" y="2503919"/>
            <a:chExt cx="1938655" cy="771525"/>
          </a:xfrm>
        </p:grpSpPr>
        <p:pic>
          <p:nvPicPr>
            <p:cNvPr id="56" name="object 56"/>
            <p:cNvPicPr/>
            <p:nvPr/>
          </p:nvPicPr>
          <p:blipFill>
            <a:blip r:embed="rId27" cstate="print"/>
            <a:stretch>
              <a:fillRect/>
            </a:stretch>
          </p:blipFill>
          <p:spPr>
            <a:xfrm>
              <a:off x="2378964" y="2503919"/>
              <a:ext cx="1938527" cy="771156"/>
            </a:xfrm>
            <a:prstGeom prst="rect">
              <a:avLst/>
            </a:prstGeom>
          </p:spPr>
        </p:pic>
        <p:pic>
          <p:nvPicPr>
            <p:cNvPr id="57" name="object 57"/>
            <p:cNvPicPr/>
            <p:nvPr/>
          </p:nvPicPr>
          <p:blipFill>
            <a:blip r:embed="rId28" cstate="print"/>
            <a:stretch>
              <a:fillRect/>
            </a:stretch>
          </p:blipFill>
          <p:spPr>
            <a:xfrm>
              <a:off x="2426208" y="2531363"/>
              <a:ext cx="1848612" cy="681227"/>
            </a:xfrm>
            <a:prstGeom prst="rect">
              <a:avLst/>
            </a:prstGeom>
          </p:spPr>
        </p:pic>
        <p:sp>
          <p:nvSpPr>
            <p:cNvPr id="58" name="object 58"/>
            <p:cNvSpPr/>
            <p:nvPr/>
          </p:nvSpPr>
          <p:spPr>
            <a:xfrm>
              <a:off x="2426208" y="2531363"/>
              <a:ext cx="1849120" cy="681355"/>
            </a:xfrm>
            <a:custGeom>
              <a:avLst/>
              <a:gdLst/>
              <a:ahLst/>
              <a:cxnLst/>
              <a:rect l="l" t="t" r="r" b="b"/>
              <a:pathLst>
                <a:path w="1849120" h="681355">
                  <a:moveTo>
                    <a:pt x="0" y="113537"/>
                  </a:moveTo>
                  <a:lnTo>
                    <a:pt x="8917" y="69330"/>
                  </a:lnTo>
                  <a:lnTo>
                    <a:pt x="33242" y="33242"/>
                  </a:lnTo>
                  <a:lnTo>
                    <a:pt x="69330" y="8917"/>
                  </a:lnTo>
                  <a:lnTo>
                    <a:pt x="113537" y="0"/>
                  </a:lnTo>
                  <a:lnTo>
                    <a:pt x="1735074" y="0"/>
                  </a:lnTo>
                  <a:lnTo>
                    <a:pt x="1779281" y="8917"/>
                  </a:lnTo>
                  <a:lnTo>
                    <a:pt x="1815369" y="33242"/>
                  </a:lnTo>
                  <a:lnTo>
                    <a:pt x="1839694" y="69330"/>
                  </a:lnTo>
                  <a:lnTo>
                    <a:pt x="1848612" y="113537"/>
                  </a:lnTo>
                  <a:lnTo>
                    <a:pt x="1848612" y="567689"/>
                  </a:lnTo>
                  <a:lnTo>
                    <a:pt x="1839694" y="611897"/>
                  </a:lnTo>
                  <a:lnTo>
                    <a:pt x="1815369" y="647985"/>
                  </a:lnTo>
                  <a:lnTo>
                    <a:pt x="1779281" y="672310"/>
                  </a:lnTo>
                  <a:lnTo>
                    <a:pt x="1735074" y="681227"/>
                  </a:lnTo>
                  <a:lnTo>
                    <a:pt x="113537" y="681227"/>
                  </a:lnTo>
                  <a:lnTo>
                    <a:pt x="69330" y="672310"/>
                  </a:lnTo>
                  <a:lnTo>
                    <a:pt x="33242" y="647985"/>
                  </a:lnTo>
                  <a:lnTo>
                    <a:pt x="8917" y="611897"/>
                  </a:lnTo>
                  <a:lnTo>
                    <a:pt x="0" y="567689"/>
                  </a:lnTo>
                  <a:lnTo>
                    <a:pt x="0" y="113537"/>
                  </a:lnTo>
                  <a:close/>
                </a:path>
              </a:pathLst>
            </a:custGeom>
            <a:ln w="9524">
              <a:solidFill>
                <a:srgbClr val="7C5F9F"/>
              </a:solidFill>
            </a:ln>
          </p:spPr>
          <p:txBody>
            <a:bodyPr wrap="square" lIns="0" tIns="0" rIns="0" bIns="0" rtlCol="0"/>
            <a:lstStyle/>
            <a:p>
              <a:endParaRPr>
                <a:latin typeface="+mj-lt"/>
              </a:endParaRPr>
            </a:p>
          </p:txBody>
        </p:sp>
      </p:grpSp>
      <p:sp>
        <p:nvSpPr>
          <p:cNvPr id="59" name="object 59"/>
          <p:cNvSpPr txBox="1"/>
          <p:nvPr/>
        </p:nvSpPr>
        <p:spPr>
          <a:xfrm>
            <a:off x="2702432" y="2666746"/>
            <a:ext cx="1296035" cy="375920"/>
          </a:xfrm>
          <a:prstGeom prst="rect">
            <a:avLst/>
          </a:prstGeom>
        </p:spPr>
        <p:txBody>
          <a:bodyPr vert="horz" wrap="square" lIns="0" tIns="30480" rIns="0" bIns="0" rtlCol="0">
            <a:spAutoFit/>
          </a:bodyPr>
          <a:lstStyle/>
          <a:p>
            <a:pPr marL="13970" marR="5080" indent="-1905">
              <a:lnSpc>
                <a:spcPts val="1320"/>
              </a:lnSpc>
              <a:spcBef>
                <a:spcPts val="240"/>
              </a:spcBef>
            </a:pPr>
            <a:r>
              <a:rPr sz="1200" b="1" spc="-10" dirty="0">
                <a:latin typeface="+mj-lt"/>
                <a:cs typeface="Calibri"/>
              </a:rPr>
              <a:t>Generate</a:t>
            </a:r>
            <a:r>
              <a:rPr sz="1200" b="1" spc="-40" dirty="0">
                <a:latin typeface="+mj-lt"/>
                <a:cs typeface="Calibri"/>
              </a:rPr>
              <a:t> </a:t>
            </a:r>
            <a:r>
              <a:rPr sz="1200" b="1" dirty="0">
                <a:latin typeface="+mj-lt"/>
                <a:cs typeface="Calibri"/>
              </a:rPr>
              <a:t>&amp;</a:t>
            </a:r>
            <a:r>
              <a:rPr sz="1200" b="1" spc="-25" dirty="0">
                <a:latin typeface="+mj-lt"/>
                <a:cs typeface="Calibri"/>
              </a:rPr>
              <a:t> </a:t>
            </a:r>
            <a:r>
              <a:rPr sz="1200" b="1" spc="-5" dirty="0">
                <a:latin typeface="+mj-lt"/>
                <a:cs typeface="Calibri"/>
              </a:rPr>
              <a:t>Confirm </a:t>
            </a:r>
            <a:r>
              <a:rPr sz="1200" b="1" spc="-260" dirty="0">
                <a:latin typeface="+mj-lt"/>
                <a:cs typeface="Calibri"/>
              </a:rPr>
              <a:t> </a:t>
            </a:r>
            <a:r>
              <a:rPr sz="1200" b="1" spc="-10" dirty="0">
                <a:latin typeface="+mj-lt"/>
                <a:cs typeface="Calibri"/>
              </a:rPr>
              <a:t>Potential</a:t>
            </a:r>
            <a:r>
              <a:rPr sz="1200" b="1" spc="-55" dirty="0">
                <a:latin typeface="+mj-lt"/>
                <a:cs typeface="Calibri"/>
              </a:rPr>
              <a:t> </a:t>
            </a:r>
            <a:r>
              <a:rPr sz="1200" b="1" spc="-5" dirty="0">
                <a:latin typeface="+mj-lt"/>
                <a:cs typeface="Calibri"/>
              </a:rPr>
              <a:t>Duplicates</a:t>
            </a:r>
            <a:endParaRPr sz="1200" dirty="0">
              <a:latin typeface="+mj-lt"/>
              <a:cs typeface="Calibri"/>
            </a:endParaRPr>
          </a:p>
        </p:txBody>
      </p:sp>
      <p:grpSp>
        <p:nvGrpSpPr>
          <p:cNvPr id="60" name="object 60"/>
          <p:cNvGrpSpPr/>
          <p:nvPr/>
        </p:nvGrpSpPr>
        <p:grpSpPr>
          <a:xfrm>
            <a:off x="3163823" y="1545323"/>
            <a:ext cx="1891664" cy="771525"/>
            <a:chOff x="3163823" y="1545323"/>
            <a:chExt cx="1891664" cy="771525"/>
          </a:xfrm>
        </p:grpSpPr>
        <p:pic>
          <p:nvPicPr>
            <p:cNvPr id="61" name="object 61"/>
            <p:cNvPicPr/>
            <p:nvPr/>
          </p:nvPicPr>
          <p:blipFill>
            <a:blip r:embed="rId29" cstate="print"/>
            <a:stretch>
              <a:fillRect/>
            </a:stretch>
          </p:blipFill>
          <p:spPr>
            <a:xfrm>
              <a:off x="3163823" y="1545323"/>
              <a:ext cx="1891283" cy="771156"/>
            </a:xfrm>
            <a:prstGeom prst="rect">
              <a:avLst/>
            </a:prstGeom>
          </p:spPr>
        </p:pic>
        <p:pic>
          <p:nvPicPr>
            <p:cNvPr id="62" name="object 62"/>
            <p:cNvPicPr/>
            <p:nvPr/>
          </p:nvPicPr>
          <p:blipFill>
            <a:blip r:embed="rId30" cstate="print"/>
            <a:stretch>
              <a:fillRect/>
            </a:stretch>
          </p:blipFill>
          <p:spPr>
            <a:xfrm>
              <a:off x="3168395" y="1741932"/>
              <a:ext cx="1880616" cy="406908"/>
            </a:xfrm>
            <a:prstGeom prst="rect">
              <a:avLst/>
            </a:prstGeom>
          </p:spPr>
        </p:pic>
        <p:pic>
          <p:nvPicPr>
            <p:cNvPr id="63" name="object 63"/>
            <p:cNvPicPr/>
            <p:nvPr/>
          </p:nvPicPr>
          <p:blipFill>
            <a:blip r:embed="rId31" cstate="print"/>
            <a:stretch>
              <a:fillRect/>
            </a:stretch>
          </p:blipFill>
          <p:spPr>
            <a:xfrm>
              <a:off x="3211067" y="1572768"/>
              <a:ext cx="1801368" cy="681228"/>
            </a:xfrm>
            <a:prstGeom prst="rect">
              <a:avLst/>
            </a:prstGeom>
          </p:spPr>
        </p:pic>
        <p:sp>
          <p:nvSpPr>
            <p:cNvPr id="64" name="object 64"/>
            <p:cNvSpPr/>
            <p:nvPr/>
          </p:nvSpPr>
          <p:spPr>
            <a:xfrm>
              <a:off x="3211067" y="1572768"/>
              <a:ext cx="1801495" cy="681355"/>
            </a:xfrm>
            <a:custGeom>
              <a:avLst/>
              <a:gdLst/>
              <a:ahLst/>
              <a:cxnLst/>
              <a:rect l="l" t="t" r="r" b="b"/>
              <a:pathLst>
                <a:path w="1801495" h="681355">
                  <a:moveTo>
                    <a:pt x="0" y="113537"/>
                  </a:moveTo>
                  <a:lnTo>
                    <a:pt x="8917" y="69330"/>
                  </a:lnTo>
                  <a:lnTo>
                    <a:pt x="33242" y="33242"/>
                  </a:lnTo>
                  <a:lnTo>
                    <a:pt x="69330" y="8917"/>
                  </a:lnTo>
                  <a:lnTo>
                    <a:pt x="113537" y="0"/>
                  </a:lnTo>
                  <a:lnTo>
                    <a:pt x="1687830" y="0"/>
                  </a:lnTo>
                  <a:lnTo>
                    <a:pt x="1732037" y="8917"/>
                  </a:lnTo>
                  <a:lnTo>
                    <a:pt x="1768125" y="33242"/>
                  </a:lnTo>
                  <a:lnTo>
                    <a:pt x="1792450" y="69330"/>
                  </a:lnTo>
                  <a:lnTo>
                    <a:pt x="1801368" y="113537"/>
                  </a:lnTo>
                  <a:lnTo>
                    <a:pt x="1801368" y="567690"/>
                  </a:lnTo>
                  <a:lnTo>
                    <a:pt x="1792450" y="611897"/>
                  </a:lnTo>
                  <a:lnTo>
                    <a:pt x="1768125" y="647985"/>
                  </a:lnTo>
                  <a:lnTo>
                    <a:pt x="1732037" y="672310"/>
                  </a:lnTo>
                  <a:lnTo>
                    <a:pt x="1687830" y="681228"/>
                  </a:lnTo>
                  <a:lnTo>
                    <a:pt x="113537" y="681228"/>
                  </a:lnTo>
                  <a:lnTo>
                    <a:pt x="69330" y="672310"/>
                  </a:lnTo>
                  <a:lnTo>
                    <a:pt x="33242" y="647985"/>
                  </a:lnTo>
                  <a:lnTo>
                    <a:pt x="8917" y="611897"/>
                  </a:lnTo>
                  <a:lnTo>
                    <a:pt x="0" y="567690"/>
                  </a:lnTo>
                  <a:lnTo>
                    <a:pt x="0" y="113537"/>
                  </a:lnTo>
                  <a:close/>
                </a:path>
              </a:pathLst>
            </a:custGeom>
            <a:ln w="9524">
              <a:solidFill>
                <a:srgbClr val="7C5F9F"/>
              </a:solidFill>
            </a:ln>
          </p:spPr>
          <p:txBody>
            <a:bodyPr wrap="square" lIns="0" tIns="0" rIns="0" bIns="0" rtlCol="0"/>
            <a:lstStyle/>
            <a:p>
              <a:endParaRPr>
                <a:latin typeface="+mj-lt"/>
              </a:endParaRPr>
            </a:p>
          </p:txBody>
        </p:sp>
      </p:grpSp>
      <p:sp>
        <p:nvSpPr>
          <p:cNvPr id="65" name="object 65"/>
          <p:cNvSpPr txBox="1"/>
          <p:nvPr/>
        </p:nvSpPr>
        <p:spPr>
          <a:xfrm>
            <a:off x="3291332" y="1791715"/>
            <a:ext cx="1639570" cy="19749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mj-lt"/>
                <a:cs typeface="Calibri"/>
              </a:rPr>
              <a:t>Approve</a:t>
            </a:r>
            <a:r>
              <a:rPr sz="1200" b="1" spc="-45" dirty="0">
                <a:latin typeface="+mj-lt"/>
                <a:cs typeface="Calibri"/>
              </a:rPr>
              <a:t> </a:t>
            </a:r>
            <a:r>
              <a:rPr sz="1200" b="1" dirty="0">
                <a:latin typeface="+mj-lt"/>
                <a:cs typeface="Calibri"/>
              </a:rPr>
              <a:t>&amp;</a:t>
            </a:r>
            <a:r>
              <a:rPr sz="1200" b="1" spc="-25" dirty="0">
                <a:latin typeface="+mj-lt"/>
                <a:cs typeface="Calibri"/>
              </a:rPr>
              <a:t> </a:t>
            </a:r>
            <a:r>
              <a:rPr sz="1200" b="1" dirty="0">
                <a:latin typeface="+mj-lt"/>
                <a:cs typeface="Calibri"/>
              </a:rPr>
              <a:t>Upload</a:t>
            </a:r>
            <a:r>
              <a:rPr sz="1200" b="1" spc="-30" dirty="0">
                <a:latin typeface="+mj-lt"/>
                <a:cs typeface="Calibri"/>
              </a:rPr>
              <a:t> </a:t>
            </a:r>
            <a:r>
              <a:rPr sz="1200" b="1" spc="-5" dirty="0">
                <a:latin typeface="+mj-lt"/>
                <a:cs typeface="Calibri"/>
              </a:rPr>
              <a:t>to</a:t>
            </a:r>
            <a:r>
              <a:rPr sz="1200" b="1" spc="-25" dirty="0">
                <a:latin typeface="+mj-lt"/>
                <a:cs typeface="Calibri"/>
              </a:rPr>
              <a:t> </a:t>
            </a:r>
            <a:r>
              <a:rPr sz="1200" b="1" dirty="0">
                <a:latin typeface="+mj-lt"/>
                <a:cs typeface="Calibri"/>
              </a:rPr>
              <a:t>ERP</a:t>
            </a:r>
            <a:endParaRPr sz="1200">
              <a:latin typeface="+mj-lt"/>
              <a:cs typeface="Calibri"/>
            </a:endParaRPr>
          </a:p>
        </p:txBody>
      </p:sp>
      <p:grpSp>
        <p:nvGrpSpPr>
          <p:cNvPr id="66" name="object 66"/>
          <p:cNvGrpSpPr/>
          <p:nvPr/>
        </p:nvGrpSpPr>
        <p:grpSpPr>
          <a:xfrm>
            <a:off x="5236464" y="2563367"/>
            <a:ext cx="2324100" cy="2223770"/>
            <a:chOff x="5236464" y="2563367"/>
            <a:chExt cx="2324100" cy="2223770"/>
          </a:xfrm>
        </p:grpSpPr>
        <p:pic>
          <p:nvPicPr>
            <p:cNvPr id="67" name="object 67"/>
            <p:cNvPicPr/>
            <p:nvPr/>
          </p:nvPicPr>
          <p:blipFill>
            <a:blip r:embed="rId32" cstate="print"/>
            <a:stretch>
              <a:fillRect/>
            </a:stretch>
          </p:blipFill>
          <p:spPr>
            <a:xfrm>
              <a:off x="5236464" y="2563367"/>
              <a:ext cx="2324099" cy="2223516"/>
            </a:xfrm>
            <a:prstGeom prst="rect">
              <a:avLst/>
            </a:prstGeom>
          </p:spPr>
        </p:pic>
        <p:pic>
          <p:nvPicPr>
            <p:cNvPr id="68" name="object 68"/>
            <p:cNvPicPr/>
            <p:nvPr/>
          </p:nvPicPr>
          <p:blipFill>
            <a:blip r:embed="rId33" cstate="print"/>
            <a:stretch>
              <a:fillRect/>
            </a:stretch>
          </p:blipFill>
          <p:spPr>
            <a:xfrm>
              <a:off x="5283708" y="2590799"/>
              <a:ext cx="2234184" cy="2133600"/>
            </a:xfrm>
            <a:prstGeom prst="rect">
              <a:avLst/>
            </a:prstGeom>
          </p:spPr>
        </p:pic>
        <p:sp>
          <p:nvSpPr>
            <p:cNvPr id="69" name="object 69"/>
            <p:cNvSpPr/>
            <p:nvPr/>
          </p:nvSpPr>
          <p:spPr>
            <a:xfrm>
              <a:off x="5283708" y="2590799"/>
              <a:ext cx="2234565" cy="2133600"/>
            </a:xfrm>
            <a:custGeom>
              <a:avLst/>
              <a:gdLst/>
              <a:ahLst/>
              <a:cxnLst/>
              <a:rect l="l" t="t" r="r" b="b"/>
              <a:pathLst>
                <a:path w="2234565" h="2133600">
                  <a:moveTo>
                    <a:pt x="2234184" y="355600"/>
                  </a:moveTo>
                  <a:lnTo>
                    <a:pt x="2225480" y="400195"/>
                  </a:lnTo>
                  <a:lnTo>
                    <a:pt x="2200067" y="443141"/>
                  </a:lnTo>
                  <a:lnTo>
                    <a:pt x="2158992" y="484102"/>
                  </a:lnTo>
                  <a:lnTo>
                    <a:pt x="2103301" y="522747"/>
                  </a:lnTo>
                  <a:lnTo>
                    <a:pt x="2034041" y="558739"/>
                  </a:lnTo>
                  <a:lnTo>
                    <a:pt x="1994650" y="575637"/>
                  </a:lnTo>
                  <a:lnTo>
                    <a:pt x="1952259" y="591747"/>
                  </a:lnTo>
                  <a:lnTo>
                    <a:pt x="1907000" y="607028"/>
                  </a:lnTo>
                  <a:lnTo>
                    <a:pt x="1859002" y="621437"/>
                  </a:lnTo>
                  <a:lnTo>
                    <a:pt x="1808397" y="634933"/>
                  </a:lnTo>
                  <a:lnTo>
                    <a:pt x="1755316" y="647474"/>
                  </a:lnTo>
                  <a:lnTo>
                    <a:pt x="1699889" y="659019"/>
                  </a:lnTo>
                  <a:lnTo>
                    <a:pt x="1642248" y="669525"/>
                  </a:lnTo>
                  <a:lnTo>
                    <a:pt x="1582523" y="678952"/>
                  </a:lnTo>
                  <a:lnTo>
                    <a:pt x="1520845" y="687257"/>
                  </a:lnTo>
                  <a:lnTo>
                    <a:pt x="1457344" y="694399"/>
                  </a:lnTo>
                  <a:lnTo>
                    <a:pt x="1392153" y="700336"/>
                  </a:lnTo>
                  <a:lnTo>
                    <a:pt x="1325401" y="705026"/>
                  </a:lnTo>
                  <a:lnTo>
                    <a:pt x="1257220" y="708428"/>
                  </a:lnTo>
                  <a:lnTo>
                    <a:pt x="1187740" y="710500"/>
                  </a:lnTo>
                  <a:lnTo>
                    <a:pt x="1117091" y="711200"/>
                  </a:lnTo>
                  <a:lnTo>
                    <a:pt x="1046443" y="710500"/>
                  </a:lnTo>
                  <a:lnTo>
                    <a:pt x="976963" y="708428"/>
                  </a:lnTo>
                  <a:lnTo>
                    <a:pt x="908782" y="705026"/>
                  </a:lnTo>
                  <a:lnTo>
                    <a:pt x="842030" y="700336"/>
                  </a:lnTo>
                  <a:lnTo>
                    <a:pt x="776839" y="694399"/>
                  </a:lnTo>
                  <a:lnTo>
                    <a:pt x="713338" y="687257"/>
                  </a:lnTo>
                  <a:lnTo>
                    <a:pt x="651660" y="678952"/>
                  </a:lnTo>
                  <a:lnTo>
                    <a:pt x="591935" y="669525"/>
                  </a:lnTo>
                  <a:lnTo>
                    <a:pt x="534294" y="659019"/>
                  </a:lnTo>
                  <a:lnTo>
                    <a:pt x="478867" y="647474"/>
                  </a:lnTo>
                  <a:lnTo>
                    <a:pt x="425786" y="634933"/>
                  </a:lnTo>
                  <a:lnTo>
                    <a:pt x="375181" y="621437"/>
                  </a:lnTo>
                  <a:lnTo>
                    <a:pt x="327183" y="607028"/>
                  </a:lnTo>
                  <a:lnTo>
                    <a:pt x="281924" y="591747"/>
                  </a:lnTo>
                  <a:lnTo>
                    <a:pt x="239533" y="575637"/>
                  </a:lnTo>
                  <a:lnTo>
                    <a:pt x="200142" y="558739"/>
                  </a:lnTo>
                  <a:lnTo>
                    <a:pt x="163881" y="541095"/>
                  </a:lnTo>
                  <a:lnTo>
                    <a:pt x="101275" y="503735"/>
                  </a:lnTo>
                  <a:lnTo>
                    <a:pt x="52761" y="463890"/>
                  </a:lnTo>
                  <a:lnTo>
                    <a:pt x="19386" y="421895"/>
                  </a:lnTo>
                  <a:lnTo>
                    <a:pt x="2197" y="378083"/>
                  </a:lnTo>
                  <a:lnTo>
                    <a:pt x="0" y="355600"/>
                  </a:lnTo>
                </a:path>
                <a:path w="2234565" h="2133600">
                  <a:moveTo>
                    <a:pt x="0" y="355600"/>
                  </a:moveTo>
                  <a:lnTo>
                    <a:pt x="8703" y="311004"/>
                  </a:lnTo>
                  <a:lnTo>
                    <a:pt x="34116" y="268058"/>
                  </a:lnTo>
                  <a:lnTo>
                    <a:pt x="75191" y="227097"/>
                  </a:lnTo>
                  <a:lnTo>
                    <a:pt x="130882" y="188452"/>
                  </a:lnTo>
                  <a:lnTo>
                    <a:pt x="200142" y="152460"/>
                  </a:lnTo>
                  <a:lnTo>
                    <a:pt x="239533" y="135562"/>
                  </a:lnTo>
                  <a:lnTo>
                    <a:pt x="281924" y="119452"/>
                  </a:lnTo>
                  <a:lnTo>
                    <a:pt x="327183" y="104171"/>
                  </a:lnTo>
                  <a:lnTo>
                    <a:pt x="375181" y="89762"/>
                  </a:lnTo>
                  <a:lnTo>
                    <a:pt x="425786" y="76266"/>
                  </a:lnTo>
                  <a:lnTo>
                    <a:pt x="478867" y="63725"/>
                  </a:lnTo>
                  <a:lnTo>
                    <a:pt x="534294" y="52180"/>
                  </a:lnTo>
                  <a:lnTo>
                    <a:pt x="591935" y="41674"/>
                  </a:lnTo>
                  <a:lnTo>
                    <a:pt x="651660" y="32247"/>
                  </a:lnTo>
                  <a:lnTo>
                    <a:pt x="713338" y="23942"/>
                  </a:lnTo>
                  <a:lnTo>
                    <a:pt x="776839" y="16800"/>
                  </a:lnTo>
                  <a:lnTo>
                    <a:pt x="842030" y="10863"/>
                  </a:lnTo>
                  <a:lnTo>
                    <a:pt x="908782" y="6173"/>
                  </a:lnTo>
                  <a:lnTo>
                    <a:pt x="976963" y="2771"/>
                  </a:lnTo>
                  <a:lnTo>
                    <a:pt x="1046443" y="699"/>
                  </a:lnTo>
                  <a:lnTo>
                    <a:pt x="1117091" y="0"/>
                  </a:lnTo>
                  <a:lnTo>
                    <a:pt x="1187740" y="699"/>
                  </a:lnTo>
                  <a:lnTo>
                    <a:pt x="1257220" y="2771"/>
                  </a:lnTo>
                  <a:lnTo>
                    <a:pt x="1325401" y="6173"/>
                  </a:lnTo>
                  <a:lnTo>
                    <a:pt x="1392153" y="10863"/>
                  </a:lnTo>
                  <a:lnTo>
                    <a:pt x="1457344" y="16800"/>
                  </a:lnTo>
                  <a:lnTo>
                    <a:pt x="1520845" y="23942"/>
                  </a:lnTo>
                  <a:lnTo>
                    <a:pt x="1582523" y="32247"/>
                  </a:lnTo>
                  <a:lnTo>
                    <a:pt x="1642248" y="41674"/>
                  </a:lnTo>
                  <a:lnTo>
                    <a:pt x="1699889" y="52180"/>
                  </a:lnTo>
                  <a:lnTo>
                    <a:pt x="1755316" y="63725"/>
                  </a:lnTo>
                  <a:lnTo>
                    <a:pt x="1808397" y="76266"/>
                  </a:lnTo>
                  <a:lnTo>
                    <a:pt x="1859002" y="89762"/>
                  </a:lnTo>
                  <a:lnTo>
                    <a:pt x="1907000" y="104171"/>
                  </a:lnTo>
                  <a:lnTo>
                    <a:pt x="1952259" y="119452"/>
                  </a:lnTo>
                  <a:lnTo>
                    <a:pt x="1994650" y="135562"/>
                  </a:lnTo>
                  <a:lnTo>
                    <a:pt x="2034041" y="152460"/>
                  </a:lnTo>
                  <a:lnTo>
                    <a:pt x="2070302" y="170104"/>
                  </a:lnTo>
                  <a:lnTo>
                    <a:pt x="2132908" y="207464"/>
                  </a:lnTo>
                  <a:lnTo>
                    <a:pt x="2181422" y="247309"/>
                  </a:lnTo>
                  <a:lnTo>
                    <a:pt x="2214797" y="289304"/>
                  </a:lnTo>
                  <a:lnTo>
                    <a:pt x="2231986" y="333116"/>
                  </a:lnTo>
                  <a:lnTo>
                    <a:pt x="2234184" y="355600"/>
                  </a:lnTo>
                  <a:lnTo>
                    <a:pt x="2234184" y="1778000"/>
                  </a:lnTo>
                  <a:lnTo>
                    <a:pt x="2225480" y="1822595"/>
                  </a:lnTo>
                  <a:lnTo>
                    <a:pt x="2200067" y="1865541"/>
                  </a:lnTo>
                  <a:lnTo>
                    <a:pt x="2158992" y="1906502"/>
                  </a:lnTo>
                  <a:lnTo>
                    <a:pt x="2103301" y="1945147"/>
                  </a:lnTo>
                  <a:lnTo>
                    <a:pt x="2034041" y="1981139"/>
                  </a:lnTo>
                  <a:lnTo>
                    <a:pt x="1994650" y="1998037"/>
                  </a:lnTo>
                  <a:lnTo>
                    <a:pt x="1952259" y="2014147"/>
                  </a:lnTo>
                  <a:lnTo>
                    <a:pt x="1907000" y="2029428"/>
                  </a:lnTo>
                  <a:lnTo>
                    <a:pt x="1859002" y="2043837"/>
                  </a:lnTo>
                  <a:lnTo>
                    <a:pt x="1808397" y="2057333"/>
                  </a:lnTo>
                  <a:lnTo>
                    <a:pt x="1755316" y="2069874"/>
                  </a:lnTo>
                  <a:lnTo>
                    <a:pt x="1699889" y="2081419"/>
                  </a:lnTo>
                  <a:lnTo>
                    <a:pt x="1642248" y="2091925"/>
                  </a:lnTo>
                  <a:lnTo>
                    <a:pt x="1582523" y="2101352"/>
                  </a:lnTo>
                  <a:lnTo>
                    <a:pt x="1520845" y="2109657"/>
                  </a:lnTo>
                  <a:lnTo>
                    <a:pt x="1457344" y="2116799"/>
                  </a:lnTo>
                  <a:lnTo>
                    <a:pt x="1392153" y="2122736"/>
                  </a:lnTo>
                  <a:lnTo>
                    <a:pt x="1325401" y="2127426"/>
                  </a:lnTo>
                  <a:lnTo>
                    <a:pt x="1257220" y="2130828"/>
                  </a:lnTo>
                  <a:lnTo>
                    <a:pt x="1187740" y="2132900"/>
                  </a:lnTo>
                  <a:lnTo>
                    <a:pt x="1117091" y="2133600"/>
                  </a:lnTo>
                  <a:lnTo>
                    <a:pt x="1046443" y="2132900"/>
                  </a:lnTo>
                  <a:lnTo>
                    <a:pt x="976963" y="2130828"/>
                  </a:lnTo>
                  <a:lnTo>
                    <a:pt x="908782" y="2127426"/>
                  </a:lnTo>
                  <a:lnTo>
                    <a:pt x="842030" y="2122736"/>
                  </a:lnTo>
                  <a:lnTo>
                    <a:pt x="776839" y="2116799"/>
                  </a:lnTo>
                  <a:lnTo>
                    <a:pt x="713338" y="2109657"/>
                  </a:lnTo>
                  <a:lnTo>
                    <a:pt x="651660" y="2101352"/>
                  </a:lnTo>
                  <a:lnTo>
                    <a:pt x="591935" y="2091925"/>
                  </a:lnTo>
                  <a:lnTo>
                    <a:pt x="534294" y="2081419"/>
                  </a:lnTo>
                  <a:lnTo>
                    <a:pt x="478867" y="2069874"/>
                  </a:lnTo>
                  <a:lnTo>
                    <a:pt x="425786" y="2057333"/>
                  </a:lnTo>
                  <a:lnTo>
                    <a:pt x="375181" y="2043837"/>
                  </a:lnTo>
                  <a:lnTo>
                    <a:pt x="327183" y="2029428"/>
                  </a:lnTo>
                  <a:lnTo>
                    <a:pt x="281924" y="2014147"/>
                  </a:lnTo>
                  <a:lnTo>
                    <a:pt x="239533" y="1998037"/>
                  </a:lnTo>
                  <a:lnTo>
                    <a:pt x="200142" y="1981139"/>
                  </a:lnTo>
                  <a:lnTo>
                    <a:pt x="163881" y="1963495"/>
                  </a:lnTo>
                  <a:lnTo>
                    <a:pt x="101275" y="1926135"/>
                  </a:lnTo>
                  <a:lnTo>
                    <a:pt x="52761" y="1886290"/>
                  </a:lnTo>
                  <a:lnTo>
                    <a:pt x="19386" y="1844295"/>
                  </a:lnTo>
                  <a:lnTo>
                    <a:pt x="2197" y="1800483"/>
                  </a:lnTo>
                  <a:lnTo>
                    <a:pt x="0" y="1778000"/>
                  </a:lnTo>
                  <a:lnTo>
                    <a:pt x="0" y="355600"/>
                  </a:lnTo>
                  <a:close/>
                </a:path>
              </a:pathLst>
            </a:custGeom>
            <a:ln w="9525">
              <a:solidFill>
                <a:srgbClr val="7C5F9F"/>
              </a:solidFill>
            </a:ln>
          </p:spPr>
          <p:txBody>
            <a:bodyPr wrap="square" lIns="0" tIns="0" rIns="0" bIns="0" rtlCol="0"/>
            <a:lstStyle/>
            <a:p>
              <a:endParaRPr>
                <a:latin typeface="+mj-lt"/>
              </a:endParaRPr>
            </a:p>
          </p:txBody>
        </p:sp>
      </p:grpSp>
      <p:sp>
        <p:nvSpPr>
          <p:cNvPr id="70" name="object 70"/>
          <p:cNvSpPr txBox="1"/>
          <p:nvPr/>
        </p:nvSpPr>
        <p:spPr>
          <a:xfrm>
            <a:off x="5570601" y="3523869"/>
            <a:ext cx="1662430" cy="594360"/>
          </a:xfrm>
          <a:prstGeom prst="rect">
            <a:avLst/>
          </a:prstGeom>
        </p:spPr>
        <p:txBody>
          <a:bodyPr vert="horz" wrap="square" lIns="0" tIns="13970" rIns="0" bIns="0" rtlCol="0">
            <a:spAutoFit/>
          </a:bodyPr>
          <a:lstStyle/>
          <a:p>
            <a:pPr marL="567055" marR="5080" indent="-554990">
              <a:lnSpc>
                <a:spcPct val="100499"/>
              </a:lnSpc>
              <a:spcBef>
                <a:spcPts val="110"/>
              </a:spcBef>
            </a:pPr>
            <a:r>
              <a:rPr sz="1850" b="1" spc="5" dirty="0">
                <a:latin typeface="+mj-lt"/>
                <a:cs typeface="Calibri"/>
              </a:rPr>
              <a:t>Single</a:t>
            </a:r>
            <a:r>
              <a:rPr sz="1850" b="1" spc="-30" dirty="0">
                <a:latin typeface="+mj-lt"/>
                <a:cs typeface="Calibri"/>
              </a:rPr>
              <a:t> </a:t>
            </a:r>
            <a:r>
              <a:rPr sz="1850" b="1" spc="-10" dirty="0">
                <a:latin typeface="+mj-lt"/>
                <a:cs typeface="Calibri"/>
              </a:rPr>
              <a:t>Version</a:t>
            </a:r>
            <a:r>
              <a:rPr sz="1850" b="1" spc="-35" dirty="0">
                <a:latin typeface="+mj-lt"/>
                <a:cs typeface="Calibri"/>
              </a:rPr>
              <a:t> </a:t>
            </a:r>
            <a:r>
              <a:rPr sz="1850" b="1" spc="5" dirty="0">
                <a:latin typeface="+mj-lt"/>
                <a:cs typeface="Calibri"/>
              </a:rPr>
              <a:t>of </a:t>
            </a:r>
            <a:r>
              <a:rPr sz="1850" b="1" spc="-405" dirty="0">
                <a:latin typeface="+mj-lt"/>
                <a:cs typeface="Calibri"/>
              </a:rPr>
              <a:t> </a:t>
            </a:r>
            <a:r>
              <a:rPr sz="1850" b="1" spc="-15" dirty="0">
                <a:latin typeface="+mj-lt"/>
                <a:cs typeface="Calibri"/>
              </a:rPr>
              <a:t>Truth</a:t>
            </a:r>
            <a:endParaRPr sz="1850">
              <a:latin typeface="+mj-lt"/>
              <a:cs typeface="Calibri"/>
            </a:endParaRPr>
          </a:p>
        </p:txBody>
      </p:sp>
      <p:sp>
        <p:nvSpPr>
          <p:cNvPr id="71" name="object 71"/>
          <p:cNvSpPr txBox="1">
            <a:spLocks noGrp="1"/>
          </p:cNvSpPr>
          <p:nvPr>
            <p:ph type="title"/>
          </p:nvPr>
        </p:nvSpPr>
        <p:spPr>
          <a:xfrm>
            <a:off x="320751" y="288163"/>
            <a:ext cx="4856480" cy="376555"/>
          </a:xfrm>
          <a:prstGeom prst="rect">
            <a:avLst/>
          </a:prstGeom>
        </p:spPr>
        <p:txBody>
          <a:bodyPr vert="horz" wrap="square" lIns="0" tIns="12700" rIns="0" bIns="0" rtlCol="0">
            <a:spAutoFit/>
          </a:bodyPr>
          <a:lstStyle/>
          <a:p>
            <a:pPr marL="12700">
              <a:lnSpc>
                <a:spcPct val="100000"/>
              </a:lnSpc>
              <a:spcBef>
                <a:spcPts val="100"/>
              </a:spcBef>
            </a:pPr>
            <a:r>
              <a:rPr sz="2300" i="1" spc="-5" dirty="0">
                <a:solidFill>
                  <a:srgbClr val="0F469B"/>
                </a:solidFill>
                <a:latin typeface="+mj-lt"/>
                <a:cs typeface="Calibri"/>
              </a:rPr>
              <a:t>Single</a:t>
            </a:r>
            <a:r>
              <a:rPr sz="2300" i="1" spc="-10" dirty="0">
                <a:solidFill>
                  <a:srgbClr val="0F469B"/>
                </a:solidFill>
                <a:latin typeface="+mj-lt"/>
                <a:cs typeface="Calibri"/>
              </a:rPr>
              <a:t> </a:t>
            </a:r>
            <a:r>
              <a:rPr sz="2300" i="1" spc="-20" dirty="0">
                <a:solidFill>
                  <a:srgbClr val="0F469B"/>
                </a:solidFill>
                <a:latin typeface="+mj-lt"/>
                <a:cs typeface="Calibri"/>
              </a:rPr>
              <a:t>Version</a:t>
            </a:r>
            <a:r>
              <a:rPr sz="2300" i="1" spc="-10" dirty="0">
                <a:solidFill>
                  <a:srgbClr val="0F469B"/>
                </a:solidFill>
                <a:latin typeface="+mj-lt"/>
                <a:cs typeface="Calibri"/>
              </a:rPr>
              <a:t> </a:t>
            </a:r>
            <a:r>
              <a:rPr sz="2300" i="1" spc="-5" dirty="0">
                <a:solidFill>
                  <a:srgbClr val="0F469B"/>
                </a:solidFill>
                <a:latin typeface="+mj-lt"/>
                <a:cs typeface="Calibri"/>
              </a:rPr>
              <a:t>of </a:t>
            </a:r>
            <a:r>
              <a:rPr sz="2300" i="1" spc="-20" dirty="0">
                <a:solidFill>
                  <a:srgbClr val="0F469B"/>
                </a:solidFill>
                <a:latin typeface="+mj-lt"/>
                <a:cs typeface="Calibri"/>
              </a:rPr>
              <a:t>Truth</a:t>
            </a:r>
            <a:r>
              <a:rPr sz="2300" i="1" dirty="0">
                <a:solidFill>
                  <a:srgbClr val="0F469B"/>
                </a:solidFill>
                <a:latin typeface="+mj-lt"/>
                <a:cs typeface="Calibri"/>
              </a:rPr>
              <a:t> –</a:t>
            </a:r>
            <a:r>
              <a:rPr sz="2300" i="1" spc="10" dirty="0">
                <a:solidFill>
                  <a:srgbClr val="0F469B"/>
                </a:solidFill>
                <a:latin typeface="+mj-lt"/>
                <a:cs typeface="Calibri"/>
              </a:rPr>
              <a:t> </a:t>
            </a:r>
            <a:r>
              <a:rPr sz="2300" i="1" spc="-10" dirty="0">
                <a:solidFill>
                  <a:srgbClr val="0F469B"/>
                </a:solidFill>
                <a:latin typeface="+mj-lt"/>
                <a:cs typeface="Calibri"/>
              </a:rPr>
              <a:t>Data</a:t>
            </a:r>
            <a:r>
              <a:rPr sz="2300" i="1" spc="-15" dirty="0">
                <a:solidFill>
                  <a:srgbClr val="0F469B"/>
                </a:solidFill>
                <a:latin typeface="+mj-lt"/>
                <a:cs typeface="Calibri"/>
              </a:rPr>
              <a:t> </a:t>
            </a:r>
            <a:r>
              <a:rPr sz="2300" i="1" spc="-5" dirty="0">
                <a:solidFill>
                  <a:srgbClr val="0F469B"/>
                </a:solidFill>
                <a:latin typeface="+mj-lt"/>
                <a:cs typeface="Calibri"/>
              </a:rPr>
              <a:t>Cleansing</a:t>
            </a:r>
            <a:endParaRPr sz="2300">
              <a:latin typeface="+mj-lt"/>
              <a:cs typeface="Calibri"/>
            </a:endParaRPr>
          </a:p>
        </p:txBody>
      </p:sp>
      <p:sp>
        <p:nvSpPr>
          <p:cNvPr id="72" name="object 72"/>
          <p:cNvSpPr txBox="1"/>
          <p:nvPr/>
        </p:nvSpPr>
        <p:spPr>
          <a:xfrm>
            <a:off x="345744" y="6582257"/>
            <a:ext cx="54546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mj-lt"/>
                <a:cs typeface="Arial MT"/>
              </a:rPr>
              <a:t>PiLog</a:t>
            </a:r>
            <a:endParaRPr sz="1600" dirty="0">
              <a:latin typeface="+mj-l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801" y="6531965"/>
            <a:ext cx="46545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mj-lt"/>
                <a:cs typeface="Calibri"/>
              </a:rPr>
              <a:t>P</a:t>
            </a:r>
            <a:r>
              <a:rPr sz="1600" dirty="0">
                <a:solidFill>
                  <a:srgbClr val="FFFFFF"/>
                </a:solidFill>
                <a:latin typeface="+mj-lt"/>
                <a:cs typeface="Calibri"/>
              </a:rPr>
              <a:t>i</a:t>
            </a:r>
            <a:r>
              <a:rPr sz="1600" spc="-10" dirty="0">
                <a:solidFill>
                  <a:srgbClr val="FFFFFF"/>
                </a:solidFill>
                <a:latin typeface="+mj-lt"/>
                <a:cs typeface="Calibri"/>
              </a:rPr>
              <a:t>Log</a:t>
            </a:r>
            <a:endParaRPr sz="1600" dirty="0">
              <a:latin typeface="+mj-lt"/>
              <a:cs typeface="Calibri"/>
            </a:endParaRPr>
          </a:p>
        </p:txBody>
      </p:sp>
      <p:sp>
        <p:nvSpPr>
          <p:cNvPr id="3" name="object 3"/>
          <p:cNvSpPr txBox="1"/>
          <p:nvPr/>
        </p:nvSpPr>
        <p:spPr>
          <a:xfrm>
            <a:off x="5211826" y="6621881"/>
            <a:ext cx="1769110" cy="212238"/>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1F487C"/>
                </a:solidFill>
                <a:latin typeface="+mj-lt"/>
                <a:cs typeface="Verdana"/>
                <a:hlinkClick r:id="rId2"/>
              </a:rPr>
              <a:t>ww</a:t>
            </a:r>
            <a:r>
              <a:rPr sz="1300" dirty="0">
                <a:solidFill>
                  <a:srgbClr val="1F487C"/>
                </a:solidFill>
                <a:latin typeface="+mj-lt"/>
                <a:cs typeface="Verdana"/>
                <a:hlinkClick r:id="rId2"/>
              </a:rPr>
              <a:t>w</a:t>
            </a:r>
            <a:r>
              <a:rPr sz="1300" spc="-130" dirty="0">
                <a:solidFill>
                  <a:srgbClr val="1F487C"/>
                </a:solidFill>
                <a:latin typeface="+mj-lt"/>
                <a:cs typeface="Verdana"/>
                <a:hlinkClick r:id="rId2"/>
              </a:rPr>
              <a:t>.</a:t>
            </a:r>
            <a:r>
              <a:rPr sz="1300" spc="-20" dirty="0">
                <a:solidFill>
                  <a:srgbClr val="1F487C"/>
                </a:solidFill>
                <a:latin typeface="+mj-lt"/>
                <a:cs typeface="Verdana"/>
                <a:hlinkClick r:id="rId2"/>
              </a:rPr>
              <a:t>p</a:t>
            </a:r>
            <a:r>
              <a:rPr sz="1300" spc="5" dirty="0">
                <a:solidFill>
                  <a:srgbClr val="1F487C"/>
                </a:solidFill>
                <a:latin typeface="+mj-lt"/>
                <a:cs typeface="Verdana"/>
                <a:hlinkClick r:id="rId2"/>
              </a:rPr>
              <a:t>i</a:t>
            </a:r>
            <a:r>
              <a:rPr sz="1300" spc="-100" dirty="0">
                <a:solidFill>
                  <a:srgbClr val="1F487C"/>
                </a:solidFill>
                <a:latin typeface="+mj-lt"/>
                <a:cs typeface="Verdana"/>
                <a:hlinkClick r:id="rId2"/>
              </a:rPr>
              <a:t>l</a:t>
            </a:r>
            <a:r>
              <a:rPr sz="1300" spc="60" dirty="0">
                <a:solidFill>
                  <a:srgbClr val="1F487C"/>
                </a:solidFill>
                <a:latin typeface="+mj-lt"/>
                <a:cs typeface="Verdana"/>
                <a:hlinkClick r:id="rId2"/>
              </a:rPr>
              <a:t>og</a:t>
            </a:r>
            <a:r>
              <a:rPr sz="1300" spc="65" dirty="0">
                <a:solidFill>
                  <a:srgbClr val="1F487C"/>
                </a:solidFill>
                <a:latin typeface="+mj-lt"/>
                <a:cs typeface="Verdana"/>
                <a:hlinkClick r:id="rId2"/>
              </a:rPr>
              <a:t>g</a:t>
            </a:r>
            <a:r>
              <a:rPr sz="1300" spc="-175" dirty="0">
                <a:solidFill>
                  <a:srgbClr val="1F487C"/>
                </a:solidFill>
                <a:latin typeface="+mj-lt"/>
                <a:cs typeface="Verdana"/>
                <a:hlinkClick r:id="rId2"/>
              </a:rPr>
              <a:t>r</a:t>
            </a:r>
            <a:r>
              <a:rPr sz="1300" spc="10" dirty="0">
                <a:solidFill>
                  <a:srgbClr val="1F487C"/>
                </a:solidFill>
                <a:latin typeface="+mj-lt"/>
                <a:cs typeface="Verdana"/>
                <a:hlinkClick r:id="rId2"/>
              </a:rPr>
              <a:t>ou</a:t>
            </a:r>
            <a:r>
              <a:rPr sz="1300" spc="-30" dirty="0">
                <a:solidFill>
                  <a:srgbClr val="1F487C"/>
                </a:solidFill>
                <a:latin typeface="+mj-lt"/>
                <a:cs typeface="Verdana"/>
                <a:hlinkClick r:id="rId2"/>
              </a:rPr>
              <a:t>p</a:t>
            </a:r>
            <a:r>
              <a:rPr sz="1300" spc="-25" dirty="0">
                <a:solidFill>
                  <a:srgbClr val="1F487C"/>
                </a:solidFill>
                <a:latin typeface="+mj-lt"/>
                <a:cs typeface="Verdana"/>
                <a:hlinkClick r:id="rId2"/>
              </a:rPr>
              <a:t>.</a:t>
            </a:r>
            <a:r>
              <a:rPr sz="1300" spc="55" dirty="0">
                <a:solidFill>
                  <a:srgbClr val="1F487C"/>
                </a:solidFill>
                <a:latin typeface="+mj-lt"/>
                <a:cs typeface="Verdana"/>
                <a:hlinkClick r:id="rId2"/>
              </a:rPr>
              <a:t>com</a:t>
            </a:r>
            <a:endParaRPr sz="1300">
              <a:latin typeface="+mj-lt"/>
              <a:cs typeface="Verdana"/>
            </a:endParaRPr>
          </a:p>
        </p:txBody>
      </p:sp>
      <p:sp>
        <p:nvSpPr>
          <p:cNvPr id="4" name="object 4"/>
          <p:cNvSpPr txBox="1">
            <a:spLocks noGrp="1"/>
          </p:cNvSpPr>
          <p:nvPr>
            <p:ph type="title"/>
          </p:nvPr>
        </p:nvSpPr>
        <p:spPr>
          <a:xfrm>
            <a:off x="391464" y="251917"/>
            <a:ext cx="5711190" cy="391795"/>
          </a:xfrm>
          <a:prstGeom prst="rect">
            <a:avLst/>
          </a:prstGeom>
        </p:spPr>
        <p:txBody>
          <a:bodyPr vert="horz" wrap="square" lIns="0" tIns="12700" rIns="0" bIns="0" rtlCol="0">
            <a:spAutoFit/>
          </a:bodyPr>
          <a:lstStyle/>
          <a:p>
            <a:pPr marL="12700">
              <a:lnSpc>
                <a:spcPct val="100000"/>
              </a:lnSpc>
              <a:spcBef>
                <a:spcPts val="100"/>
              </a:spcBef>
            </a:pPr>
            <a:r>
              <a:rPr sz="2400" spc="-15" dirty="0">
                <a:solidFill>
                  <a:srgbClr val="0F469B"/>
                </a:solidFill>
                <a:latin typeface="+mj-lt"/>
              </a:rPr>
              <a:t>Data</a:t>
            </a:r>
            <a:r>
              <a:rPr sz="2400" spc="-5" dirty="0">
                <a:solidFill>
                  <a:srgbClr val="0F469B"/>
                </a:solidFill>
                <a:latin typeface="+mj-lt"/>
              </a:rPr>
              <a:t> Quality</a:t>
            </a:r>
            <a:r>
              <a:rPr sz="2400" spc="20" dirty="0">
                <a:solidFill>
                  <a:srgbClr val="0F469B"/>
                </a:solidFill>
                <a:latin typeface="+mj-lt"/>
              </a:rPr>
              <a:t> </a:t>
            </a:r>
            <a:r>
              <a:rPr sz="2400" spc="-10" dirty="0">
                <a:solidFill>
                  <a:srgbClr val="0F469B"/>
                </a:solidFill>
                <a:latin typeface="+mj-lt"/>
              </a:rPr>
              <a:t>Standards</a:t>
            </a:r>
            <a:r>
              <a:rPr sz="2400" spc="-5" dirty="0">
                <a:solidFill>
                  <a:srgbClr val="0F469B"/>
                </a:solidFill>
                <a:latin typeface="+mj-lt"/>
              </a:rPr>
              <a:t> </a:t>
            </a:r>
            <a:r>
              <a:rPr sz="2400" spc="-15" dirty="0">
                <a:solidFill>
                  <a:srgbClr val="0F469B"/>
                </a:solidFill>
                <a:latin typeface="+mj-lt"/>
              </a:rPr>
              <a:t>for</a:t>
            </a:r>
            <a:r>
              <a:rPr sz="2400" spc="-5" dirty="0">
                <a:solidFill>
                  <a:srgbClr val="0F469B"/>
                </a:solidFill>
                <a:latin typeface="+mj-lt"/>
              </a:rPr>
              <a:t> </a:t>
            </a:r>
            <a:r>
              <a:rPr sz="2400" spc="-10" dirty="0">
                <a:solidFill>
                  <a:srgbClr val="0F469B"/>
                </a:solidFill>
                <a:latin typeface="+mj-lt"/>
              </a:rPr>
              <a:t>Material</a:t>
            </a:r>
            <a:r>
              <a:rPr sz="2400" spc="-5" dirty="0">
                <a:solidFill>
                  <a:srgbClr val="0F469B"/>
                </a:solidFill>
                <a:latin typeface="+mj-lt"/>
              </a:rPr>
              <a:t> </a:t>
            </a:r>
            <a:r>
              <a:rPr sz="2400" spc="-15" dirty="0">
                <a:solidFill>
                  <a:srgbClr val="0F469B"/>
                </a:solidFill>
                <a:latin typeface="+mj-lt"/>
              </a:rPr>
              <a:t>Master…</a:t>
            </a:r>
            <a:endParaRPr sz="2400">
              <a:latin typeface="+mj-lt"/>
            </a:endParaRPr>
          </a:p>
        </p:txBody>
      </p:sp>
      <p:pic>
        <p:nvPicPr>
          <p:cNvPr id="5" name="object 5"/>
          <p:cNvPicPr/>
          <p:nvPr/>
        </p:nvPicPr>
        <p:blipFill>
          <a:blip r:embed="rId3" cstate="print"/>
          <a:stretch>
            <a:fillRect/>
          </a:stretch>
        </p:blipFill>
        <p:spPr>
          <a:xfrm>
            <a:off x="5775942" y="1158098"/>
            <a:ext cx="5499389" cy="688400"/>
          </a:xfrm>
          <a:prstGeom prst="rect">
            <a:avLst/>
          </a:prstGeom>
        </p:spPr>
      </p:pic>
      <p:sp>
        <p:nvSpPr>
          <p:cNvPr id="6" name="object 6"/>
          <p:cNvSpPr txBox="1"/>
          <p:nvPr/>
        </p:nvSpPr>
        <p:spPr>
          <a:xfrm>
            <a:off x="6052820" y="1235455"/>
            <a:ext cx="4711700" cy="415925"/>
          </a:xfrm>
          <a:prstGeom prst="rect">
            <a:avLst/>
          </a:prstGeom>
        </p:spPr>
        <p:txBody>
          <a:bodyPr vert="horz" wrap="square" lIns="0" tIns="24765" rIns="0" bIns="0" rtlCol="0">
            <a:spAutoFit/>
          </a:bodyPr>
          <a:lstStyle/>
          <a:p>
            <a:pPr marL="127000" indent="-114300">
              <a:lnSpc>
                <a:spcPct val="100000"/>
              </a:lnSpc>
              <a:spcBef>
                <a:spcPts val="195"/>
              </a:spcBef>
              <a:buChar char="•"/>
              <a:tabLst>
                <a:tab pos="127000" algn="l"/>
              </a:tabLst>
            </a:pPr>
            <a:r>
              <a:rPr sz="1200" spc="-10" dirty="0">
                <a:solidFill>
                  <a:srgbClr val="0F469B"/>
                </a:solidFill>
                <a:latin typeface="+mj-lt"/>
                <a:cs typeface="Calibri"/>
              </a:rPr>
              <a:t>Data</a:t>
            </a:r>
            <a:r>
              <a:rPr sz="1200" spc="-45" dirty="0">
                <a:solidFill>
                  <a:srgbClr val="0F469B"/>
                </a:solidFill>
                <a:latin typeface="+mj-lt"/>
                <a:cs typeface="Calibri"/>
              </a:rPr>
              <a:t> </a:t>
            </a:r>
            <a:r>
              <a:rPr sz="1200" spc="-5" dirty="0">
                <a:solidFill>
                  <a:srgbClr val="0F469B"/>
                </a:solidFill>
                <a:latin typeface="+mj-lt"/>
                <a:cs typeface="Calibri"/>
              </a:rPr>
              <a:t>Portability</a:t>
            </a:r>
            <a:endParaRPr sz="1200">
              <a:latin typeface="+mj-lt"/>
              <a:cs typeface="Calibri"/>
            </a:endParaRPr>
          </a:p>
          <a:p>
            <a:pPr marL="127000" indent="-114300">
              <a:lnSpc>
                <a:spcPct val="100000"/>
              </a:lnSpc>
              <a:spcBef>
                <a:spcPts val="95"/>
              </a:spcBef>
              <a:buChar char="•"/>
              <a:tabLst>
                <a:tab pos="127000" algn="l"/>
              </a:tabLst>
            </a:pPr>
            <a:r>
              <a:rPr sz="1200" dirty="0">
                <a:solidFill>
                  <a:srgbClr val="0F469B"/>
                </a:solidFill>
                <a:latin typeface="+mj-lt"/>
                <a:cs typeface="Calibri"/>
              </a:rPr>
              <a:t>Quality</a:t>
            </a:r>
            <a:r>
              <a:rPr sz="1200" spc="-10" dirty="0">
                <a:solidFill>
                  <a:srgbClr val="0F469B"/>
                </a:solidFill>
                <a:latin typeface="+mj-lt"/>
                <a:cs typeface="Calibri"/>
              </a:rPr>
              <a:t> data</a:t>
            </a:r>
            <a:r>
              <a:rPr sz="1200" spc="-20" dirty="0">
                <a:solidFill>
                  <a:srgbClr val="0F469B"/>
                </a:solidFill>
                <a:latin typeface="+mj-lt"/>
                <a:cs typeface="Calibri"/>
              </a:rPr>
              <a:t> </a:t>
            </a:r>
            <a:r>
              <a:rPr sz="1200" dirty="0">
                <a:solidFill>
                  <a:srgbClr val="0F469B"/>
                </a:solidFill>
                <a:latin typeface="+mj-lt"/>
                <a:cs typeface="Calibri"/>
              </a:rPr>
              <a:t>is </a:t>
            </a:r>
            <a:r>
              <a:rPr sz="1200" spc="-5" dirty="0">
                <a:solidFill>
                  <a:srgbClr val="0F469B"/>
                </a:solidFill>
                <a:latin typeface="+mj-lt"/>
                <a:cs typeface="Calibri"/>
              </a:rPr>
              <a:t>portable</a:t>
            </a:r>
            <a:r>
              <a:rPr sz="1200" spc="-30" dirty="0">
                <a:solidFill>
                  <a:srgbClr val="0F469B"/>
                </a:solidFill>
                <a:latin typeface="+mj-lt"/>
                <a:cs typeface="Calibri"/>
              </a:rPr>
              <a:t> </a:t>
            </a:r>
            <a:r>
              <a:rPr sz="1200" spc="-5" dirty="0">
                <a:solidFill>
                  <a:srgbClr val="0F469B"/>
                </a:solidFill>
                <a:latin typeface="+mj-lt"/>
                <a:cs typeface="Calibri"/>
              </a:rPr>
              <a:t>data; </a:t>
            </a:r>
            <a:r>
              <a:rPr sz="1200" dirty="0">
                <a:solidFill>
                  <a:srgbClr val="0F469B"/>
                </a:solidFill>
                <a:latin typeface="+mj-lt"/>
                <a:cs typeface="Calibri"/>
              </a:rPr>
              <a:t>it</a:t>
            </a:r>
            <a:r>
              <a:rPr sz="1200" spc="-5" dirty="0">
                <a:solidFill>
                  <a:srgbClr val="0F469B"/>
                </a:solidFill>
                <a:latin typeface="+mj-lt"/>
                <a:cs typeface="Calibri"/>
              </a:rPr>
              <a:t> </a:t>
            </a:r>
            <a:r>
              <a:rPr sz="1200" dirty="0">
                <a:solidFill>
                  <a:srgbClr val="0F469B"/>
                </a:solidFill>
                <a:latin typeface="+mj-lt"/>
                <a:cs typeface="Calibri"/>
              </a:rPr>
              <a:t>is</a:t>
            </a:r>
            <a:r>
              <a:rPr sz="1200" spc="-10" dirty="0">
                <a:solidFill>
                  <a:srgbClr val="0F469B"/>
                </a:solidFill>
                <a:latin typeface="+mj-lt"/>
                <a:cs typeface="Calibri"/>
              </a:rPr>
              <a:t> </a:t>
            </a:r>
            <a:r>
              <a:rPr sz="1200" dirty="0">
                <a:solidFill>
                  <a:srgbClr val="0F469B"/>
                </a:solidFill>
                <a:latin typeface="+mj-lt"/>
                <a:cs typeface="Calibri"/>
              </a:rPr>
              <a:t>independent</a:t>
            </a:r>
            <a:r>
              <a:rPr sz="1200" spc="-40" dirty="0">
                <a:solidFill>
                  <a:srgbClr val="0F469B"/>
                </a:solidFill>
                <a:latin typeface="+mj-lt"/>
                <a:cs typeface="Calibri"/>
              </a:rPr>
              <a:t> </a:t>
            </a:r>
            <a:r>
              <a:rPr sz="1200" spc="-5" dirty="0">
                <a:solidFill>
                  <a:srgbClr val="0F469B"/>
                </a:solidFill>
                <a:latin typeface="+mj-lt"/>
                <a:cs typeface="Calibri"/>
              </a:rPr>
              <a:t>of</a:t>
            </a:r>
            <a:r>
              <a:rPr sz="1200" dirty="0">
                <a:solidFill>
                  <a:srgbClr val="0F469B"/>
                </a:solidFill>
                <a:latin typeface="+mj-lt"/>
                <a:cs typeface="Calibri"/>
              </a:rPr>
              <a:t> the</a:t>
            </a:r>
            <a:r>
              <a:rPr sz="1200" spc="-20" dirty="0">
                <a:solidFill>
                  <a:srgbClr val="0F469B"/>
                </a:solidFill>
                <a:latin typeface="+mj-lt"/>
                <a:cs typeface="Calibri"/>
              </a:rPr>
              <a:t> </a:t>
            </a:r>
            <a:r>
              <a:rPr sz="1200" spc="-5" dirty="0">
                <a:solidFill>
                  <a:srgbClr val="0F469B"/>
                </a:solidFill>
                <a:latin typeface="+mj-lt"/>
                <a:cs typeface="Calibri"/>
              </a:rPr>
              <a:t>software</a:t>
            </a:r>
            <a:r>
              <a:rPr sz="1200" spc="-20" dirty="0">
                <a:solidFill>
                  <a:srgbClr val="0F469B"/>
                </a:solidFill>
                <a:latin typeface="+mj-lt"/>
                <a:cs typeface="Calibri"/>
              </a:rPr>
              <a:t> </a:t>
            </a:r>
            <a:r>
              <a:rPr sz="1200" spc="-5" dirty="0">
                <a:solidFill>
                  <a:srgbClr val="0F469B"/>
                </a:solidFill>
                <a:latin typeface="+mj-lt"/>
                <a:cs typeface="Calibri"/>
              </a:rPr>
              <a:t>application</a:t>
            </a:r>
            <a:endParaRPr sz="1200">
              <a:latin typeface="+mj-lt"/>
              <a:cs typeface="Calibri"/>
            </a:endParaRPr>
          </a:p>
        </p:txBody>
      </p:sp>
      <p:pic>
        <p:nvPicPr>
          <p:cNvPr id="7" name="object 7"/>
          <p:cNvPicPr/>
          <p:nvPr/>
        </p:nvPicPr>
        <p:blipFill>
          <a:blip r:embed="rId4" cstate="print"/>
          <a:stretch>
            <a:fillRect/>
          </a:stretch>
        </p:blipFill>
        <p:spPr>
          <a:xfrm>
            <a:off x="2709672" y="1068311"/>
            <a:ext cx="3164586" cy="870978"/>
          </a:xfrm>
          <a:prstGeom prst="rect">
            <a:avLst/>
          </a:prstGeom>
        </p:spPr>
      </p:pic>
      <p:sp>
        <p:nvSpPr>
          <p:cNvPr id="8" name="object 8"/>
          <p:cNvSpPr txBox="1"/>
          <p:nvPr/>
        </p:nvSpPr>
        <p:spPr>
          <a:xfrm>
            <a:off x="3784219" y="1178813"/>
            <a:ext cx="1018540" cy="492125"/>
          </a:xfrm>
          <a:prstGeom prst="rect">
            <a:avLst/>
          </a:prstGeom>
        </p:spPr>
        <p:txBody>
          <a:bodyPr vert="horz" wrap="square" lIns="0" tIns="62865" rIns="0" bIns="0" rtlCol="0">
            <a:spAutoFit/>
          </a:bodyPr>
          <a:lstStyle/>
          <a:p>
            <a:pPr algn="ctr">
              <a:lnSpc>
                <a:spcPct val="100000"/>
              </a:lnSpc>
              <a:spcBef>
                <a:spcPts val="495"/>
              </a:spcBef>
            </a:pPr>
            <a:r>
              <a:rPr sz="1200" b="1" spc="-10" dirty="0">
                <a:solidFill>
                  <a:srgbClr val="0F469B"/>
                </a:solidFill>
                <a:latin typeface="+mj-lt"/>
                <a:cs typeface="Calibri"/>
              </a:rPr>
              <a:t>Data</a:t>
            </a:r>
            <a:r>
              <a:rPr sz="1200" b="1" spc="-50" dirty="0">
                <a:solidFill>
                  <a:srgbClr val="0F469B"/>
                </a:solidFill>
                <a:latin typeface="+mj-lt"/>
                <a:cs typeface="Calibri"/>
              </a:rPr>
              <a:t> </a:t>
            </a:r>
            <a:r>
              <a:rPr sz="1200" b="1" spc="-5" dirty="0">
                <a:solidFill>
                  <a:srgbClr val="0F469B"/>
                </a:solidFill>
                <a:latin typeface="+mj-lt"/>
                <a:cs typeface="Calibri"/>
              </a:rPr>
              <a:t>Portability</a:t>
            </a:r>
            <a:endParaRPr sz="1200">
              <a:latin typeface="+mj-lt"/>
              <a:cs typeface="Calibri"/>
            </a:endParaRPr>
          </a:p>
          <a:p>
            <a:pPr algn="ctr">
              <a:lnSpc>
                <a:spcPct val="100000"/>
              </a:lnSpc>
              <a:spcBef>
                <a:spcPts val="395"/>
              </a:spcBef>
            </a:pPr>
            <a:r>
              <a:rPr sz="1200" dirty="0">
                <a:solidFill>
                  <a:srgbClr val="0F469B"/>
                </a:solidFill>
                <a:latin typeface="+mj-lt"/>
                <a:cs typeface="Calibri"/>
              </a:rPr>
              <a:t>ISO</a:t>
            </a:r>
            <a:r>
              <a:rPr sz="1200" spc="-40" dirty="0">
                <a:solidFill>
                  <a:srgbClr val="0F469B"/>
                </a:solidFill>
                <a:latin typeface="+mj-lt"/>
                <a:cs typeface="Calibri"/>
              </a:rPr>
              <a:t> </a:t>
            </a:r>
            <a:r>
              <a:rPr sz="1200" dirty="0">
                <a:solidFill>
                  <a:srgbClr val="0F469B"/>
                </a:solidFill>
                <a:latin typeface="+mj-lt"/>
                <a:cs typeface="Calibri"/>
              </a:rPr>
              <a:t>8000</a:t>
            </a:r>
            <a:endParaRPr sz="1200">
              <a:latin typeface="+mj-lt"/>
              <a:cs typeface="Calibri"/>
            </a:endParaRPr>
          </a:p>
        </p:txBody>
      </p:sp>
      <p:pic>
        <p:nvPicPr>
          <p:cNvPr id="9" name="object 9"/>
          <p:cNvPicPr/>
          <p:nvPr/>
        </p:nvPicPr>
        <p:blipFill>
          <a:blip r:embed="rId5" cstate="print"/>
          <a:stretch>
            <a:fillRect/>
          </a:stretch>
        </p:blipFill>
        <p:spPr>
          <a:xfrm>
            <a:off x="5757671" y="1935467"/>
            <a:ext cx="5535930" cy="720102"/>
          </a:xfrm>
          <a:prstGeom prst="rect">
            <a:avLst/>
          </a:prstGeom>
        </p:spPr>
      </p:pic>
      <p:sp>
        <p:nvSpPr>
          <p:cNvPr id="10" name="object 10"/>
          <p:cNvSpPr txBox="1"/>
          <p:nvPr/>
        </p:nvSpPr>
        <p:spPr>
          <a:xfrm>
            <a:off x="6052820" y="2027681"/>
            <a:ext cx="3002280" cy="415925"/>
          </a:xfrm>
          <a:prstGeom prst="rect">
            <a:avLst/>
          </a:prstGeom>
        </p:spPr>
        <p:txBody>
          <a:bodyPr vert="horz" wrap="square" lIns="0" tIns="24765" rIns="0" bIns="0" rtlCol="0">
            <a:spAutoFit/>
          </a:bodyPr>
          <a:lstStyle/>
          <a:p>
            <a:pPr marL="127000" indent="-114300">
              <a:lnSpc>
                <a:spcPct val="100000"/>
              </a:lnSpc>
              <a:spcBef>
                <a:spcPts val="195"/>
              </a:spcBef>
              <a:buChar char="•"/>
              <a:tabLst>
                <a:tab pos="127000" algn="l"/>
              </a:tabLst>
            </a:pPr>
            <a:r>
              <a:rPr sz="1200" dirty="0">
                <a:solidFill>
                  <a:srgbClr val="0F469B"/>
                </a:solidFill>
                <a:latin typeface="+mj-lt"/>
                <a:cs typeface="Calibri"/>
              </a:rPr>
              <a:t>Class/Concept</a:t>
            </a:r>
            <a:r>
              <a:rPr sz="1200" spc="-35" dirty="0">
                <a:solidFill>
                  <a:srgbClr val="0F469B"/>
                </a:solidFill>
                <a:latin typeface="+mj-lt"/>
                <a:cs typeface="Calibri"/>
              </a:rPr>
              <a:t> </a:t>
            </a:r>
            <a:r>
              <a:rPr sz="1200" dirty="0">
                <a:solidFill>
                  <a:srgbClr val="0F469B"/>
                </a:solidFill>
                <a:latin typeface="+mj-lt"/>
                <a:cs typeface="Calibri"/>
              </a:rPr>
              <a:t>Definition,</a:t>
            </a:r>
            <a:r>
              <a:rPr sz="1200" spc="-55" dirty="0">
                <a:solidFill>
                  <a:srgbClr val="0F469B"/>
                </a:solidFill>
                <a:latin typeface="+mj-lt"/>
                <a:cs typeface="Calibri"/>
              </a:rPr>
              <a:t> </a:t>
            </a:r>
            <a:r>
              <a:rPr sz="1200" dirty="0">
                <a:solidFill>
                  <a:srgbClr val="0F469B"/>
                </a:solidFill>
                <a:latin typeface="+mj-lt"/>
                <a:cs typeface="Calibri"/>
              </a:rPr>
              <a:t>unique</a:t>
            </a:r>
            <a:r>
              <a:rPr sz="1200" spc="-45" dirty="0">
                <a:solidFill>
                  <a:srgbClr val="0F469B"/>
                </a:solidFill>
                <a:latin typeface="+mj-lt"/>
                <a:cs typeface="Calibri"/>
              </a:rPr>
              <a:t> </a:t>
            </a:r>
            <a:r>
              <a:rPr sz="1200" dirty="0">
                <a:solidFill>
                  <a:srgbClr val="0F469B"/>
                </a:solidFill>
                <a:latin typeface="+mj-lt"/>
                <a:cs typeface="Calibri"/>
              </a:rPr>
              <a:t>identifier</a:t>
            </a:r>
            <a:endParaRPr sz="1200">
              <a:latin typeface="+mj-lt"/>
              <a:cs typeface="Calibri"/>
            </a:endParaRPr>
          </a:p>
          <a:p>
            <a:pPr marL="127000" indent="-114300">
              <a:lnSpc>
                <a:spcPct val="100000"/>
              </a:lnSpc>
              <a:spcBef>
                <a:spcPts val="95"/>
              </a:spcBef>
              <a:buChar char="•"/>
              <a:tabLst>
                <a:tab pos="127000" algn="l"/>
              </a:tabLst>
            </a:pPr>
            <a:r>
              <a:rPr sz="1200" spc="-5" dirty="0">
                <a:solidFill>
                  <a:srgbClr val="0F469B"/>
                </a:solidFill>
                <a:latin typeface="+mj-lt"/>
                <a:cs typeface="Calibri"/>
              </a:rPr>
              <a:t>Property/Concept</a:t>
            </a:r>
            <a:r>
              <a:rPr sz="1200" spc="-50" dirty="0">
                <a:solidFill>
                  <a:srgbClr val="0F469B"/>
                </a:solidFill>
                <a:latin typeface="+mj-lt"/>
                <a:cs typeface="Calibri"/>
              </a:rPr>
              <a:t> </a:t>
            </a:r>
            <a:r>
              <a:rPr sz="1200" dirty="0">
                <a:solidFill>
                  <a:srgbClr val="0F469B"/>
                </a:solidFill>
                <a:latin typeface="+mj-lt"/>
                <a:cs typeface="Calibri"/>
              </a:rPr>
              <a:t>Definition,</a:t>
            </a:r>
            <a:r>
              <a:rPr sz="1200" spc="-40" dirty="0">
                <a:solidFill>
                  <a:srgbClr val="0F469B"/>
                </a:solidFill>
                <a:latin typeface="+mj-lt"/>
                <a:cs typeface="Calibri"/>
              </a:rPr>
              <a:t> </a:t>
            </a:r>
            <a:r>
              <a:rPr sz="1200" dirty="0">
                <a:solidFill>
                  <a:srgbClr val="0F469B"/>
                </a:solidFill>
                <a:latin typeface="+mj-lt"/>
                <a:cs typeface="Calibri"/>
              </a:rPr>
              <a:t>unique</a:t>
            </a:r>
            <a:r>
              <a:rPr sz="1200" spc="-35" dirty="0">
                <a:solidFill>
                  <a:srgbClr val="0F469B"/>
                </a:solidFill>
                <a:latin typeface="+mj-lt"/>
                <a:cs typeface="Calibri"/>
              </a:rPr>
              <a:t> </a:t>
            </a:r>
            <a:r>
              <a:rPr sz="1200" dirty="0">
                <a:solidFill>
                  <a:srgbClr val="0F469B"/>
                </a:solidFill>
                <a:latin typeface="+mj-lt"/>
                <a:cs typeface="Calibri"/>
              </a:rPr>
              <a:t>identifier</a:t>
            </a:r>
            <a:endParaRPr sz="1200">
              <a:latin typeface="+mj-lt"/>
              <a:cs typeface="Calibri"/>
            </a:endParaRPr>
          </a:p>
        </p:txBody>
      </p:sp>
      <p:pic>
        <p:nvPicPr>
          <p:cNvPr id="11" name="object 11"/>
          <p:cNvPicPr/>
          <p:nvPr/>
        </p:nvPicPr>
        <p:blipFill>
          <a:blip r:embed="rId6" cstate="print"/>
          <a:stretch>
            <a:fillRect/>
          </a:stretch>
        </p:blipFill>
        <p:spPr>
          <a:xfrm>
            <a:off x="2709672" y="1860804"/>
            <a:ext cx="3164586" cy="870965"/>
          </a:xfrm>
          <a:prstGeom prst="rect">
            <a:avLst/>
          </a:prstGeom>
        </p:spPr>
      </p:pic>
      <p:sp>
        <p:nvSpPr>
          <p:cNvPr id="12" name="object 12"/>
          <p:cNvSpPr txBox="1"/>
          <p:nvPr/>
        </p:nvSpPr>
        <p:spPr>
          <a:xfrm>
            <a:off x="3701922" y="1970912"/>
            <a:ext cx="1181100" cy="492125"/>
          </a:xfrm>
          <a:prstGeom prst="rect">
            <a:avLst/>
          </a:prstGeom>
        </p:spPr>
        <p:txBody>
          <a:bodyPr vert="horz" wrap="square" lIns="0" tIns="62865" rIns="0" bIns="0" rtlCol="0">
            <a:spAutoFit/>
          </a:bodyPr>
          <a:lstStyle/>
          <a:p>
            <a:pPr algn="ctr">
              <a:lnSpc>
                <a:spcPct val="100000"/>
              </a:lnSpc>
              <a:spcBef>
                <a:spcPts val="495"/>
              </a:spcBef>
            </a:pPr>
            <a:r>
              <a:rPr sz="1200" b="1" spc="-10" dirty="0">
                <a:solidFill>
                  <a:srgbClr val="0F469B"/>
                </a:solidFill>
                <a:latin typeface="+mj-lt"/>
                <a:cs typeface="Calibri"/>
              </a:rPr>
              <a:t>Data</a:t>
            </a:r>
            <a:r>
              <a:rPr sz="1200" b="1" spc="-30" dirty="0">
                <a:solidFill>
                  <a:srgbClr val="0F469B"/>
                </a:solidFill>
                <a:latin typeface="+mj-lt"/>
                <a:cs typeface="Calibri"/>
              </a:rPr>
              <a:t> </a:t>
            </a:r>
            <a:r>
              <a:rPr sz="1200" b="1" spc="-10" dirty="0">
                <a:solidFill>
                  <a:srgbClr val="0F469B"/>
                </a:solidFill>
                <a:latin typeface="+mj-lt"/>
                <a:cs typeface="Calibri"/>
              </a:rPr>
              <a:t>Requirement</a:t>
            </a:r>
            <a:endParaRPr sz="1200" dirty="0">
              <a:latin typeface="+mj-lt"/>
              <a:cs typeface="Calibri"/>
            </a:endParaRPr>
          </a:p>
          <a:p>
            <a:pPr marL="2540" algn="ctr">
              <a:lnSpc>
                <a:spcPct val="100000"/>
              </a:lnSpc>
              <a:spcBef>
                <a:spcPts val="395"/>
              </a:spcBef>
            </a:pPr>
            <a:r>
              <a:rPr sz="1200" dirty="0">
                <a:solidFill>
                  <a:srgbClr val="0F469B"/>
                </a:solidFill>
                <a:latin typeface="+mj-lt"/>
                <a:cs typeface="Calibri"/>
              </a:rPr>
              <a:t>ISO</a:t>
            </a:r>
            <a:r>
              <a:rPr sz="1200" spc="-40" dirty="0">
                <a:solidFill>
                  <a:srgbClr val="0F469B"/>
                </a:solidFill>
                <a:latin typeface="+mj-lt"/>
                <a:cs typeface="Calibri"/>
              </a:rPr>
              <a:t> </a:t>
            </a:r>
            <a:r>
              <a:rPr sz="1200" dirty="0">
                <a:solidFill>
                  <a:srgbClr val="0F469B"/>
                </a:solidFill>
                <a:latin typeface="+mj-lt"/>
                <a:cs typeface="Calibri"/>
              </a:rPr>
              <a:t>8000-110</a:t>
            </a:r>
            <a:endParaRPr sz="1200" dirty="0">
              <a:latin typeface="+mj-lt"/>
              <a:cs typeface="Calibri"/>
            </a:endParaRPr>
          </a:p>
        </p:txBody>
      </p:sp>
      <p:pic>
        <p:nvPicPr>
          <p:cNvPr id="13" name="object 13"/>
          <p:cNvPicPr/>
          <p:nvPr/>
        </p:nvPicPr>
        <p:blipFill>
          <a:blip r:embed="rId7" cstate="print"/>
          <a:stretch>
            <a:fillRect/>
          </a:stretch>
        </p:blipFill>
        <p:spPr>
          <a:xfrm>
            <a:off x="5757671" y="2689847"/>
            <a:ext cx="5535930" cy="825258"/>
          </a:xfrm>
          <a:prstGeom prst="rect">
            <a:avLst/>
          </a:prstGeom>
        </p:spPr>
      </p:pic>
      <p:sp>
        <p:nvSpPr>
          <p:cNvPr id="14" name="object 14"/>
          <p:cNvSpPr txBox="1"/>
          <p:nvPr/>
        </p:nvSpPr>
        <p:spPr>
          <a:xfrm>
            <a:off x="6052820" y="2721610"/>
            <a:ext cx="1896110" cy="612140"/>
          </a:xfrm>
          <a:prstGeom prst="rect">
            <a:avLst/>
          </a:prstGeom>
        </p:spPr>
        <p:txBody>
          <a:bodyPr vert="horz" wrap="square" lIns="0" tIns="24765" rIns="0" bIns="0" rtlCol="0">
            <a:spAutoFit/>
          </a:bodyPr>
          <a:lstStyle/>
          <a:p>
            <a:pPr marL="127000" indent="-114300">
              <a:lnSpc>
                <a:spcPct val="100000"/>
              </a:lnSpc>
              <a:spcBef>
                <a:spcPts val="195"/>
              </a:spcBef>
              <a:buChar char="•"/>
              <a:tabLst>
                <a:tab pos="127000" algn="l"/>
              </a:tabLst>
            </a:pPr>
            <a:r>
              <a:rPr sz="1200" spc="-5" dirty="0">
                <a:solidFill>
                  <a:srgbClr val="0F469B"/>
                </a:solidFill>
                <a:latin typeface="+mj-lt"/>
                <a:cs typeface="Calibri"/>
              </a:rPr>
              <a:t>Common</a:t>
            </a:r>
            <a:r>
              <a:rPr sz="1200" spc="-20" dirty="0">
                <a:solidFill>
                  <a:srgbClr val="0F469B"/>
                </a:solidFill>
                <a:latin typeface="+mj-lt"/>
                <a:cs typeface="Calibri"/>
              </a:rPr>
              <a:t> </a:t>
            </a:r>
            <a:r>
              <a:rPr sz="1200" spc="-5" dirty="0">
                <a:solidFill>
                  <a:srgbClr val="0F469B"/>
                </a:solidFill>
                <a:latin typeface="+mj-lt"/>
                <a:cs typeface="Calibri"/>
              </a:rPr>
              <a:t>Business</a:t>
            </a:r>
            <a:r>
              <a:rPr sz="1200" spc="-25" dirty="0">
                <a:solidFill>
                  <a:srgbClr val="0F469B"/>
                </a:solidFill>
                <a:latin typeface="+mj-lt"/>
                <a:cs typeface="Calibri"/>
              </a:rPr>
              <a:t> </a:t>
            </a:r>
            <a:r>
              <a:rPr sz="1200" spc="-5" dirty="0">
                <a:solidFill>
                  <a:srgbClr val="0F469B"/>
                </a:solidFill>
                <a:latin typeface="+mj-lt"/>
                <a:cs typeface="Calibri"/>
              </a:rPr>
              <a:t>Language</a:t>
            </a:r>
            <a:endParaRPr sz="1200">
              <a:latin typeface="+mj-lt"/>
              <a:cs typeface="Calibri"/>
            </a:endParaRPr>
          </a:p>
          <a:p>
            <a:pPr marL="127000" indent="-114300">
              <a:lnSpc>
                <a:spcPct val="100000"/>
              </a:lnSpc>
              <a:spcBef>
                <a:spcPts val="95"/>
              </a:spcBef>
              <a:buChar char="•"/>
              <a:tabLst>
                <a:tab pos="127000" algn="l"/>
              </a:tabLst>
            </a:pPr>
            <a:r>
              <a:rPr sz="1200" spc="-5" dirty="0">
                <a:solidFill>
                  <a:srgbClr val="0F469B"/>
                </a:solidFill>
                <a:latin typeface="+mj-lt"/>
                <a:cs typeface="Calibri"/>
              </a:rPr>
              <a:t>Business</a:t>
            </a:r>
            <a:r>
              <a:rPr sz="1200" spc="-35" dirty="0">
                <a:solidFill>
                  <a:srgbClr val="0F469B"/>
                </a:solidFill>
                <a:latin typeface="+mj-lt"/>
                <a:cs typeface="Calibri"/>
              </a:rPr>
              <a:t> </a:t>
            </a:r>
            <a:r>
              <a:rPr sz="1200" spc="-5" dirty="0">
                <a:solidFill>
                  <a:srgbClr val="0F469B"/>
                </a:solidFill>
                <a:latin typeface="+mj-lt"/>
                <a:cs typeface="Calibri"/>
              </a:rPr>
              <a:t>Requirements</a:t>
            </a:r>
            <a:endParaRPr sz="1200">
              <a:latin typeface="+mj-lt"/>
              <a:cs typeface="Calibri"/>
            </a:endParaRPr>
          </a:p>
          <a:p>
            <a:pPr marL="127000" indent="-114300">
              <a:lnSpc>
                <a:spcPct val="100000"/>
              </a:lnSpc>
              <a:spcBef>
                <a:spcPts val="110"/>
              </a:spcBef>
              <a:buChar char="•"/>
              <a:tabLst>
                <a:tab pos="127000" algn="l"/>
              </a:tabLst>
            </a:pPr>
            <a:r>
              <a:rPr sz="1200" dirty="0">
                <a:solidFill>
                  <a:srgbClr val="0F469B"/>
                </a:solidFill>
                <a:latin typeface="+mj-lt"/>
                <a:cs typeface="Calibri"/>
              </a:rPr>
              <a:t>Multi-lingual</a:t>
            </a:r>
            <a:endParaRPr sz="1200">
              <a:latin typeface="+mj-lt"/>
              <a:cs typeface="Calibri"/>
            </a:endParaRPr>
          </a:p>
        </p:txBody>
      </p:sp>
      <p:pic>
        <p:nvPicPr>
          <p:cNvPr id="15" name="object 15"/>
          <p:cNvPicPr/>
          <p:nvPr/>
        </p:nvPicPr>
        <p:blipFill>
          <a:blip r:embed="rId8" cstate="print"/>
          <a:stretch>
            <a:fillRect/>
          </a:stretch>
        </p:blipFill>
        <p:spPr>
          <a:xfrm>
            <a:off x="2709672" y="2653283"/>
            <a:ext cx="3164586" cy="869441"/>
          </a:xfrm>
          <a:prstGeom prst="rect">
            <a:avLst/>
          </a:prstGeom>
        </p:spPr>
      </p:pic>
      <p:sp>
        <p:nvSpPr>
          <p:cNvPr id="16" name="object 16"/>
          <p:cNvSpPr txBox="1"/>
          <p:nvPr/>
        </p:nvSpPr>
        <p:spPr>
          <a:xfrm>
            <a:off x="3261105" y="2763162"/>
            <a:ext cx="2061210" cy="491490"/>
          </a:xfrm>
          <a:prstGeom prst="rect">
            <a:avLst/>
          </a:prstGeom>
        </p:spPr>
        <p:txBody>
          <a:bodyPr vert="horz" wrap="square" lIns="0" tIns="62230" rIns="0" bIns="0" rtlCol="0">
            <a:spAutoFit/>
          </a:bodyPr>
          <a:lstStyle/>
          <a:p>
            <a:pPr algn="ctr">
              <a:lnSpc>
                <a:spcPct val="100000"/>
              </a:lnSpc>
              <a:spcBef>
                <a:spcPts val="490"/>
              </a:spcBef>
            </a:pPr>
            <a:r>
              <a:rPr sz="1200" b="1" spc="-10" dirty="0">
                <a:solidFill>
                  <a:srgbClr val="0F469B"/>
                </a:solidFill>
                <a:latin typeface="+mj-lt"/>
                <a:cs typeface="Calibri"/>
              </a:rPr>
              <a:t>Data</a:t>
            </a:r>
            <a:r>
              <a:rPr sz="1200" b="1" spc="-30" dirty="0">
                <a:solidFill>
                  <a:srgbClr val="0F469B"/>
                </a:solidFill>
                <a:latin typeface="+mj-lt"/>
                <a:cs typeface="Calibri"/>
              </a:rPr>
              <a:t> </a:t>
            </a:r>
            <a:r>
              <a:rPr sz="1200" b="1" spc="-10" dirty="0">
                <a:solidFill>
                  <a:srgbClr val="0F469B"/>
                </a:solidFill>
                <a:latin typeface="+mj-lt"/>
                <a:cs typeface="Calibri"/>
              </a:rPr>
              <a:t>Terminology</a:t>
            </a:r>
            <a:r>
              <a:rPr sz="1200" b="1" spc="-30" dirty="0">
                <a:solidFill>
                  <a:srgbClr val="0F469B"/>
                </a:solidFill>
                <a:latin typeface="+mj-lt"/>
                <a:cs typeface="Calibri"/>
              </a:rPr>
              <a:t> </a:t>
            </a:r>
            <a:r>
              <a:rPr sz="1200" b="1" dirty="0">
                <a:solidFill>
                  <a:srgbClr val="0F469B"/>
                </a:solidFill>
                <a:latin typeface="+mj-lt"/>
                <a:cs typeface="Calibri"/>
              </a:rPr>
              <a:t>&amp;</a:t>
            </a:r>
            <a:r>
              <a:rPr sz="1200" b="1" spc="-30" dirty="0">
                <a:solidFill>
                  <a:srgbClr val="0F469B"/>
                </a:solidFill>
                <a:latin typeface="+mj-lt"/>
                <a:cs typeface="Calibri"/>
              </a:rPr>
              <a:t> </a:t>
            </a:r>
            <a:r>
              <a:rPr sz="1200" b="1" spc="-5" dirty="0">
                <a:solidFill>
                  <a:srgbClr val="0F469B"/>
                </a:solidFill>
                <a:latin typeface="+mj-lt"/>
                <a:cs typeface="Calibri"/>
              </a:rPr>
              <a:t>Localization</a:t>
            </a:r>
            <a:endParaRPr sz="1200">
              <a:latin typeface="+mj-lt"/>
              <a:cs typeface="Calibri"/>
            </a:endParaRPr>
          </a:p>
          <a:p>
            <a:pPr marL="1905" algn="ctr">
              <a:lnSpc>
                <a:spcPct val="100000"/>
              </a:lnSpc>
              <a:spcBef>
                <a:spcPts val="395"/>
              </a:spcBef>
            </a:pPr>
            <a:r>
              <a:rPr sz="1200" spc="-5" dirty="0">
                <a:solidFill>
                  <a:srgbClr val="0F469B"/>
                </a:solidFill>
                <a:latin typeface="+mj-lt"/>
                <a:cs typeface="Calibri"/>
              </a:rPr>
              <a:t>PPO-OTD:</a:t>
            </a:r>
            <a:r>
              <a:rPr sz="1200" spc="-45" dirty="0">
                <a:solidFill>
                  <a:srgbClr val="0F469B"/>
                </a:solidFill>
                <a:latin typeface="+mj-lt"/>
                <a:cs typeface="Calibri"/>
              </a:rPr>
              <a:t> </a:t>
            </a:r>
            <a:r>
              <a:rPr sz="1200" dirty="0">
                <a:solidFill>
                  <a:srgbClr val="0F469B"/>
                </a:solidFill>
                <a:latin typeface="+mj-lt"/>
                <a:cs typeface="Calibri"/>
              </a:rPr>
              <a:t>ISO</a:t>
            </a:r>
            <a:r>
              <a:rPr sz="1200" spc="-30" dirty="0">
                <a:solidFill>
                  <a:srgbClr val="0F469B"/>
                </a:solidFill>
                <a:latin typeface="+mj-lt"/>
                <a:cs typeface="Calibri"/>
              </a:rPr>
              <a:t> </a:t>
            </a:r>
            <a:r>
              <a:rPr sz="1200" dirty="0">
                <a:solidFill>
                  <a:srgbClr val="0F469B"/>
                </a:solidFill>
                <a:latin typeface="+mj-lt"/>
                <a:cs typeface="Calibri"/>
              </a:rPr>
              <a:t>8000-110</a:t>
            </a:r>
            <a:endParaRPr sz="1200">
              <a:latin typeface="+mj-lt"/>
              <a:cs typeface="Calibri"/>
            </a:endParaRPr>
          </a:p>
        </p:txBody>
      </p:sp>
      <p:pic>
        <p:nvPicPr>
          <p:cNvPr id="17" name="object 17"/>
          <p:cNvPicPr/>
          <p:nvPr/>
        </p:nvPicPr>
        <p:blipFill>
          <a:blip r:embed="rId9" cstate="print"/>
          <a:stretch>
            <a:fillRect/>
          </a:stretch>
        </p:blipFill>
        <p:spPr>
          <a:xfrm>
            <a:off x="5757671" y="3509759"/>
            <a:ext cx="5535930" cy="720102"/>
          </a:xfrm>
          <a:prstGeom prst="rect">
            <a:avLst/>
          </a:prstGeom>
        </p:spPr>
      </p:pic>
      <p:sp>
        <p:nvSpPr>
          <p:cNvPr id="18" name="object 18"/>
          <p:cNvSpPr txBox="1"/>
          <p:nvPr/>
        </p:nvSpPr>
        <p:spPr>
          <a:xfrm>
            <a:off x="6052820" y="3600958"/>
            <a:ext cx="2974975" cy="415925"/>
          </a:xfrm>
          <a:prstGeom prst="rect">
            <a:avLst/>
          </a:prstGeom>
        </p:spPr>
        <p:txBody>
          <a:bodyPr vert="horz" wrap="square" lIns="0" tIns="24765" rIns="0" bIns="0" rtlCol="0">
            <a:spAutoFit/>
          </a:bodyPr>
          <a:lstStyle/>
          <a:p>
            <a:pPr marL="127000" indent="-114300">
              <a:lnSpc>
                <a:spcPct val="100000"/>
              </a:lnSpc>
              <a:spcBef>
                <a:spcPts val="195"/>
              </a:spcBef>
              <a:buChar char="•"/>
              <a:tabLst>
                <a:tab pos="127000" algn="l"/>
              </a:tabLst>
            </a:pPr>
            <a:r>
              <a:rPr sz="1200" spc="-5" dirty="0">
                <a:solidFill>
                  <a:srgbClr val="0F469B"/>
                </a:solidFill>
                <a:latin typeface="+mj-lt"/>
                <a:cs typeface="Calibri"/>
              </a:rPr>
              <a:t>Linking</a:t>
            </a:r>
            <a:r>
              <a:rPr sz="1200" spc="-15" dirty="0">
                <a:solidFill>
                  <a:srgbClr val="0F469B"/>
                </a:solidFill>
                <a:latin typeface="+mj-lt"/>
                <a:cs typeface="Calibri"/>
              </a:rPr>
              <a:t> </a:t>
            </a:r>
            <a:r>
              <a:rPr sz="1200" dirty="0">
                <a:solidFill>
                  <a:srgbClr val="0F469B"/>
                </a:solidFill>
                <a:latin typeface="+mj-lt"/>
                <a:cs typeface="Calibri"/>
              </a:rPr>
              <a:t>PPO</a:t>
            </a:r>
            <a:r>
              <a:rPr sz="1200" spc="-10" dirty="0">
                <a:solidFill>
                  <a:srgbClr val="0F469B"/>
                </a:solidFill>
                <a:latin typeface="+mj-lt"/>
                <a:cs typeface="Calibri"/>
              </a:rPr>
              <a:t> </a:t>
            </a:r>
            <a:r>
              <a:rPr sz="1200" spc="-5" dirty="0">
                <a:solidFill>
                  <a:srgbClr val="0F469B"/>
                </a:solidFill>
                <a:latin typeface="+mj-lt"/>
                <a:cs typeface="Calibri"/>
              </a:rPr>
              <a:t>class </a:t>
            </a:r>
            <a:r>
              <a:rPr sz="1200" dirty="0">
                <a:solidFill>
                  <a:srgbClr val="0F469B"/>
                </a:solidFill>
                <a:latin typeface="+mj-lt"/>
                <a:cs typeface="Calibri"/>
              </a:rPr>
              <a:t>to</a:t>
            </a:r>
            <a:r>
              <a:rPr sz="1200" spc="-10" dirty="0">
                <a:solidFill>
                  <a:srgbClr val="0F469B"/>
                </a:solidFill>
                <a:latin typeface="+mj-lt"/>
                <a:cs typeface="Calibri"/>
              </a:rPr>
              <a:t> </a:t>
            </a:r>
            <a:r>
              <a:rPr sz="1200" spc="-5" dirty="0">
                <a:solidFill>
                  <a:srgbClr val="0F469B"/>
                </a:solidFill>
                <a:latin typeface="+mj-lt"/>
                <a:cs typeface="Calibri"/>
              </a:rPr>
              <a:t>classification (UNSPSC)</a:t>
            </a:r>
            <a:endParaRPr sz="1200">
              <a:latin typeface="+mj-lt"/>
              <a:cs typeface="Calibri"/>
            </a:endParaRPr>
          </a:p>
          <a:p>
            <a:pPr marL="127000" indent="-114300">
              <a:lnSpc>
                <a:spcPct val="100000"/>
              </a:lnSpc>
              <a:spcBef>
                <a:spcPts val="95"/>
              </a:spcBef>
              <a:buChar char="•"/>
              <a:tabLst>
                <a:tab pos="127000" algn="l"/>
              </a:tabLst>
            </a:pPr>
            <a:r>
              <a:rPr sz="1200" spc="-5" dirty="0">
                <a:solidFill>
                  <a:srgbClr val="0F469B"/>
                </a:solidFill>
                <a:latin typeface="+mj-lt"/>
                <a:cs typeface="Calibri"/>
              </a:rPr>
              <a:t>Linking</a:t>
            </a:r>
            <a:r>
              <a:rPr sz="1200" spc="-10" dirty="0">
                <a:solidFill>
                  <a:srgbClr val="0F469B"/>
                </a:solidFill>
                <a:latin typeface="+mj-lt"/>
                <a:cs typeface="Calibri"/>
              </a:rPr>
              <a:t> </a:t>
            </a:r>
            <a:r>
              <a:rPr sz="1200" dirty="0">
                <a:solidFill>
                  <a:srgbClr val="0F469B"/>
                </a:solidFill>
                <a:latin typeface="+mj-lt"/>
                <a:cs typeface="Calibri"/>
              </a:rPr>
              <a:t>PPO</a:t>
            </a:r>
            <a:r>
              <a:rPr sz="1200" spc="-10" dirty="0">
                <a:solidFill>
                  <a:srgbClr val="0F469B"/>
                </a:solidFill>
                <a:latin typeface="+mj-lt"/>
                <a:cs typeface="Calibri"/>
              </a:rPr>
              <a:t> </a:t>
            </a:r>
            <a:r>
              <a:rPr sz="1200" spc="-5" dirty="0">
                <a:solidFill>
                  <a:srgbClr val="0F469B"/>
                </a:solidFill>
                <a:latin typeface="+mj-lt"/>
                <a:cs typeface="Calibri"/>
              </a:rPr>
              <a:t>class</a:t>
            </a:r>
            <a:r>
              <a:rPr sz="1200" dirty="0">
                <a:solidFill>
                  <a:srgbClr val="0F469B"/>
                </a:solidFill>
                <a:latin typeface="+mj-lt"/>
                <a:cs typeface="Calibri"/>
              </a:rPr>
              <a:t> to</a:t>
            </a:r>
            <a:r>
              <a:rPr sz="1200" spc="-5" dirty="0">
                <a:solidFill>
                  <a:srgbClr val="0F469B"/>
                </a:solidFill>
                <a:latin typeface="+mj-lt"/>
                <a:cs typeface="Calibri"/>
              </a:rPr>
              <a:t> classification</a:t>
            </a:r>
            <a:r>
              <a:rPr sz="1200" dirty="0">
                <a:solidFill>
                  <a:srgbClr val="0F469B"/>
                </a:solidFill>
                <a:latin typeface="+mj-lt"/>
                <a:cs typeface="Calibri"/>
              </a:rPr>
              <a:t> </a:t>
            </a:r>
            <a:r>
              <a:rPr sz="1200" spc="-5" dirty="0">
                <a:solidFill>
                  <a:srgbClr val="0F469B"/>
                </a:solidFill>
                <a:latin typeface="+mj-lt"/>
                <a:cs typeface="Calibri"/>
              </a:rPr>
              <a:t>(spend</a:t>
            </a:r>
            <a:r>
              <a:rPr sz="1200" spc="-15" dirty="0">
                <a:solidFill>
                  <a:srgbClr val="0F469B"/>
                </a:solidFill>
                <a:latin typeface="+mj-lt"/>
                <a:cs typeface="Calibri"/>
              </a:rPr>
              <a:t> </a:t>
            </a:r>
            <a:r>
              <a:rPr sz="1200" spc="-5" dirty="0">
                <a:solidFill>
                  <a:srgbClr val="0F469B"/>
                </a:solidFill>
                <a:latin typeface="+mj-lt"/>
                <a:cs typeface="Calibri"/>
              </a:rPr>
              <a:t>tree)</a:t>
            </a:r>
            <a:endParaRPr sz="1200">
              <a:latin typeface="+mj-lt"/>
              <a:cs typeface="Calibri"/>
            </a:endParaRPr>
          </a:p>
        </p:txBody>
      </p:sp>
      <p:pic>
        <p:nvPicPr>
          <p:cNvPr id="19" name="object 19"/>
          <p:cNvPicPr/>
          <p:nvPr/>
        </p:nvPicPr>
        <p:blipFill>
          <a:blip r:embed="rId10" cstate="print"/>
          <a:stretch>
            <a:fillRect/>
          </a:stretch>
        </p:blipFill>
        <p:spPr>
          <a:xfrm>
            <a:off x="2709672" y="3433571"/>
            <a:ext cx="3164586" cy="870965"/>
          </a:xfrm>
          <a:prstGeom prst="rect">
            <a:avLst/>
          </a:prstGeom>
        </p:spPr>
      </p:pic>
      <p:sp>
        <p:nvSpPr>
          <p:cNvPr id="20" name="object 20"/>
          <p:cNvSpPr txBox="1"/>
          <p:nvPr/>
        </p:nvSpPr>
        <p:spPr>
          <a:xfrm>
            <a:off x="3698875" y="3544315"/>
            <a:ext cx="1186815" cy="492125"/>
          </a:xfrm>
          <a:prstGeom prst="rect">
            <a:avLst/>
          </a:prstGeom>
        </p:spPr>
        <p:txBody>
          <a:bodyPr vert="horz" wrap="square" lIns="0" tIns="62865" rIns="0" bIns="0" rtlCol="0">
            <a:spAutoFit/>
          </a:bodyPr>
          <a:lstStyle/>
          <a:p>
            <a:pPr algn="ctr">
              <a:lnSpc>
                <a:spcPct val="100000"/>
              </a:lnSpc>
              <a:spcBef>
                <a:spcPts val="495"/>
              </a:spcBef>
            </a:pPr>
            <a:r>
              <a:rPr sz="1200" b="1" spc="-10" dirty="0">
                <a:solidFill>
                  <a:srgbClr val="0F469B"/>
                </a:solidFill>
                <a:latin typeface="+mj-lt"/>
                <a:cs typeface="Calibri"/>
              </a:rPr>
              <a:t>Data</a:t>
            </a:r>
            <a:r>
              <a:rPr sz="1200" b="1" spc="-40" dirty="0">
                <a:solidFill>
                  <a:srgbClr val="0F469B"/>
                </a:solidFill>
                <a:latin typeface="+mj-lt"/>
                <a:cs typeface="Calibri"/>
              </a:rPr>
              <a:t> </a:t>
            </a:r>
            <a:r>
              <a:rPr sz="1200" b="1" spc="-5" dirty="0">
                <a:solidFill>
                  <a:srgbClr val="0F469B"/>
                </a:solidFill>
                <a:latin typeface="+mj-lt"/>
                <a:cs typeface="Calibri"/>
              </a:rPr>
              <a:t>Classification</a:t>
            </a:r>
            <a:endParaRPr sz="1200">
              <a:latin typeface="+mj-lt"/>
              <a:cs typeface="Calibri"/>
            </a:endParaRPr>
          </a:p>
          <a:p>
            <a:pPr marL="635" algn="ctr">
              <a:lnSpc>
                <a:spcPct val="100000"/>
              </a:lnSpc>
              <a:spcBef>
                <a:spcPts val="395"/>
              </a:spcBef>
            </a:pPr>
            <a:r>
              <a:rPr sz="1200" dirty="0">
                <a:solidFill>
                  <a:srgbClr val="0F469B"/>
                </a:solidFill>
                <a:latin typeface="+mj-lt"/>
                <a:cs typeface="Calibri"/>
              </a:rPr>
              <a:t>ISO</a:t>
            </a:r>
            <a:r>
              <a:rPr sz="1200" spc="-40" dirty="0">
                <a:solidFill>
                  <a:srgbClr val="0F469B"/>
                </a:solidFill>
                <a:latin typeface="+mj-lt"/>
                <a:cs typeface="Calibri"/>
              </a:rPr>
              <a:t> </a:t>
            </a:r>
            <a:r>
              <a:rPr sz="1200" dirty="0">
                <a:solidFill>
                  <a:srgbClr val="0F469B"/>
                </a:solidFill>
                <a:latin typeface="+mj-lt"/>
                <a:cs typeface="Calibri"/>
              </a:rPr>
              <a:t>22745</a:t>
            </a:r>
            <a:endParaRPr sz="1200">
              <a:latin typeface="+mj-lt"/>
              <a:cs typeface="Calibri"/>
            </a:endParaRPr>
          </a:p>
        </p:txBody>
      </p:sp>
      <p:pic>
        <p:nvPicPr>
          <p:cNvPr id="21" name="object 21"/>
          <p:cNvPicPr/>
          <p:nvPr/>
        </p:nvPicPr>
        <p:blipFill>
          <a:blip r:embed="rId11" cstate="print"/>
          <a:stretch>
            <a:fillRect/>
          </a:stretch>
        </p:blipFill>
        <p:spPr>
          <a:xfrm>
            <a:off x="5775942" y="4326494"/>
            <a:ext cx="5499389" cy="688400"/>
          </a:xfrm>
          <a:prstGeom prst="rect">
            <a:avLst/>
          </a:prstGeom>
        </p:spPr>
      </p:pic>
      <p:sp>
        <p:nvSpPr>
          <p:cNvPr id="22" name="object 22"/>
          <p:cNvSpPr txBox="1"/>
          <p:nvPr/>
        </p:nvSpPr>
        <p:spPr>
          <a:xfrm>
            <a:off x="6052820" y="4405704"/>
            <a:ext cx="2993390" cy="415290"/>
          </a:xfrm>
          <a:prstGeom prst="rect">
            <a:avLst/>
          </a:prstGeom>
        </p:spPr>
        <p:txBody>
          <a:bodyPr vert="horz" wrap="square" lIns="0" tIns="24130" rIns="0" bIns="0" rtlCol="0">
            <a:spAutoFit/>
          </a:bodyPr>
          <a:lstStyle/>
          <a:p>
            <a:pPr marL="127000" indent="-114300">
              <a:lnSpc>
                <a:spcPct val="100000"/>
              </a:lnSpc>
              <a:spcBef>
                <a:spcPts val="190"/>
              </a:spcBef>
              <a:buChar char="•"/>
              <a:tabLst>
                <a:tab pos="127000" algn="l"/>
              </a:tabLst>
            </a:pPr>
            <a:r>
              <a:rPr sz="1200" spc="-5" dirty="0">
                <a:solidFill>
                  <a:srgbClr val="0F469B"/>
                </a:solidFill>
                <a:latin typeface="+mj-lt"/>
                <a:cs typeface="Calibri"/>
              </a:rPr>
              <a:t>Provenance</a:t>
            </a:r>
            <a:r>
              <a:rPr sz="1200" spc="-25" dirty="0">
                <a:solidFill>
                  <a:srgbClr val="0F469B"/>
                </a:solidFill>
                <a:latin typeface="+mj-lt"/>
                <a:cs typeface="Calibri"/>
              </a:rPr>
              <a:t> </a:t>
            </a:r>
            <a:r>
              <a:rPr sz="1200" dirty="0">
                <a:solidFill>
                  <a:srgbClr val="0F469B"/>
                </a:solidFill>
                <a:latin typeface="+mj-lt"/>
                <a:cs typeface="Calibri"/>
              </a:rPr>
              <a:t>–</a:t>
            </a:r>
            <a:r>
              <a:rPr sz="1200" spc="-15" dirty="0">
                <a:solidFill>
                  <a:srgbClr val="0F469B"/>
                </a:solidFill>
                <a:latin typeface="+mj-lt"/>
                <a:cs typeface="Calibri"/>
              </a:rPr>
              <a:t> </a:t>
            </a:r>
            <a:r>
              <a:rPr sz="1200" spc="-10" dirty="0">
                <a:solidFill>
                  <a:srgbClr val="0F469B"/>
                </a:solidFill>
                <a:latin typeface="+mj-lt"/>
                <a:cs typeface="Calibri"/>
              </a:rPr>
              <a:t>Traceable</a:t>
            </a:r>
            <a:r>
              <a:rPr sz="1200" spc="-30" dirty="0">
                <a:solidFill>
                  <a:srgbClr val="0F469B"/>
                </a:solidFill>
                <a:latin typeface="+mj-lt"/>
                <a:cs typeface="Calibri"/>
              </a:rPr>
              <a:t> </a:t>
            </a:r>
            <a:r>
              <a:rPr sz="1200" spc="-5" dirty="0">
                <a:solidFill>
                  <a:srgbClr val="0F469B"/>
                </a:solidFill>
                <a:latin typeface="+mj-lt"/>
                <a:cs typeface="Calibri"/>
              </a:rPr>
              <a:t>History</a:t>
            </a:r>
            <a:r>
              <a:rPr sz="1200" spc="-10" dirty="0">
                <a:solidFill>
                  <a:srgbClr val="0F469B"/>
                </a:solidFill>
                <a:latin typeface="+mj-lt"/>
                <a:cs typeface="Calibri"/>
              </a:rPr>
              <a:t> </a:t>
            </a:r>
            <a:r>
              <a:rPr sz="1200" spc="-5" dirty="0">
                <a:solidFill>
                  <a:srgbClr val="0F469B"/>
                </a:solidFill>
                <a:latin typeface="+mj-lt"/>
                <a:cs typeface="Calibri"/>
              </a:rPr>
              <a:t>at</a:t>
            </a:r>
            <a:r>
              <a:rPr sz="1200" spc="-15" dirty="0">
                <a:solidFill>
                  <a:srgbClr val="0F469B"/>
                </a:solidFill>
                <a:latin typeface="+mj-lt"/>
                <a:cs typeface="Calibri"/>
              </a:rPr>
              <a:t> </a:t>
            </a:r>
            <a:r>
              <a:rPr sz="1200" spc="-10" dirty="0">
                <a:solidFill>
                  <a:srgbClr val="0F469B"/>
                </a:solidFill>
                <a:latin typeface="+mj-lt"/>
                <a:cs typeface="Calibri"/>
              </a:rPr>
              <a:t>record</a:t>
            </a:r>
            <a:r>
              <a:rPr sz="1200" spc="-20" dirty="0">
                <a:solidFill>
                  <a:srgbClr val="0F469B"/>
                </a:solidFill>
                <a:latin typeface="+mj-lt"/>
                <a:cs typeface="Calibri"/>
              </a:rPr>
              <a:t> </a:t>
            </a:r>
            <a:r>
              <a:rPr sz="1200" spc="-5" dirty="0">
                <a:solidFill>
                  <a:srgbClr val="0F469B"/>
                </a:solidFill>
                <a:latin typeface="+mj-lt"/>
                <a:cs typeface="Calibri"/>
              </a:rPr>
              <a:t>level</a:t>
            </a:r>
            <a:endParaRPr sz="1200">
              <a:latin typeface="+mj-lt"/>
              <a:cs typeface="Calibri"/>
            </a:endParaRPr>
          </a:p>
          <a:p>
            <a:pPr marL="127000" indent="-114300">
              <a:lnSpc>
                <a:spcPct val="100000"/>
              </a:lnSpc>
              <a:spcBef>
                <a:spcPts val="100"/>
              </a:spcBef>
              <a:buChar char="•"/>
              <a:tabLst>
                <a:tab pos="127000" algn="l"/>
              </a:tabLst>
            </a:pPr>
            <a:r>
              <a:rPr sz="1200" spc="-5" dirty="0">
                <a:solidFill>
                  <a:srgbClr val="0F469B"/>
                </a:solidFill>
                <a:latin typeface="+mj-lt"/>
                <a:cs typeface="Calibri"/>
              </a:rPr>
              <a:t>Owner</a:t>
            </a:r>
            <a:r>
              <a:rPr sz="1200" spc="-10" dirty="0">
                <a:solidFill>
                  <a:srgbClr val="0F469B"/>
                </a:solidFill>
                <a:latin typeface="+mj-lt"/>
                <a:cs typeface="Calibri"/>
              </a:rPr>
              <a:t> </a:t>
            </a:r>
            <a:r>
              <a:rPr sz="1200" spc="-5" dirty="0">
                <a:solidFill>
                  <a:srgbClr val="0F469B"/>
                </a:solidFill>
                <a:latin typeface="+mj-lt"/>
                <a:cs typeface="Calibri"/>
              </a:rPr>
              <a:t>of</a:t>
            </a:r>
            <a:r>
              <a:rPr sz="1200" spc="-10" dirty="0">
                <a:solidFill>
                  <a:srgbClr val="0F469B"/>
                </a:solidFill>
                <a:latin typeface="+mj-lt"/>
                <a:cs typeface="Calibri"/>
              </a:rPr>
              <a:t> </a:t>
            </a:r>
            <a:r>
              <a:rPr sz="1200" dirty="0">
                <a:solidFill>
                  <a:srgbClr val="0F469B"/>
                </a:solidFill>
                <a:latin typeface="+mj-lt"/>
                <a:cs typeface="Calibri"/>
              </a:rPr>
              <a:t>the</a:t>
            </a:r>
            <a:r>
              <a:rPr sz="1200" spc="-10" dirty="0">
                <a:solidFill>
                  <a:srgbClr val="0F469B"/>
                </a:solidFill>
                <a:latin typeface="+mj-lt"/>
                <a:cs typeface="Calibri"/>
              </a:rPr>
              <a:t> data</a:t>
            </a:r>
            <a:r>
              <a:rPr sz="1200" spc="-25" dirty="0">
                <a:solidFill>
                  <a:srgbClr val="0F469B"/>
                </a:solidFill>
                <a:latin typeface="+mj-lt"/>
                <a:cs typeface="Calibri"/>
              </a:rPr>
              <a:t> </a:t>
            </a:r>
            <a:r>
              <a:rPr sz="1200" spc="-10" dirty="0">
                <a:solidFill>
                  <a:srgbClr val="0F469B"/>
                </a:solidFill>
                <a:latin typeface="+mj-lt"/>
                <a:cs typeface="Calibri"/>
              </a:rPr>
              <a:t>created</a:t>
            </a:r>
            <a:endParaRPr sz="1200">
              <a:latin typeface="+mj-lt"/>
              <a:cs typeface="Calibri"/>
            </a:endParaRPr>
          </a:p>
        </p:txBody>
      </p:sp>
      <p:pic>
        <p:nvPicPr>
          <p:cNvPr id="23" name="object 23"/>
          <p:cNvPicPr/>
          <p:nvPr/>
        </p:nvPicPr>
        <p:blipFill>
          <a:blip r:embed="rId12" cstate="print"/>
          <a:stretch>
            <a:fillRect/>
          </a:stretch>
        </p:blipFill>
        <p:spPr>
          <a:xfrm>
            <a:off x="2709672" y="4238244"/>
            <a:ext cx="3164586" cy="870965"/>
          </a:xfrm>
          <a:prstGeom prst="rect">
            <a:avLst/>
          </a:prstGeom>
        </p:spPr>
      </p:pic>
      <p:sp>
        <p:nvSpPr>
          <p:cNvPr id="24" name="object 24"/>
          <p:cNvSpPr txBox="1"/>
          <p:nvPr/>
        </p:nvSpPr>
        <p:spPr>
          <a:xfrm>
            <a:off x="3749166" y="4349138"/>
            <a:ext cx="1087120" cy="491490"/>
          </a:xfrm>
          <a:prstGeom prst="rect">
            <a:avLst/>
          </a:prstGeom>
        </p:spPr>
        <p:txBody>
          <a:bodyPr vert="horz" wrap="square" lIns="0" tIns="62230" rIns="0" bIns="0" rtlCol="0">
            <a:spAutoFit/>
          </a:bodyPr>
          <a:lstStyle/>
          <a:p>
            <a:pPr algn="ctr">
              <a:lnSpc>
                <a:spcPct val="100000"/>
              </a:lnSpc>
              <a:spcBef>
                <a:spcPts val="490"/>
              </a:spcBef>
            </a:pPr>
            <a:r>
              <a:rPr sz="1200" b="1" spc="-10" dirty="0">
                <a:solidFill>
                  <a:srgbClr val="0F469B"/>
                </a:solidFill>
                <a:latin typeface="+mj-lt"/>
                <a:cs typeface="Calibri"/>
              </a:rPr>
              <a:t>Data</a:t>
            </a:r>
            <a:r>
              <a:rPr sz="1200" b="1" spc="-45" dirty="0">
                <a:solidFill>
                  <a:srgbClr val="0F469B"/>
                </a:solidFill>
                <a:latin typeface="+mj-lt"/>
                <a:cs typeface="Calibri"/>
              </a:rPr>
              <a:t> </a:t>
            </a:r>
            <a:r>
              <a:rPr sz="1200" b="1" spc="-10" dirty="0">
                <a:solidFill>
                  <a:srgbClr val="0F469B"/>
                </a:solidFill>
                <a:latin typeface="+mj-lt"/>
                <a:cs typeface="Calibri"/>
              </a:rPr>
              <a:t>Traceability</a:t>
            </a:r>
            <a:endParaRPr sz="1200">
              <a:latin typeface="+mj-lt"/>
              <a:cs typeface="Calibri"/>
            </a:endParaRPr>
          </a:p>
          <a:p>
            <a:pPr marL="1905" algn="ctr">
              <a:lnSpc>
                <a:spcPct val="100000"/>
              </a:lnSpc>
              <a:spcBef>
                <a:spcPts val="395"/>
              </a:spcBef>
            </a:pPr>
            <a:r>
              <a:rPr sz="1200" dirty="0">
                <a:solidFill>
                  <a:srgbClr val="0F469B"/>
                </a:solidFill>
                <a:latin typeface="+mj-lt"/>
                <a:cs typeface="Calibri"/>
              </a:rPr>
              <a:t>ISO</a:t>
            </a:r>
            <a:r>
              <a:rPr sz="1200" spc="-40" dirty="0">
                <a:solidFill>
                  <a:srgbClr val="0F469B"/>
                </a:solidFill>
                <a:latin typeface="+mj-lt"/>
                <a:cs typeface="Calibri"/>
              </a:rPr>
              <a:t> </a:t>
            </a:r>
            <a:r>
              <a:rPr sz="1200" dirty="0">
                <a:solidFill>
                  <a:srgbClr val="0F469B"/>
                </a:solidFill>
                <a:latin typeface="+mj-lt"/>
                <a:cs typeface="Calibri"/>
              </a:rPr>
              <a:t>8000-120</a:t>
            </a:r>
            <a:endParaRPr sz="1200">
              <a:latin typeface="+mj-lt"/>
              <a:cs typeface="Calibri"/>
            </a:endParaRPr>
          </a:p>
        </p:txBody>
      </p:sp>
      <p:pic>
        <p:nvPicPr>
          <p:cNvPr id="25" name="object 25"/>
          <p:cNvPicPr/>
          <p:nvPr/>
        </p:nvPicPr>
        <p:blipFill>
          <a:blip r:embed="rId13" cstate="print"/>
          <a:stretch>
            <a:fillRect/>
          </a:stretch>
        </p:blipFill>
        <p:spPr>
          <a:xfrm>
            <a:off x="5757671" y="5103876"/>
            <a:ext cx="5535930" cy="720102"/>
          </a:xfrm>
          <a:prstGeom prst="rect">
            <a:avLst/>
          </a:prstGeom>
        </p:spPr>
      </p:pic>
      <p:sp>
        <p:nvSpPr>
          <p:cNvPr id="26" name="object 26"/>
          <p:cNvSpPr txBox="1"/>
          <p:nvPr/>
        </p:nvSpPr>
        <p:spPr>
          <a:xfrm>
            <a:off x="6052820" y="5196025"/>
            <a:ext cx="2974340" cy="415290"/>
          </a:xfrm>
          <a:prstGeom prst="rect">
            <a:avLst/>
          </a:prstGeom>
        </p:spPr>
        <p:txBody>
          <a:bodyPr vert="horz" wrap="square" lIns="0" tIns="24130" rIns="0" bIns="0" rtlCol="0">
            <a:spAutoFit/>
          </a:bodyPr>
          <a:lstStyle/>
          <a:p>
            <a:pPr marL="127000" indent="-114300">
              <a:lnSpc>
                <a:spcPct val="100000"/>
              </a:lnSpc>
              <a:spcBef>
                <a:spcPts val="190"/>
              </a:spcBef>
              <a:buChar char="•"/>
              <a:tabLst>
                <a:tab pos="127000" algn="l"/>
              </a:tabLst>
            </a:pPr>
            <a:r>
              <a:rPr sz="1200" spc="-15" dirty="0">
                <a:solidFill>
                  <a:srgbClr val="0F469B"/>
                </a:solidFill>
                <a:latin typeface="+mj-lt"/>
                <a:cs typeface="Calibri"/>
              </a:rPr>
              <a:t>Technical</a:t>
            </a:r>
            <a:r>
              <a:rPr sz="1200" spc="-45" dirty="0">
                <a:solidFill>
                  <a:srgbClr val="0F469B"/>
                </a:solidFill>
                <a:latin typeface="+mj-lt"/>
                <a:cs typeface="Calibri"/>
              </a:rPr>
              <a:t> </a:t>
            </a:r>
            <a:r>
              <a:rPr sz="1200" dirty="0">
                <a:solidFill>
                  <a:srgbClr val="0F469B"/>
                </a:solidFill>
                <a:latin typeface="+mj-lt"/>
                <a:cs typeface="Calibri"/>
              </a:rPr>
              <a:t>Dictionaries</a:t>
            </a:r>
            <a:endParaRPr sz="1200" dirty="0">
              <a:latin typeface="+mj-lt"/>
              <a:cs typeface="Calibri"/>
            </a:endParaRPr>
          </a:p>
          <a:p>
            <a:pPr marL="127000" indent="-114300">
              <a:lnSpc>
                <a:spcPct val="100000"/>
              </a:lnSpc>
              <a:spcBef>
                <a:spcPts val="100"/>
              </a:spcBef>
              <a:buChar char="•"/>
              <a:tabLst>
                <a:tab pos="127000" algn="l"/>
              </a:tabLst>
            </a:pPr>
            <a:r>
              <a:rPr sz="1200" spc="-10" dirty="0">
                <a:solidFill>
                  <a:srgbClr val="0F469B"/>
                </a:solidFill>
                <a:latin typeface="+mj-lt"/>
                <a:cs typeface="Calibri"/>
              </a:rPr>
              <a:t>Exchange</a:t>
            </a:r>
            <a:r>
              <a:rPr sz="1200" spc="-5" dirty="0">
                <a:solidFill>
                  <a:srgbClr val="0F469B"/>
                </a:solidFill>
                <a:latin typeface="+mj-lt"/>
                <a:cs typeface="Calibri"/>
              </a:rPr>
              <a:t> of</a:t>
            </a:r>
            <a:r>
              <a:rPr sz="1200" dirty="0">
                <a:solidFill>
                  <a:srgbClr val="0F469B"/>
                </a:solidFill>
                <a:latin typeface="+mj-lt"/>
                <a:cs typeface="Calibri"/>
              </a:rPr>
              <a:t> </a:t>
            </a:r>
            <a:r>
              <a:rPr sz="1200" spc="-5" dirty="0">
                <a:solidFill>
                  <a:srgbClr val="0F469B"/>
                </a:solidFill>
                <a:latin typeface="+mj-lt"/>
                <a:cs typeface="Calibri"/>
              </a:rPr>
              <a:t>characteristics</a:t>
            </a:r>
            <a:r>
              <a:rPr sz="1200" spc="-25" dirty="0">
                <a:solidFill>
                  <a:srgbClr val="0F469B"/>
                </a:solidFill>
                <a:latin typeface="+mj-lt"/>
                <a:cs typeface="Calibri"/>
              </a:rPr>
              <a:t> </a:t>
            </a:r>
            <a:r>
              <a:rPr sz="1200" spc="-10" dirty="0">
                <a:solidFill>
                  <a:srgbClr val="0F469B"/>
                </a:solidFill>
                <a:latin typeface="+mj-lt"/>
                <a:cs typeface="Calibri"/>
              </a:rPr>
              <a:t>data</a:t>
            </a:r>
            <a:r>
              <a:rPr sz="1200" spc="-15" dirty="0">
                <a:solidFill>
                  <a:srgbClr val="0F469B"/>
                </a:solidFill>
                <a:latin typeface="+mj-lt"/>
                <a:cs typeface="Calibri"/>
              </a:rPr>
              <a:t> </a:t>
            </a:r>
            <a:r>
              <a:rPr sz="1200" dirty="0">
                <a:solidFill>
                  <a:srgbClr val="0F469B"/>
                </a:solidFill>
                <a:latin typeface="+mj-lt"/>
                <a:cs typeface="Calibri"/>
              </a:rPr>
              <a:t>in </a:t>
            </a:r>
            <a:r>
              <a:rPr sz="1200" spc="-5" dirty="0">
                <a:solidFill>
                  <a:srgbClr val="0F469B"/>
                </a:solidFill>
                <a:latin typeface="+mj-lt"/>
                <a:cs typeface="Calibri"/>
              </a:rPr>
              <a:t>xml</a:t>
            </a:r>
            <a:r>
              <a:rPr sz="1200" dirty="0">
                <a:solidFill>
                  <a:srgbClr val="0F469B"/>
                </a:solidFill>
                <a:latin typeface="+mj-lt"/>
                <a:cs typeface="Calibri"/>
              </a:rPr>
              <a:t> </a:t>
            </a:r>
            <a:r>
              <a:rPr sz="1200" spc="-10" dirty="0">
                <a:solidFill>
                  <a:srgbClr val="0F469B"/>
                </a:solidFill>
                <a:latin typeface="+mj-lt"/>
                <a:cs typeface="Calibri"/>
              </a:rPr>
              <a:t>format</a:t>
            </a:r>
            <a:endParaRPr sz="1200" dirty="0">
              <a:latin typeface="+mj-lt"/>
              <a:cs typeface="Calibri"/>
            </a:endParaRPr>
          </a:p>
        </p:txBody>
      </p:sp>
      <p:pic>
        <p:nvPicPr>
          <p:cNvPr id="27" name="object 27"/>
          <p:cNvPicPr/>
          <p:nvPr/>
        </p:nvPicPr>
        <p:blipFill>
          <a:blip r:embed="rId14" cstate="print"/>
          <a:stretch>
            <a:fillRect/>
          </a:stretch>
        </p:blipFill>
        <p:spPr>
          <a:xfrm>
            <a:off x="2709672" y="5027676"/>
            <a:ext cx="3164586" cy="870978"/>
          </a:xfrm>
          <a:prstGeom prst="rect">
            <a:avLst/>
          </a:prstGeom>
        </p:spPr>
      </p:pic>
      <p:sp>
        <p:nvSpPr>
          <p:cNvPr id="28" name="object 28"/>
          <p:cNvSpPr txBox="1"/>
          <p:nvPr/>
        </p:nvSpPr>
        <p:spPr>
          <a:xfrm>
            <a:off x="3130042" y="5105222"/>
            <a:ext cx="2325370" cy="610235"/>
          </a:xfrm>
          <a:prstGeom prst="rect">
            <a:avLst/>
          </a:prstGeom>
        </p:spPr>
        <p:txBody>
          <a:bodyPr vert="horz" wrap="square" lIns="0" tIns="12700" rIns="0" bIns="0" rtlCol="0">
            <a:spAutoFit/>
          </a:bodyPr>
          <a:lstStyle/>
          <a:p>
            <a:pPr algn="ctr">
              <a:lnSpc>
                <a:spcPts val="1380"/>
              </a:lnSpc>
              <a:spcBef>
                <a:spcPts val="100"/>
              </a:spcBef>
            </a:pPr>
            <a:r>
              <a:rPr sz="1200" b="1" spc="-15" dirty="0">
                <a:solidFill>
                  <a:srgbClr val="0F469B"/>
                </a:solidFill>
                <a:latin typeface="+mj-lt"/>
                <a:cs typeface="Calibri"/>
              </a:rPr>
              <a:t>Technical</a:t>
            </a:r>
            <a:r>
              <a:rPr sz="1200" b="1" spc="-20" dirty="0">
                <a:solidFill>
                  <a:srgbClr val="0F469B"/>
                </a:solidFill>
                <a:latin typeface="+mj-lt"/>
                <a:cs typeface="Calibri"/>
              </a:rPr>
              <a:t> </a:t>
            </a:r>
            <a:r>
              <a:rPr sz="1200" b="1" dirty="0">
                <a:solidFill>
                  <a:srgbClr val="0F469B"/>
                </a:solidFill>
                <a:latin typeface="+mj-lt"/>
                <a:cs typeface="Calibri"/>
              </a:rPr>
              <a:t>Dictionaries</a:t>
            </a:r>
            <a:r>
              <a:rPr sz="1200" b="1" spc="-45" dirty="0">
                <a:solidFill>
                  <a:srgbClr val="0F469B"/>
                </a:solidFill>
                <a:latin typeface="+mj-lt"/>
                <a:cs typeface="Calibri"/>
              </a:rPr>
              <a:t> </a:t>
            </a:r>
            <a:r>
              <a:rPr sz="1200" b="1" dirty="0">
                <a:solidFill>
                  <a:srgbClr val="0F469B"/>
                </a:solidFill>
                <a:latin typeface="+mj-lt"/>
                <a:cs typeface="Calibri"/>
              </a:rPr>
              <a:t>&amp;</a:t>
            </a:r>
            <a:r>
              <a:rPr sz="1200" b="1" spc="-20" dirty="0">
                <a:solidFill>
                  <a:srgbClr val="0F469B"/>
                </a:solidFill>
                <a:latin typeface="+mj-lt"/>
                <a:cs typeface="Calibri"/>
              </a:rPr>
              <a:t> </a:t>
            </a:r>
            <a:r>
              <a:rPr sz="1200" b="1" spc="-10" dirty="0">
                <a:solidFill>
                  <a:srgbClr val="0F469B"/>
                </a:solidFill>
                <a:latin typeface="+mj-lt"/>
                <a:cs typeface="Calibri"/>
              </a:rPr>
              <a:t>Exchange</a:t>
            </a:r>
            <a:r>
              <a:rPr sz="1200" b="1" spc="-25" dirty="0">
                <a:solidFill>
                  <a:srgbClr val="0F469B"/>
                </a:solidFill>
                <a:latin typeface="+mj-lt"/>
                <a:cs typeface="Calibri"/>
              </a:rPr>
              <a:t> </a:t>
            </a:r>
            <a:r>
              <a:rPr sz="1200" b="1" dirty="0">
                <a:solidFill>
                  <a:srgbClr val="0F469B"/>
                </a:solidFill>
                <a:latin typeface="+mj-lt"/>
                <a:cs typeface="Calibri"/>
              </a:rPr>
              <a:t>of</a:t>
            </a:r>
            <a:endParaRPr sz="1200">
              <a:latin typeface="+mj-lt"/>
              <a:cs typeface="Calibri"/>
            </a:endParaRPr>
          </a:p>
          <a:p>
            <a:pPr algn="ctr">
              <a:lnSpc>
                <a:spcPts val="1380"/>
              </a:lnSpc>
            </a:pPr>
            <a:r>
              <a:rPr sz="1200" b="1" spc="-5" dirty="0">
                <a:solidFill>
                  <a:srgbClr val="0F469B"/>
                </a:solidFill>
                <a:latin typeface="+mj-lt"/>
                <a:cs typeface="Calibri"/>
              </a:rPr>
              <a:t>C</a:t>
            </a:r>
            <a:r>
              <a:rPr sz="1200" b="1" dirty="0">
                <a:solidFill>
                  <a:srgbClr val="0F469B"/>
                </a:solidFill>
                <a:latin typeface="+mj-lt"/>
                <a:cs typeface="Calibri"/>
              </a:rPr>
              <a:t>h</a:t>
            </a:r>
            <a:r>
              <a:rPr sz="1200" b="1" spc="-5" dirty="0">
                <a:solidFill>
                  <a:srgbClr val="0F469B"/>
                </a:solidFill>
                <a:latin typeface="+mj-lt"/>
                <a:cs typeface="Calibri"/>
              </a:rPr>
              <a:t>a</a:t>
            </a:r>
            <a:r>
              <a:rPr sz="1200" b="1" spc="-20" dirty="0">
                <a:solidFill>
                  <a:srgbClr val="0F469B"/>
                </a:solidFill>
                <a:latin typeface="+mj-lt"/>
                <a:cs typeface="Calibri"/>
              </a:rPr>
              <a:t>r</a:t>
            </a:r>
            <a:r>
              <a:rPr sz="1200" b="1" spc="-5" dirty="0">
                <a:solidFill>
                  <a:srgbClr val="0F469B"/>
                </a:solidFill>
                <a:latin typeface="+mj-lt"/>
                <a:cs typeface="Calibri"/>
              </a:rPr>
              <a:t>ac</a:t>
            </a:r>
            <a:r>
              <a:rPr sz="1200" b="1" spc="-10" dirty="0">
                <a:solidFill>
                  <a:srgbClr val="0F469B"/>
                </a:solidFill>
                <a:latin typeface="+mj-lt"/>
                <a:cs typeface="Calibri"/>
              </a:rPr>
              <a:t>t</a:t>
            </a:r>
            <a:r>
              <a:rPr sz="1200" b="1" spc="-5" dirty="0">
                <a:solidFill>
                  <a:srgbClr val="0F469B"/>
                </a:solidFill>
                <a:latin typeface="+mj-lt"/>
                <a:cs typeface="Calibri"/>
              </a:rPr>
              <a:t>e</a:t>
            </a:r>
            <a:r>
              <a:rPr sz="1200" b="1" dirty="0">
                <a:solidFill>
                  <a:srgbClr val="0F469B"/>
                </a:solidFill>
                <a:latin typeface="+mj-lt"/>
                <a:cs typeface="Calibri"/>
              </a:rPr>
              <a:t>ri</a:t>
            </a:r>
            <a:r>
              <a:rPr sz="1200" b="1" spc="-15" dirty="0">
                <a:solidFill>
                  <a:srgbClr val="0F469B"/>
                </a:solidFill>
                <a:latin typeface="+mj-lt"/>
                <a:cs typeface="Calibri"/>
              </a:rPr>
              <a:t>s</a:t>
            </a:r>
            <a:r>
              <a:rPr sz="1200" b="1" dirty="0">
                <a:solidFill>
                  <a:srgbClr val="0F469B"/>
                </a:solidFill>
                <a:latin typeface="+mj-lt"/>
                <a:cs typeface="Calibri"/>
              </a:rPr>
              <a:t>t</a:t>
            </a:r>
            <a:r>
              <a:rPr sz="1200" b="1" spc="5" dirty="0">
                <a:solidFill>
                  <a:srgbClr val="0F469B"/>
                </a:solidFill>
                <a:latin typeface="+mj-lt"/>
                <a:cs typeface="Calibri"/>
              </a:rPr>
              <a:t>i</a:t>
            </a:r>
            <a:r>
              <a:rPr sz="1200" b="1" spc="-5" dirty="0">
                <a:solidFill>
                  <a:srgbClr val="0F469B"/>
                </a:solidFill>
                <a:latin typeface="+mj-lt"/>
                <a:cs typeface="Calibri"/>
              </a:rPr>
              <a:t>c</a:t>
            </a:r>
            <a:r>
              <a:rPr sz="1200" b="1" dirty="0">
                <a:solidFill>
                  <a:srgbClr val="0F469B"/>
                </a:solidFill>
                <a:latin typeface="+mj-lt"/>
                <a:cs typeface="Calibri"/>
              </a:rPr>
              <a:t>s</a:t>
            </a:r>
            <a:r>
              <a:rPr sz="1200" b="1" spc="-30" dirty="0">
                <a:solidFill>
                  <a:srgbClr val="0F469B"/>
                </a:solidFill>
                <a:latin typeface="+mj-lt"/>
                <a:cs typeface="Calibri"/>
              </a:rPr>
              <a:t> </a:t>
            </a:r>
            <a:r>
              <a:rPr sz="1200" b="1" spc="-5" dirty="0">
                <a:solidFill>
                  <a:srgbClr val="0F469B"/>
                </a:solidFill>
                <a:latin typeface="+mj-lt"/>
                <a:cs typeface="Calibri"/>
              </a:rPr>
              <a:t>D</a:t>
            </a:r>
            <a:r>
              <a:rPr sz="1200" b="1" spc="-20" dirty="0">
                <a:solidFill>
                  <a:srgbClr val="0F469B"/>
                </a:solidFill>
                <a:latin typeface="+mj-lt"/>
                <a:cs typeface="Calibri"/>
              </a:rPr>
              <a:t>a</a:t>
            </a:r>
            <a:r>
              <a:rPr sz="1200" b="1" spc="-10" dirty="0">
                <a:solidFill>
                  <a:srgbClr val="0F469B"/>
                </a:solidFill>
                <a:latin typeface="+mj-lt"/>
                <a:cs typeface="Calibri"/>
              </a:rPr>
              <a:t>t</a:t>
            </a:r>
            <a:r>
              <a:rPr sz="1200" b="1" dirty="0">
                <a:solidFill>
                  <a:srgbClr val="0F469B"/>
                </a:solidFill>
                <a:latin typeface="+mj-lt"/>
                <a:cs typeface="Calibri"/>
              </a:rPr>
              <a:t>a</a:t>
            </a:r>
            <a:endParaRPr sz="1200">
              <a:latin typeface="+mj-lt"/>
              <a:cs typeface="Calibri"/>
            </a:endParaRPr>
          </a:p>
          <a:p>
            <a:pPr algn="ctr">
              <a:lnSpc>
                <a:spcPct val="100000"/>
              </a:lnSpc>
              <a:spcBef>
                <a:spcPts val="395"/>
              </a:spcBef>
            </a:pPr>
            <a:r>
              <a:rPr sz="1200" dirty="0">
                <a:solidFill>
                  <a:srgbClr val="0F469B"/>
                </a:solidFill>
                <a:latin typeface="+mj-lt"/>
                <a:cs typeface="Calibri"/>
              </a:rPr>
              <a:t>ISO</a:t>
            </a:r>
            <a:r>
              <a:rPr sz="1200" spc="-40" dirty="0">
                <a:solidFill>
                  <a:srgbClr val="0F469B"/>
                </a:solidFill>
                <a:latin typeface="+mj-lt"/>
                <a:cs typeface="Calibri"/>
              </a:rPr>
              <a:t> </a:t>
            </a:r>
            <a:r>
              <a:rPr sz="1200" dirty="0">
                <a:solidFill>
                  <a:srgbClr val="0F469B"/>
                </a:solidFill>
                <a:latin typeface="+mj-lt"/>
                <a:cs typeface="Calibri"/>
              </a:rPr>
              <a:t>22745</a:t>
            </a:r>
            <a:endParaRPr sz="1200">
              <a:latin typeface="+mj-lt"/>
              <a:cs typeface="Calibri"/>
            </a:endParaRPr>
          </a:p>
        </p:txBody>
      </p:sp>
      <p:grpSp>
        <p:nvGrpSpPr>
          <p:cNvPr id="29" name="object 29"/>
          <p:cNvGrpSpPr/>
          <p:nvPr/>
        </p:nvGrpSpPr>
        <p:grpSpPr>
          <a:xfrm>
            <a:off x="518152" y="1758670"/>
            <a:ext cx="1745614" cy="759460"/>
            <a:chOff x="518152" y="1758670"/>
            <a:chExt cx="1745614" cy="759460"/>
          </a:xfrm>
        </p:grpSpPr>
        <p:pic>
          <p:nvPicPr>
            <p:cNvPr id="30" name="object 30"/>
            <p:cNvPicPr/>
            <p:nvPr/>
          </p:nvPicPr>
          <p:blipFill>
            <a:blip r:embed="rId15" cstate="print"/>
            <a:stretch>
              <a:fillRect/>
            </a:stretch>
          </p:blipFill>
          <p:spPr>
            <a:xfrm>
              <a:off x="518152" y="1766213"/>
              <a:ext cx="1744995" cy="751523"/>
            </a:xfrm>
            <a:prstGeom prst="rect">
              <a:avLst/>
            </a:prstGeom>
          </p:spPr>
        </p:pic>
        <p:pic>
          <p:nvPicPr>
            <p:cNvPr id="31" name="object 31"/>
            <p:cNvPicPr/>
            <p:nvPr/>
          </p:nvPicPr>
          <p:blipFill>
            <a:blip r:embed="rId16" cstate="print"/>
            <a:stretch>
              <a:fillRect/>
            </a:stretch>
          </p:blipFill>
          <p:spPr>
            <a:xfrm>
              <a:off x="579119" y="1758670"/>
              <a:ext cx="1624584" cy="614197"/>
            </a:xfrm>
            <a:prstGeom prst="rect">
              <a:avLst/>
            </a:prstGeom>
          </p:spPr>
        </p:pic>
      </p:grpSp>
      <p:sp>
        <p:nvSpPr>
          <p:cNvPr id="32" name="object 32"/>
          <p:cNvSpPr txBox="1"/>
          <p:nvPr/>
        </p:nvSpPr>
        <p:spPr>
          <a:xfrm>
            <a:off x="556259" y="1781555"/>
            <a:ext cx="1673860" cy="422552"/>
          </a:xfrm>
          <a:prstGeom prst="rect">
            <a:avLst/>
          </a:prstGeom>
          <a:solidFill>
            <a:srgbClr val="3366FF"/>
          </a:solidFill>
          <a:ln w="9525">
            <a:solidFill>
              <a:srgbClr val="0C449B"/>
            </a:solidFill>
          </a:ln>
        </p:spPr>
        <p:txBody>
          <a:bodyPr vert="horz" wrap="square" lIns="0" tIns="37465" rIns="0" bIns="0" rtlCol="0">
            <a:spAutoFit/>
          </a:bodyPr>
          <a:lstStyle/>
          <a:p>
            <a:pPr algn="ctr">
              <a:lnSpc>
                <a:spcPct val="100000"/>
              </a:lnSpc>
              <a:spcBef>
                <a:spcPts val="295"/>
              </a:spcBef>
            </a:pPr>
            <a:r>
              <a:rPr sz="1250" b="1" spc="5" dirty="0">
                <a:solidFill>
                  <a:srgbClr val="FFFFFF"/>
                </a:solidFill>
                <a:latin typeface="+mj-lt"/>
                <a:cs typeface="Calibri"/>
              </a:rPr>
              <a:t>ISO</a:t>
            </a:r>
            <a:r>
              <a:rPr sz="1250" b="1" spc="-30" dirty="0">
                <a:solidFill>
                  <a:srgbClr val="FFFFFF"/>
                </a:solidFill>
                <a:latin typeface="+mj-lt"/>
                <a:cs typeface="Calibri"/>
              </a:rPr>
              <a:t> </a:t>
            </a:r>
            <a:r>
              <a:rPr sz="1250" b="1" spc="10" dirty="0">
                <a:solidFill>
                  <a:srgbClr val="FFFFFF"/>
                </a:solidFill>
                <a:latin typeface="+mj-lt"/>
                <a:cs typeface="Calibri"/>
              </a:rPr>
              <a:t>8000</a:t>
            </a:r>
            <a:endParaRPr sz="1250">
              <a:latin typeface="+mj-lt"/>
              <a:cs typeface="Calibri"/>
            </a:endParaRPr>
          </a:p>
          <a:p>
            <a:pPr marL="635" algn="ctr">
              <a:lnSpc>
                <a:spcPct val="100000"/>
              </a:lnSpc>
              <a:spcBef>
                <a:spcPts val="35"/>
              </a:spcBef>
            </a:pPr>
            <a:r>
              <a:rPr sz="1250" b="1" spc="5" dirty="0">
                <a:solidFill>
                  <a:srgbClr val="FFFFFF"/>
                </a:solidFill>
                <a:latin typeface="+mj-lt"/>
                <a:cs typeface="Calibri"/>
              </a:rPr>
              <a:t>Master</a:t>
            </a:r>
            <a:r>
              <a:rPr sz="1250" b="1" spc="-30" dirty="0">
                <a:solidFill>
                  <a:srgbClr val="FFFFFF"/>
                </a:solidFill>
                <a:latin typeface="+mj-lt"/>
                <a:cs typeface="Calibri"/>
              </a:rPr>
              <a:t> </a:t>
            </a:r>
            <a:r>
              <a:rPr sz="1250" b="1" dirty="0">
                <a:solidFill>
                  <a:srgbClr val="FFFFFF"/>
                </a:solidFill>
                <a:latin typeface="+mj-lt"/>
                <a:cs typeface="Calibri"/>
              </a:rPr>
              <a:t>Data</a:t>
            </a:r>
            <a:r>
              <a:rPr sz="1250" b="1" spc="-35" dirty="0">
                <a:solidFill>
                  <a:srgbClr val="FFFFFF"/>
                </a:solidFill>
                <a:latin typeface="+mj-lt"/>
                <a:cs typeface="Calibri"/>
              </a:rPr>
              <a:t> </a:t>
            </a:r>
            <a:r>
              <a:rPr sz="1250" b="1" spc="10" dirty="0">
                <a:solidFill>
                  <a:srgbClr val="FFFFFF"/>
                </a:solidFill>
                <a:latin typeface="+mj-lt"/>
                <a:cs typeface="Calibri"/>
              </a:rPr>
              <a:t>Quality</a:t>
            </a:r>
            <a:endParaRPr sz="1250">
              <a:latin typeface="+mj-lt"/>
              <a:cs typeface="Calibri"/>
            </a:endParaRPr>
          </a:p>
        </p:txBody>
      </p:sp>
      <p:grpSp>
        <p:nvGrpSpPr>
          <p:cNvPr id="33" name="object 33"/>
          <p:cNvGrpSpPr/>
          <p:nvPr/>
        </p:nvGrpSpPr>
        <p:grpSpPr>
          <a:xfrm>
            <a:off x="228570" y="2994647"/>
            <a:ext cx="2324735" cy="760730"/>
            <a:chOff x="228570" y="2994647"/>
            <a:chExt cx="2324735" cy="760730"/>
          </a:xfrm>
        </p:grpSpPr>
        <p:pic>
          <p:nvPicPr>
            <p:cNvPr id="34" name="object 34"/>
            <p:cNvPicPr/>
            <p:nvPr/>
          </p:nvPicPr>
          <p:blipFill>
            <a:blip r:embed="rId17" cstate="print"/>
            <a:stretch>
              <a:fillRect/>
            </a:stretch>
          </p:blipFill>
          <p:spPr>
            <a:xfrm>
              <a:off x="228570" y="3002195"/>
              <a:ext cx="2324159" cy="753011"/>
            </a:xfrm>
            <a:prstGeom prst="rect">
              <a:avLst/>
            </a:prstGeom>
          </p:spPr>
        </p:pic>
        <p:pic>
          <p:nvPicPr>
            <p:cNvPr id="35" name="object 35"/>
            <p:cNvPicPr/>
            <p:nvPr/>
          </p:nvPicPr>
          <p:blipFill>
            <a:blip r:embed="rId18" cstate="print"/>
            <a:stretch>
              <a:fillRect/>
            </a:stretch>
          </p:blipFill>
          <p:spPr>
            <a:xfrm>
              <a:off x="326135" y="2994647"/>
              <a:ext cx="2129028" cy="615708"/>
            </a:xfrm>
            <a:prstGeom prst="rect">
              <a:avLst/>
            </a:prstGeom>
          </p:spPr>
        </p:pic>
      </p:grpSp>
      <p:sp>
        <p:nvSpPr>
          <p:cNvPr id="36" name="object 36"/>
          <p:cNvSpPr txBox="1"/>
          <p:nvPr/>
        </p:nvSpPr>
        <p:spPr>
          <a:xfrm>
            <a:off x="266700" y="3017520"/>
            <a:ext cx="2252980" cy="423193"/>
          </a:xfrm>
          <a:prstGeom prst="rect">
            <a:avLst/>
          </a:prstGeom>
          <a:solidFill>
            <a:srgbClr val="3366FF"/>
          </a:solidFill>
          <a:ln w="9525">
            <a:solidFill>
              <a:srgbClr val="0C449B"/>
            </a:solidFill>
          </a:ln>
        </p:spPr>
        <p:txBody>
          <a:bodyPr vert="horz" wrap="square" lIns="0" tIns="38100" rIns="0" bIns="0" rtlCol="0">
            <a:spAutoFit/>
          </a:bodyPr>
          <a:lstStyle/>
          <a:p>
            <a:pPr algn="ctr">
              <a:lnSpc>
                <a:spcPct val="100000"/>
              </a:lnSpc>
              <a:spcBef>
                <a:spcPts val="300"/>
              </a:spcBef>
            </a:pPr>
            <a:r>
              <a:rPr sz="1250" b="1" spc="5" dirty="0">
                <a:solidFill>
                  <a:srgbClr val="FFFFFF"/>
                </a:solidFill>
                <a:latin typeface="+mj-lt"/>
                <a:cs typeface="Calibri"/>
              </a:rPr>
              <a:t>ISO</a:t>
            </a:r>
            <a:r>
              <a:rPr sz="1250" b="1" spc="-25" dirty="0">
                <a:solidFill>
                  <a:srgbClr val="FFFFFF"/>
                </a:solidFill>
                <a:latin typeface="+mj-lt"/>
                <a:cs typeface="Calibri"/>
              </a:rPr>
              <a:t> </a:t>
            </a:r>
            <a:r>
              <a:rPr sz="1250" b="1" spc="10" dirty="0">
                <a:solidFill>
                  <a:srgbClr val="FFFFFF"/>
                </a:solidFill>
                <a:latin typeface="+mj-lt"/>
                <a:cs typeface="Calibri"/>
              </a:rPr>
              <a:t>22745</a:t>
            </a:r>
            <a:endParaRPr sz="1250">
              <a:latin typeface="+mj-lt"/>
              <a:cs typeface="Calibri"/>
            </a:endParaRPr>
          </a:p>
          <a:p>
            <a:pPr marL="1270" algn="ctr">
              <a:lnSpc>
                <a:spcPct val="100000"/>
              </a:lnSpc>
              <a:spcBef>
                <a:spcPts val="40"/>
              </a:spcBef>
            </a:pPr>
            <a:r>
              <a:rPr sz="1250" b="1" spc="10" dirty="0">
                <a:solidFill>
                  <a:srgbClr val="FFFFFF"/>
                </a:solidFill>
                <a:latin typeface="+mj-lt"/>
                <a:cs typeface="Calibri"/>
              </a:rPr>
              <a:t>Open</a:t>
            </a:r>
            <a:r>
              <a:rPr sz="1250" b="1" dirty="0">
                <a:solidFill>
                  <a:srgbClr val="FFFFFF"/>
                </a:solidFill>
                <a:latin typeface="+mj-lt"/>
                <a:cs typeface="Calibri"/>
              </a:rPr>
              <a:t> </a:t>
            </a:r>
            <a:r>
              <a:rPr sz="1250" b="1" spc="-10" dirty="0">
                <a:solidFill>
                  <a:srgbClr val="FFFFFF"/>
                </a:solidFill>
                <a:latin typeface="+mj-lt"/>
                <a:cs typeface="Calibri"/>
              </a:rPr>
              <a:t>Technical</a:t>
            </a:r>
            <a:r>
              <a:rPr sz="1250" b="1" spc="30" dirty="0">
                <a:solidFill>
                  <a:srgbClr val="FFFFFF"/>
                </a:solidFill>
                <a:latin typeface="+mj-lt"/>
                <a:cs typeface="Calibri"/>
              </a:rPr>
              <a:t> </a:t>
            </a:r>
            <a:r>
              <a:rPr sz="1250" b="1" spc="5" dirty="0">
                <a:solidFill>
                  <a:srgbClr val="FFFFFF"/>
                </a:solidFill>
                <a:latin typeface="+mj-lt"/>
                <a:cs typeface="Calibri"/>
              </a:rPr>
              <a:t>Dictionaries</a:t>
            </a:r>
            <a:endParaRPr sz="1250">
              <a:latin typeface="+mj-lt"/>
              <a:cs typeface="Calibri"/>
            </a:endParaRPr>
          </a:p>
        </p:txBody>
      </p:sp>
      <p:grpSp>
        <p:nvGrpSpPr>
          <p:cNvPr id="37" name="object 37"/>
          <p:cNvGrpSpPr/>
          <p:nvPr/>
        </p:nvGrpSpPr>
        <p:grpSpPr>
          <a:xfrm>
            <a:off x="135609" y="4562843"/>
            <a:ext cx="2562225" cy="760730"/>
            <a:chOff x="135609" y="4562843"/>
            <a:chExt cx="2562225" cy="760730"/>
          </a:xfrm>
        </p:grpSpPr>
        <p:pic>
          <p:nvPicPr>
            <p:cNvPr id="38" name="object 38"/>
            <p:cNvPicPr/>
            <p:nvPr/>
          </p:nvPicPr>
          <p:blipFill>
            <a:blip r:embed="rId19" cstate="print"/>
            <a:stretch>
              <a:fillRect/>
            </a:stretch>
          </p:blipFill>
          <p:spPr>
            <a:xfrm>
              <a:off x="135609" y="4570391"/>
              <a:ext cx="2561897" cy="753011"/>
            </a:xfrm>
            <a:prstGeom prst="rect">
              <a:avLst/>
            </a:prstGeom>
          </p:spPr>
        </p:pic>
        <p:pic>
          <p:nvPicPr>
            <p:cNvPr id="39" name="object 39"/>
            <p:cNvPicPr/>
            <p:nvPr/>
          </p:nvPicPr>
          <p:blipFill>
            <a:blip r:embed="rId20" cstate="print"/>
            <a:stretch>
              <a:fillRect/>
            </a:stretch>
          </p:blipFill>
          <p:spPr>
            <a:xfrm>
              <a:off x="202692" y="4562843"/>
              <a:ext cx="2426208" cy="615708"/>
            </a:xfrm>
            <a:prstGeom prst="rect">
              <a:avLst/>
            </a:prstGeom>
          </p:spPr>
        </p:pic>
      </p:grpSp>
      <p:sp>
        <p:nvSpPr>
          <p:cNvPr id="40" name="object 40"/>
          <p:cNvSpPr txBox="1"/>
          <p:nvPr/>
        </p:nvSpPr>
        <p:spPr>
          <a:xfrm>
            <a:off x="173736" y="4585715"/>
            <a:ext cx="2490470" cy="423834"/>
          </a:xfrm>
          <a:prstGeom prst="rect">
            <a:avLst/>
          </a:prstGeom>
          <a:solidFill>
            <a:srgbClr val="3366FF"/>
          </a:solidFill>
          <a:ln w="9525">
            <a:solidFill>
              <a:srgbClr val="0C449B"/>
            </a:solidFill>
          </a:ln>
        </p:spPr>
        <p:txBody>
          <a:bodyPr vert="horz" wrap="square" lIns="0" tIns="38735" rIns="0" bIns="0" rtlCol="0">
            <a:spAutoFit/>
          </a:bodyPr>
          <a:lstStyle/>
          <a:p>
            <a:pPr algn="ctr">
              <a:lnSpc>
                <a:spcPct val="100000"/>
              </a:lnSpc>
              <a:spcBef>
                <a:spcPts val="305"/>
              </a:spcBef>
            </a:pPr>
            <a:r>
              <a:rPr sz="1250" b="1" spc="5" dirty="0">
                <a:solidFill>
                  <a:srgbClr val="FFFFFF"/>
                </a:solidFill>
                <a:latin typeface="+mj-lt"/>
                <a:cs typeface="Calibri"/>
              </a:rPr>
              <a:t>ISO</a:t>
            </a:r>
            <a:r>
              <a:rPr sz="1250" b="1" spc="-25" dirty="0">
                <a:solidFill>
                  <a:srgbClr val="FFFFFF"/>
                </a:solidFill>
                <a:latin typeface="+mj-lt"/>
                <a:cs typeface="Calibri"/>
              </a:rPr>
              <a:t> </a:t>
            </a:r>
            <a:r>
              <a:rPr sz="1250" b="1" spc="10" dirty="0">
                <a:solidFill>
                  <a:srgbClr val="FFFFFF"/>
                </a:solidFill>
                <a:latin typeface="+mj-lt"/>
                <a:cs typeface="Calibri"/>
              </a:rPr>
              <a:t>29002</a:t>
            </a:r>
            <a:endParaRPr sz="1250">
              <a:latin typeface="+mj-lt"/>
              <a:cs typeface="Calibri"/>
            </a:endParaRPr>
          </a:p>
          <a:p>
            <a:pPr marL="635" algn="ctr">
              <a:lnSpc>
                <a:spcPct val="100000"/>
              </a:lnSpc>
              <a:spcBef>
                <a:spcPts val="40"/>
              </a:spcBef>
            </a:pPr>
            <a:r>
              <a:rPr sz="1250" b="1" dirty="0">
                <a:solidFill>
                  <a:srgbClr val="FFFFFF"/>
                </a:solidFill>
                <a:latin typeface="+mj-lt"/>
                <a:cs typeface="Calibri"/>
              </a:rPr>
              <a:t>Exchange</a:t>
            </a:r>
            <a:r>
              <a:rPr sz="1250" b="1" spc="10" dirty="0">
                <a:solidFill>
                  <a:srgbClr val="FFFFFF"/>
                </a:solidFill>
                <a:latin typeface="+mj-lt"/>
                <a:cs typeface="Calibri"/>
              </a:rPr>
              <a:t> </a:t>
            </a:r>
            <a:r>
              <a:rPr sz="1250" b="1" spc="5" dirty="0">
                <a:solidFill>
                  <a:srgbClr val="FFFFFF"/>
                </a:solidFill>
                <a:latin typeface="+mj-lt"/>
                <a:cs typeface="Calibri"/>
              </a:rPr>
              <a:t>of</a:t>
            </a:r>
            <a:r>
              <a:rPr sz="1250" b="1" spc="10" dirty="0">
                <a:solidFill>
                  <a:srgbClr val="FFFFFF"/>
                </a:solidFill>
                <a:latin typeface="+mj-lt"/>
                <a:cs typeface="Calibri"/>
              </a:rPr>
              <a:t> </a:t>
            </a:r>
            <a:r>
              <a:rPr sz="1250" b="1" dirty="0">
                <a:solidFill>
                  <a:srgbClr val="FFFFFF"/>
                </a:solidFill>
                <a:latin typeface="+mj-lt"/>
                <a:cs typeface="Calibri"/>
              </a:rPr>
              <a:t>Characteristics</a:t>
            </a:r>
            <a:r>
              <a:rPr sz="1250" b="1" spc="15" dirty="0">
                <a:solidFill>
                  <a:srgbClr val="FFFFFF"/>
                </a:solidFill>
                <a:latin typeface="+mj-lt"/>
                <a:cs typeface="Calibri"/>
              </a:rPr>
              <a:t> </a:t>
            </a:r>
            <a:r>
              <a:rPr sz="1250" b="1" dirty="0">
                <a:solidFill>
                  <a:srgbClr val="FFFFFF"/>
                </a:solidFill>
                <a:latin typeface="+mj-lt"/>
                <a:cs typeface="Calibri"/>
              </a:rPr>
              <a:t>data</a:t>
            </a:r>
            <a:endParaRPr sz="1250">
              <a:latin typeface="+mj-lt"/>
              <a:cs typeface="Calibri"/>
            </a:endParaRPr>
          </a:p>
        </p:txBody>
      </p:sp>
      <p:sp>
        <p:nvSpPr>
          <p:cNvPr id="41" name="object 41"/>
          <p:cNvSpPr txBox="1"/>
          <p:nvPr/>
        </p:nvSpPr>
        <p:spPr>
          <a:xfrm>
            <a:off x="11916536" y="6587743"/>
            <a:ext cx="229870" cy="258404"/>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mj-lt"/>
                <a:cs typeface="Calibri"/>
              </a:rPr>
              <a:t>17</a:t>
            </a:r>
            <a:endParaRPr sz="1600">
              <a:latin typeface="+mj-lt"/>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197561"/>
            <a:ext cx="9312910" cy="391795"/>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0F469B"/>
                </a:solidFill>
                <a:latin typeface="+mj-lt"/>
              </a:rPr>
              <a:t>PiLog</a:t>
            </a:r>
            <a:r>
              <a:rPr sz="2400" spc="-30" dirty="0">
                <a:solidFill>
                  <a:srgbClr val="0F469B"/>
                </a:solidFill>
                <a:latin typeface="+mj-lt"/>
              </a:rPr>
              <a:t> </a:t>
            </a:r>
            <a:r>
              <a:rPr sz="2400" spc="-15" dirty="0">
                <a:solidFill>
                  <a:srgbClr val="0F469B"/>
                </a:solidFill>
                <a:latin typeface="+mj-lt"/>
              </a:rPr>
              <a:t>Preferred</a:t>
            </a:r>
            <a:r>
              <a:rPr sz="2400" dirty="0">
                <a:solidFill>
                  <a:srgbClr val="0F469B"/>
                </a:solidFill>
                <a:latin typeface="+mj-lt"/>
              </a:rPr>
              <a:t> </a:t>
            </a:r>
            <a:r>
              <a:rPr sz="2400" spc="-10" dirty="0">
                <a:solidFill>
                  <a:srgbClr val="0F469B"/>
                </a:solidFill>
                <a:latin typeface="+mj-lt"/>
              </a:rPr>
              <a:t>Ontology</a:t>
            </a:r>
            <a:r>
              <a:rPr sz="2400" dirty="0">
                <a:solidFill>
                  <a:srgbClr val="0F469B"/>
                </a:solidFill>
                <a:latin typeface="+mj-lt"/>
              </a:rPr>
              <a:t> </a:t>
            </a:r>
            <a:r>
              <a:rPr sz="2400" spc="-10" dirty="0">
                <a:solidFill>
                  <a:srgbClr val="0F469B"/>
                </a:solidFill>
                <a:latin typeface="+mj-lt"/>
              </a:rPr>
              <a:t>PPO</a:t>
            </a:r>
            <a:r>
              <a:rPr sz="2400" spc="-5" dirty="0">
                <a:solidFill>
                  <a:srgbClr val="0F469B"/>
                </a:solidFill>
                <a:latin typeface="+mj-lt"/>
              </a:rPr>
              <a:t> </a:t>
            </a:r>
            <a:r>
              <a:rPr sz="2400" spc="-35" dirty="0">
                <a:solidFill>
                  <a:srgbClr val="0F469B"/>
                </a:solidFill>
                <a:latin typeface="+mj-lt"/>
              </a:rPr>
              <a:t>(Taxonomy</a:t>
            </a:r>
            <a:r>
              <a:rPr sz="2400" spc="-10" dirty="0">
                <a:solidFill>
                  <a:srgbClr val="0F469B"/>
                </a:solidFill>
                <a:latin typeface="+mj-lt"/>
              </a:rPr>
              <a:t> Standard)</a:t>
            </a:r>
            <a:r>
              <a:rPr sz="2400" dirty="0">
                <a:solidFill>
                  <a:srgbClr val="0F469B"/>
                </a:solidFill>
                <a:latin typeface="+mj-lt"/>
              </a:rPr>
              <a:t> &amp;</a:t>
            </a:r>
            <a:r>
              <a:rPr sz="2400" spc="-15" dirty="0">
                <a:solidFill>
                  <a:srgbClr val="0F469B"/>
                </a:solidFill>
                <a:latin typeface="+mj-lt"/>
              </a:rPr>
              <a:t> </a:t>
            </a:r>
            <a:r>
              <a:rPr sz="2400" spc="-5" dirty="0">
                <a:solidFill>
                  <a:srgbClr val="0F469B"/>
                </a:solidFill>
                <a:latin typeface="+mj-lt"/>
              </a:rPr>
              <a:t>Business</a:t>
            </a:r>
            <a:r>
              <a:rPr sz="2400" spc="25" dirty="0">
                <a:solidFill>
                  <a:srgbClr val="0F469B"/>
                </a:solidFill>
                <a:latin typeface="+mj-lt"/>
              </a:rPr>
              <a:t> </a:t>
            </a:r>
            <a:r>
              <a:rPr sz="2400" spc="-5" dirty="0">
                <a:solidFill>
                  <a:srgbClr val="0F469B"/>
                </a:solidFill>
                <a:latin typeface="+mj-lt"/>
              </a:rPr>
              <a:t>Benefits…</a:t>
            </a:r>
            <a:endParaRPr sz="2400" dirty="0">
              <a:latin typeface="+mj-lt"/>
            </a:endParaRPr>
          </a:p>
        </p:txBody>
      </p:sp>
      <p:sp>
        <p:nvSpPr>
          <p:cNvPr id="3" name="object 3"/>
          <p:cNvSpPr txBox="1"/>
          <p:nvPr/>
        </p:nvSpPr>
        <p:spPr>
          <a:xfrm>
            <a:off x="5367273" y="6614261"/>
            <a:ext cx="1457960" cy="212238"/>
          </a:xfrm>
          <a:prstGeom prst="rect">
            <a:avLst/>
          </a:prstGeom>
        </p:spPr>
        <p:txBody>
          <a:bodyPr vert="horz" wrap="square" lIns="0" tIns="12065" rIns="0" bIns="0" rtlCol="0">
            <a:spAutoFit/>
          </a:bodyPr>
          <a:lstStyle/>
          <a:p>
            <a:pPr marL="12700">
              <a:lnSpc>
                <a:spcPct val="100000"/>
              </a:lnSpc>
              <a:spcBef>
                <a:spcPts val="95"/>
              </a:spcBef>
            </a:pPr>
            <a:r>
              <a:rPr sz="1300" spc="-15" dirty="0">
                <a:solidFill>
                  <a:srgbClr val="08224E"/>
                </a:solidFill>
                <a:latin typeface="+mj-lt"/>
                <a:cs typeface="Calibri"/>
                <a:hlinkClick r:id="rId2"/>
              </a:rPr>
              <a:t>www.piloggroup.com</a:t>
            </a:r>
            <a:endParaRPr sz="1300">
              <a:latin typeface="+mj-lt"/>
              <a:cs typeface="Calibri"/>
            </a:endParaRPr>
          </a:p>
        </p:txBody>
      </p:sp>
      <p:sp>
        <p:nvSpPr>
          <p:cNvPr id="4" name="object 4"/>
          <p:cNvSpPr txBox="1"/>
          <p:nvPr/>
        </p:nvSpPr>
        <p:spPr>
          <a:xfrm>
            <a:off x="320141" y="844427"/>
            <a:ext cx="11516360" cy="2038985"/>
          </a:xfrm>
          <a:prstGeom prst="rect">
            <a:avLst/>
          </a:prstGeom>
        </p:spPr>
        <p:txBody>
          <a:bodyPr vert="horz" wrap="square" lIns="0" tIns="12065" rIns="0" bIns="0" rtlCol="0">
            <a:spAutoFit/>
          </a:bodyPr>
          <a:lstStyle/>
          <a:p>
            <a:pPr marL="12700" marR="5080" algn="just">
              <a:lnSpc>
                <a:spcPct val="115100"/>
              </a:lnSpc>
              <a:spcBef>
                <a:spcPts val="95"/>
              </a:spcBef>
            </a:pPr>
            <a:r>
              <a:rPr sz="1600" spc="-5" dirty="0">
                <a:solidFill>
                  <a:srgbClr val="0F469B"/>
                </a:solidFill>
                <a:latin typeface="+mj-lt"/>
                <a:cs typeface="Calibri"/>
              </a:rPr>
              <a:t>PiLog </a:t>
            </a:r>
            <a:r>
              <a:rPr sz="1600" spc="-10" dirty="0">
                <a:solidFill>
                  <a:srgbClr val="0F469B"/>
                </a:solidFill>
                <a:latin typeface="+mj-lt"/>
                <a:cs typeface="Calibri"/>
              </a:rPr>
              <a:t>through out </a:t>
            </a:r>
            <a:r>
              <a:rPr sz="1600" spc="-5" dirty="0">
                <a:solidFill>
                  <a:srgbClr val="0F469B"/>
                </a:solidFill>
                <a:latin typeface="+mj-lt"/>
                <a:cs typeface="Calibri"/>
              </a:rPr>
              <a:t>the 25 </a:t>
            </a:r>
            <a:r>
              <a:rPr sz="1600" spc="-15" dirty="0">
                <a:solidFill>
                  <a:srgbClr val="0F469B"/>
                </a:solidFill>
                <a:latin typeface="+mj-lt"/>
                <a:cs typeface="Calibri"/>
              </a:rPr>
              <a:t>years </a:t>
            </a:r>
            <a:r>
              <a:rPr sz="1600" spc="-5" dirty="0">
                <a:solidFill>
                  <a:srgbClr val="0F469B"/>
                </a:solidFill>
                <a:latin typeface="+mj-lt"/>
                <a:cs typeface="Calibri"/>
              </a:rPr>
              <a:t>of </a:t>
            </a:r>
            <a:r>
              <a:rPr sz="1600" spc="-10" dirty="0">
                <a:solidFill>
                  <a:srgbClr val="0F469B"/>
                </a:solidFill>
                <a:latin typeface="+mj-lt"/>
                <a:cs typeface="Calibri"/>
              </a:rPr>
              <a:t>experience </a:t>
            </a:r>
            <a:r>
              <a:rPr sz="1600" dirty="0">
                <a:solidFill>
                  <a:srgbClr val="0F469B"/>
                </a:solidFill>
                <a:latin typeface="+mj-lt"/>
                <a:cs typeface="Calibri"/>
              </a:rPr>
              <a:t>in </a:t>
            </a:r>
            <a:r>
              <a:rPr sz="1600" spc="-10" dirty="0">
                <a:solidFill>
                  <a:srgbClr val="0F469B"/>
                </a:solidFill>
                <a:latin typeface="+mj-lt"/>
                <a:cs typeface="Calibri"/>
              </a:rPr>
              <a:t>master </a:t>
            </a:r>
            <a:r>
              <a:rPr sz="1600" spc="-15" dirty="0">
                <a:solidFill>
                  <a:srgbClr val="0F469B"/>
                </a:solidFill>
                <a:latin typeface="+mj-lt"/>
                <a:cs typeface="Calibri"/>
              </a:rPr>
              <a:t>data </a:t>
            </a:r>
            <a:r>
              <a:rPr sz="1600" spc="-5" dirty="0">
                <a:solidFill>
                  <a:srgbClr val="0F469B"/>
                </a:solidFill>
                <a:latin typeface="+mj-lt"/>
                <a:cs typeface="Calibri"/>
              </a:rPr>
              <a:t>solutions </a:t>
            </a:r>
            <a:r>
              <a:rPr sz="1600" spc="-10" dirty="0">
                <a:solidFill>
                  <a:srgbClr val="0F469B"/>
                </a:solidFill>
                <a:latin typeface="+mj-lt"/>
                <a:cs typeface="Calibri"/>
              </a:rPr>
              <a:t>across </a:t>
            </a:r>
            <a:r>
              <a:rPr sz="1600" spc="-15" dirty="0">
                <a:solidFill>
                  <a:srgbClr val="0F469B"/>
                </a:solidFill>
                <a:latin typeface="+mj-lt"/>
                <a:cs typeface="Calibri"/>
              </a:rPr>
              <a:t>different </a:t>
            </a:r>
            <a:r>
              <a:rPr sz="1600" spc="-10" dirty="0">
                <a:solidFill>
                  <a:srgbClr val="0F469B"/>
                </a:solidFill>
                <a:latin typeface="+mj-lt"/>
                <a:cs typeface="Calibri"/>
              </a:rPr>
              <a:t>industries </a:t>
            </a:r>
            <a:r>
              <a:rPr sz="1600" spc="-15" dirty="0">
                <a:solidFill>
                  <a:srgbClr val="0F469B"/>
                </a:solidFill>
                <a:latin typeface="+mj-lt"/>
                <a:cs typeface="Calibri"/>
              </a:rPr>
              <a:t>have </a:t>
            </a:r>
            <a:r>
              <a:rPr sz="1600" spc="-5" dirty="0">
                <a:solidFill>
                  <a:srgbClr val="0F469B"/>
                </a:solidFill>
                <a:latin typeface="+mj-lt"/>
                <a:cs typeface="Calibri"/>
              </a:rPr>
              <a:t>developed PiLog </a:t>
            </a:r>
            <a:r>
              <a:rPr sz="1600" spc="-15" dirty="0">
                <a:solidFill>
                  <a:srgbClr val="0F469B"/>
                </a:solidFill>
                <a:latin typeface="+mj-lt"/>
                <a:cs typeface="Calibri"/>
              </a:rPr>
              <a:t>Preferred </a:t>
            </a:r>
            <a:r>
              <a:rPr sz="1600" spc="-10" dirty="0">
                <a:solidFill>
                  <a:srgbClr val="0F469B"/>
                </a:solidFill>
                <a:latin typeface="+mj-lt"/>
                <a:cs typeface="Calibri"/>
              </a:rPr>
              <a:t>Ontology </a:t>
            </a:r>
            <a:r>
              <a:rPr sz="1600" spc="-5" dirty="0">
                <a:solidFill>
                  <a:srgbClr val="0F469B"/>
                </a:solidFill>
                <a:latin typeface="+mj-lt"/>
                <a:cs typeface="Calibri"/>
              </a:rPr>
              <a:t> (PPO) which </a:t>
            </a:r>
            <a:r>
              <a:rPr sz="1600" dirty="0">
                <a:solidFill>
                  <a:srgbClr val="0F469B"/>
                </a:solidFill>
                <a:latin typeface="+mj-lt"/>
                <a:cs typeface="Calibri"/>
              </a:rPr>
              <a:t>is </a:t>
            </a:r>
            <a:r>
              <a:rPr sz="1600" spc="-5" dirty="0">
                <a:solidFill>
                  <a:srgbClr val="0F469B"/>
                </a:solidFill>
                <a:latin typeface="+mj-lt"/>
                <a:cs typeface="Calibri"/>
              </a:rPr>
              <a:t>a </a:t>
            </a:r>
            <a:r>
              <a:rPr sz="1600" spc="-25" dirty="0">
                <a:solidFill>
                  <a:srgbClr val="0F469B"/>
                </a:solidFill>
                <a:latin typeface="+mj-lt"/>
                <a:cs typeface="Calibri"/>
              </a:rPr>
              <a:t>Technical </a:t>
            </a:r>
            <a:r>
              <a:rPr sz="1600" spc="-5" dirty="0">
                <a:solidFill>
                  <a:srgbClr val="0F469B"/>
                </a:solidFill>
                <a:latin typeface="+mj-lt"/>
                <a:cs typeface="Calibri"/>
              </a:rPr>
              <a:t>Dictionary that complies </a:t>
            </a:r>
            <a:r>
              <a:rPr sz="1600" dirty="0">
                <a:solidFill>
                  <a:srgbClr val="0F469B"/>
                </a:solidFill>
                <a:latin typeface="+mj-lt"/>
                <a:cs typeface="Calibri"/>
              </a:rPr>
              <a:t>with </a:t>
            </a:r>
            <a:r>
              <a:rPr sz="1600" spc="-5" dirty="0">
                <a:solidFill>
                  <a:srgbClr val="0F469B"/>
                </a:solidFill>
                <a:latin typeface="+mj-lt"/>
                <a:cs typeface="Calibri"/>
              </a:rPr>
              <a:t>the ISO 8000 </a:t>
            </a:r>
            <a:r>
              <a:rPr sz="1600" spc="-10" dirty="0">
                <a:solidFill>
                  <a:srgbClr val="0F469B"/>
                </a:solidFill>
                <a:latin typeface="+mj-lt"/>
                <a:cs typeface="Calibri"/>
              </a:rPr>
              <a:t>standard. </a:t>
            </a:r>
            <a:r>
              <a:rPr sz="1600" spc="-5" dirty="0">
                <a:solidFill>
                  <a:srgbClr val="0F469B"/>
                </a:solidFill>
                <a:latin typeface="+mj-lt"/>
                <a:cs typeface="Calibri"/>
              </a:rPr>
              <a:t>The PPO </a:t>
            </a:r>
            <a:r>
              <a:rPr sz="1600" dirty="0">
                <a:solidFill>
                  <a:srgbClr val="0F469B"/>
                </a:solidFill>
                <a:latin typeface="+mj-lt"/>
                <a:cs typeface="Calibri"/>
              </a:rPr>
              <a:t>is </a:t>
            </a:r>
            <a:r>
              <a:rPr sz="1600" spc="-5" dirty="0">
                <a:solidFill>
                  <a:srgbClr val="0F469B"/>
                </a:solidFill>
                <a:latin typeface="+mj-lt"/>
                <a:cs typeface="Calibri"/>
              </a:rPr>
              <a:t>a best defined industry specific dictionary </a:t>
            </a:r>
            <a:r>
              <a:rPr sz="1600" dirty="0">
                <a:solidFill>
                  <a:srgbClr val="0F469B"/>
                </a:solidFill>
                <a:latin typeface="+mj-lt"/>
                <a:cs typeface="Calibri"/>
              </a:rPr>
              <a:t> </a:t>
            </a:r>
            <a:r>
              <a:rPr sz="1600" spc="-10" dirty="0">
                <a:solidFill>
                  <a:srgbClr val="0F469B"/>
                </a:solidFill>
                <a:latin typeface="+mj-lt"/>
                <a:cs typeface="Calibri"/>
              </a:rPr>
              <a:t>covering</a:t>
            </a:r>
            <a:r>
              <a:rPr sz="1600" spc="25" dirty="0">
                <a:solidFill>
                  <a:srgbClr val="0F469B"/>
                </a:solidFill>
                <a:latin typeface="+mj-lt"/>
                <a:cs typeface="Calibri"/>
              </a:rPr>
              <a:t> </a:t>
            </a:r>
            <a:r>
              <a:rPr sz="1600" dirty="0">
                <a:solidFill>
                  <a:srgbClr val="0F469B"/>
                </a:solidFill>
                <a:latin typeface="+mj-lt"/>
                <a:cs typeface="Calibri"/>
              </a:rPr>
              <a:t>all</a:t>
            </a:r>
            <a:r>
              <a:rPr sz="1600" spc="-20" dirty="0">
                <a:solidFill>
                  <a:srgbClr val="0F469B"/>
                </a:solidFill>
                <a:latin typeface="+mj-lt"/>
                <a:cs typeface="Calibri"/>
              </a:rPr>
              <a:t> </a:t>
            </a:r>
            <a:r>
              <a:rPr sz="1600" spc="-5" dirty="0">
                <a:solidFill>
                  <a:srgbClr val="0F469B"/>
                </a:solidFill>
                <a:latin typeface="+mj-lt"/>
                <a:cs typeface="Calibri"/>
              </a:rPr>
              <a:t>industry </a:t>
            </a:r>
            <a:r>
              <a:rPr sz="1600" spc="-10" dirty="0">
                <a:solidFill>
                  <a:srgbClr val="0F469B"/>
                </a:solidFill>
                <a:latin typeface="+mj-lt"/>
                <a:cs typeface="Calibri"/>
              </a:rPr>
              <a:t>verticals</a:t>
            </a:r>
            <a:r>
              <a:rPr sz="1600" spc="-5" dirty="0">
                <a:solidFill>
                  <a:srgbClr val="0F469B"/>
                </a:solidFill>
                <a:latin typeface="+mj-lt"/>
                <a:cs typeface="Calibri"/>
              </a:rPr>
              <a:t> </a:t>
            </a:r>
            <a:r>
              <a:rPr sz="1600" spc="-10" dirty="0">
                <a:solidFill>
                  <a:srgbClr val="0F469B"/>
                </a:solidFill>
                <a:latin typeface="+mj-lt"/>
                <a:cs typeface="Calibri"/>
              </a:rPr>
              <a:t>such</a:t>
            </a:r>
            <a:r>
              <a:rPr sz="1600" dirty="0">
                <a:solidFill>
                  <a:srgbClr val="0F469B"/>
                </a:solidFill>
                <a:latin typeface="+mj-lt"/>
                <a:cs typeface="Calibri"/>
              </a:rPr>
              <a:t> </a:t>
            </a:r>
            <a:r>
              <a:rPr sz="1600" spc="-5" dirty="0">
                <a:solidFill>
                  <a:srgbClr val="0F469B"/>
                </a:solidFill>
                <a:latin typeface="+mj-lt"/>
                <a:cs typeface="Calibri"/>
              </a:rPr>
              <a:t>as </a:t>
            </a:r>
            <a:r>
              <a:rPr sz="1600" spc="-10" dirty="0">
                <a:solidFill>
                  <a:srgbClr val="0F469B"/>
                </a:solidFill>
                <a:latin typeface="+mj-lt"/>
                <a:cs typeface="Calibri"/>
              </a:rPr>
              <a:t>Petrochemical,</a:t>
            </a:r>
            <a:r>
              <a:rPr sz="1600" spc="30" dirty="0">
                <a:solidFill>
                  <a:srgbClr val="0F469B"/>
                </a:solidFill>
                <a:latin typeface="+mj-lt"/>
                <a:cs typeface="Calibri"/>
              </a:rPr>
              <a:t> </a:t>
            </a:r>
            <a:r>
              <a:rPr sz="1600" spc="-15" dirty="0">
                <a:solidFill>
                  <a:srgbClr val="0F469B"/>
                </a:solidFill>
                <a:latin typeface="+mj-lt"/>
                <a:cs typeface="Calibri"/>
              </a:rPr>
              <a:t>Iron</a:t>
            </a:r>
            <a:r>
              <a:rPr sz="1600" spc="10" dirty="0">
                <a:solidFill>
                  <a:srgbClr val="0F469B"/>
                </a:solidFill>
                <a:latin typeface="+mj-lt"/>
                <a:cs typeface="Calibri"/>
              </a:rPr>
              <a:t> </a:t>
            </a:r>
            <a:r>
              <a:rPr sz="1600" spc="-5" dirty="0">
                <a:solidFill>
                  <a:srgbClr val="0F469B"/>
                </a:solidFill>
                <a:latin typeface="+mj-lt"/>
                <a:cs typeface="Calibri"/>
              </a:rPr>
              <a:t>&amp;</a:t>
            </a:r>
            <a:r>
              <a:rPr sz="1600" spc="5" dirty="0">
                <a:solidFill>
                  <a:srgbClr val="0F469B"/>
                </a:solidFill>
                <a:latin typeface="+mj-lt"/>
                <a:cs typeface="Calibri"/>
              </a:rPr>
              <a:t> </a:t>
            </a:r>
            <a:r>
              <a:rPr sz="1600" spc="-10" dirty="0">
                <a:solidFill>
                  <a:srgbClr val="0F469B"/>
                </a:solidFill>
                <a:latin typeface="+mj-lt"/>
                <a:cs typeface="Calibri"/>
              </a:rPr>
              <a:t>Steel,</a:t>
            </a:r>
            <a:r>
              <a:rPr sz="1600" dirty="0">
                <a:solidFill>
                  <a:srgbClr val="0F469B"/>
                </a:solidFill>
                <a:latin typeface="+mj-lt"/>
                <a:cs typeface="Calibri"/>
              </a:rPr>
              <a:t> </a:t>
            </a:r>
            <a:r>
              <a:rPr sz="1600" spc="-5" dirty="0">
                <a:solidFill>
                  <a:srgbClr val="0F469B"/>
                </a:solidFill>
                <a:latin typeface="+mj-lt"/>
                <a:cs typeface="Calibri"/>
              </a:rPr>
              <a:t>Oil</a:t>
            </a:r>
            <a:r>
              <a:rPr sz="1600" spc="10" dirty="0">
                <a:solidFill>
                  <a:srgbClr val="0F469B"/>
                </a:solidFill>
                <a:latin typeface="+mj-lt"/>
                <a:cs typeface="Calibri"/>
              </a:rPr>
              <a:t> </a:t>
            </a:r>
            <a:r>
              <a:rPr sz="1600" spc="-5" dirty="0">
                <a:solidFill>
                  <a:srgbClr val="0F469B"/>
                </a:solidFill>
                <a:latin typeface="+mj-lt"/>
                <a:cs typeface="Calibri"/>
              </a:rPr>
              <a:t>&amp;</a:t>
            </a:r>
            <a:r>
              <a:rPr sz="1600" spc="-15" dirty="0">
                <a:solidFill>
                  <a:srgbClr val="0F469B"/>
                </a:solidFill>
                <a:latin typeface="+mj-lt"/>
                <a:cs typeface="Calibri"/>
              </a:rPr>
              <a:t> </a:t>
            </a:r>
            <a:r>
              <a:rPr sz="1600" spc="-5" dirty="0">
                <a:solidFill>
                  <a:srgbClr val="0F469B"/>
                </a:solidFill>
                <a:latin typeface="+mj-lt"/>
                <a:cs typeface="Calibri"/>
              </a:rPr>
              <a:t>Gas,</a:t>
            </a:r>
            <a:r>
              <a:rPr sz="1600" spc="15" dirty="0">
                <a:solidFill>
                  <a:srgbClr val="0F469B"/>
                </a:solidFill>
                <a:latin typeface="+mj-lt"/>
                <a:cs typeface="Calibri"/>
              </a:rPr>
              <a:t> </a:t>
            </a:r>
            <a:r>
              <a:rPr sz="1600" spc="-10" dirty="0">
                <a:solidFill>
                  <a:srgbClr val="0F469B"/>
                </a:solidFill>
                <a:latin typeface="+mj-lt"/>
                <a:cs typeface="Calibri"/>
              </a:rPr>
              <a:t>Cement,</a:t>
            </a:r>
            <a:r>
              <a:rPr sz="1600" spc="15" dirty="0">
                <a:solidFill>
                  <a:srgbClr val="0F469B"/>
                </a:solidFill>
                <a:latin typeface="+mj-lt"/>
                <a:cs typeface="Calibri"/>
              </a:rPr>
              <a:t> </a:t>
            </a:r>
            <a:r>
              <a:rPr sz="1600" spc="-20" dirty="0">
                <a:solidFill>
                  <a:srgbClr val="0F469B"/>
                </a:solidFill>
                <a:latin typeface="+mj-lt"/>
                <a:cs typeface="Calibri"/>
              </a:rPr>
              <a:t>Transport,</a:t>
            </a:r>
            <a:r>
              <a:rPr sz="1600" spc="25" dirty="0">
                <a:solidFill>
                  <a:srgbClr val="0F469B"/>
                </a:solidFill>
                <a:latin typeface="+mj-lt"/>
                <a:cs typeface="Calibri"/>
              </a:rPr>
              <a:t> </a:t>
            </a:r>
            <a:r>
              <a:rPr sz="1600" spc="-5" dirty="0">
                <a:solidFill>
                  <a:srgbClr val="0F469B"/>
                </a:solidFill>
                <a:latin typeface="+mj-lt"/>
                <a:cs typeface="Calibri"/>
              </a:rPr>
              <a:t>Utilities,</a:t>
            </a:r>
            <a:r>
              <a:rPr sz="1600" spc="-25" dirty="0">
                <a:solidFill>
                  <a:srgbClr val="0F469B"/>
                </a:solidFill>
                <a:latin typeface="+mj-lt"/>
                <a:cs typeface="Calibri"/>
              </a:rPr>
              <a:t> </a:t>
            </a:r>
            <a:r>
              <a:rPr sz="1600" spc="-15" dirty="0">
                <a:solidFill>
                  <a:srgbClr val="0F469B"/>
                </a:solidFill>
                <a:latin typeface="+mj-lt"/>
                <a:cs typeface="Calibri"/>
              </a:rPr>
              <a:t>Retail</a:t>
            </a:r>
            <a:r>
              <a:rPr sz="1600" spc="10" dirty="0">
                <a:solidFill>
                  <a:srgbClr val="0F469B"/>
                </a:solidFill>
                <a:latin typeface="+mj-lt"/>
                <a:cs typeface="Calibri"/>
              </a:rPr>
              <a:t> </a:t>
            </a:r>
            <a:r>
              <a:rPr sz="1600" spc="-15" dirty="0">
                <a:solidFill>
                  <a:srgbClr val="0F469B"/>
                </a:solidFill>
                <a:latin typeface="+mj-lt"/>
                <a:cs typeface="Calibri"/>
              </a:rPr>
              <a:t>etc.</a:t>
            </a:r>
            <a:endParaRPr sz="1600" dirty="0">
              <a:latin typeface="+mj-lt"/>
              <a:cs typeface="Calibri"/>
            </a:endParaRPr>
          </a:p>
          <a:p>
            <a:pPr>
              <a:lnSpc>
                <a:spcPct val="100000"/>
              </a:lnSpc>
              <a:spcBef>
                <a:spcPts val="35"/>
              </a:spcBef>
            </a:pPr>
            <a:endParaRPr sz="2100" dirty="0">
              <a:latin typeface="+mj-lt"/>
              <a:cs typeface="Calibri"/>
            </a:endParaRPr>
          </a:p>
          <a:p>
            <a:pPr marL="12700" marR="5080" algn="just">
              <a:lnSpc>
                <a:spcPct val="115100"/>
              </a:lnSpc>
              <a:spcBef>
                <a:spcPts val="5"/>
              </a:spcBef>
            </a:pPr>
            <a:r>
              <a:rPr sz="1600" spc="-10" dirty="0">
                <a:solidFill>
                  <a:srgbClr val="0F469B"/>
                </a:solidFill>
                <a:latin typeface="+mj-lt"/>
                <a:cs typeface="Calibri"/>
              </a:rPr>
              <a:t>Each </a:t>
            </a:r>
            <a:r>
              <a:rPr sz="1600" spc="-5" dirty="0">
                <a:solidFill>
                  <a:srgbClr val="0F469B"/>
                </a:solidFill>
                <a:latin typeface="+mj-lt"/>
                <a:cs typeface="Calibri"/>
              </a:rPr>
              <a:t>PPO class </a:t>
            </a:r>
            <a:r>
              <a:rPr sz="1600" dirty="0">
                <a:solidFill>
                  <a:srgbClr val="0F469B"/>
                </a:solidFill>
                <a:latin typeface="+mj-lt"/>
                <a:cs typeface="Calibri"/>
              </a:rPr>
              <a:t>is </a:t>
            </a:r>
            <a:r>
              <a:rPr sz="1600" spc="-5" dirty="0">
                <a:solidFill>
                  <a:srgbClr val="0F469B"/>
                </a:solidFill>
                <a:latin typeface="+mj-lt"/>
                <a:cs typeface="Calibri"/>
              </a:rPr>
              <a:t>a </a:t>
            </a:r>
            <a:r>
              <a:rPr sz="1600" spc="-10" dirty="0">
                <a:solidFill>
                  <a:srgbClr val="0F469B"/>
                </a:solidFill>
                <a:latin typeface="+mj-lt"/>
                <a:cs typeface="Calibri"/>
              </a:rPr>
              <a:t>combination </a:t>
            </a:r>
            <a:r>
              <a:rPr sz="1600" spc="-5" dirty="0">
                <a:solidFill>
                  <a:srgbClr val="0F469B"/>
                </a:solidFill>
                <a:latin typeface="+mj-lt"/>
                <a:cs typeface="Calibri"/>
              </a:rPr>
              <a:t>of object-qualifier </a:t>
            </a:r>
            <a:r>
              <a:rPr sz="1600" dirty="0">
                <a:solidFill>
                  <a:srgbClr val="0F469B"/>
                </a:solidFill>
                <a:latin typeface="+mj-lt"/>
                <a:cs typeface="Calibri"/>
              </a:rPr>
              <a:t>or </a:t>
            </a:r>
            <a:r>
              <a:rPr sz="1600" spc="-15" dirty="0">
                <a:solidFill>
                  <a:srgbClr val="0F469B"/>
                </a:solidFill>
                <a:latin typeface="+mj-lt"/>
                <a:cs typeface="Calibri"/>
              </a:rPr>
              <a:t>noun-modifier, </a:t>
            </a:r>
            <a:r>
              <a:rPr sz="1600" spc="-5" dirty="0">
                <a:solidFill>
                  <a:srgbClr val="0F469B"/>
                </a:solidFill>
                <a:latin typeface="+mj-lt"/>
                <a:cs typeface="Calibri"/>
              </a:rPr>
              <a:t>which </a:t>
            </a:r>
            <a:r>
              <a:rPr sz="1600" spc="-10" dirty="0">
                <a:solidFill>
                  <a:srgbClr val="0F469B"/>
                </a:solidFill>
                <a:latin typeface="+mj-lt"/>
                <a:cs typeface="Calibri"/>
              </a:rPr>
              <a:t>in </a:t>
            </a:r>
            <a:r>
              <a:rPr sz="1600" spc="-5" dirty="0">
                <a:solidFill>
                  <a:srgbClr val="0F469B"/>
                </a:solidFill>
                <a:latin typeface="+mj-lt"/>
                <a:cs typeface="Calibri"/>
              </a:rPr>
              <a:t>turn </a:t>
            </a:r>
            <a:r>
              <a:rPr sz="1600" dirty="0">
                <a:solidFill>
                  <a:srgbClr val="0F469B"/>
                </a:solidFill>
                <a:latin typeface="+mj-lt"/>
                <a:cs typeface="Calibri"/>
              </a:rPr>
              <a:t>is </a:t>
            </a:r>
            <a:r>
              <a:rPr sz="1600" spc="-15" dirty="0">
                <a:solidFill>
                  <a:srgbClr val="0F469B"/>
                </a:solidFill>
                <a:latin typeface="+mj-lt"/>
                <a:cs typeface="Calibri"/>
              </a:rPr>
              <a:t>linked </a:t>
            </a:r>
            <a:r>
              <a:rPr sz="1600" spc="-10" dirty="0">
                <a:solidFill>
                  <a:srgbClr val="0F469B"/>
                </a:solidFill>
                <a:latin typeface="+mj-lt"/>
                <a:cs typeface="Calibri"/>
              </a:rPr>
              <a:t>to </a:t>
            </a:r>
            <a:r>
              <a:rPr sz="1600" spc="-5" dirty="0">
                <a:solidFill>
                  <a:srgbClr val="0F469B"/>
                </a:solidFill>
                <a:latin typeface="+mj-lt"/>
                <a:cs typeface="Calibri"/>
              </a:rPr>
              <a:t>either a </a:t>
            </a:r>
            <a:r>
              <a:rPr sz="1600" spc="-10" dirty="0">
                <a:solidFill>
                  <a:srgbClr val="0F469B"/>
                </a:solidFill>
                <a:latin typeface="+mj-lt"/>
                <a:cs typeface="Calibri"/>
              </a:rPr>
              <a:t>material group </a:t>
            </a:r>
            <a:r>
              <a:rPr sz="1600" dirty="0">
                <a:solidFill>
                  <a:srgbClr val="0F469B"/>
                </a:solidFill>
                <a:latin typeface="+mj-lt"/>
                <a:cs typeface="Calibri"/>
              </a:rPr>
              <a:t>or </a:t>
            </a:r>
            <a:r>
              <a:rPr sz="1600" spc="-5" dirty="0">
                <a:solidFill>
                  <a:srgbClr val="0F469B"/>
                </a:solidFill>
                <a:latin typeface="+mj-lt"/>
                <a:cs typeface="Calibri"/>
              </a:rPr>
              <a:t>UNSPSC code </a:t>
            </a:r>
            <a:r>
              <a:rPr sz="1600" dirty="0">
                <a:solidFill>
                  <a:srgbClr val="0F469B"/>
                </a:solidFill>
                <a:latin typeface="+mj-lt"/>
                <a:cs typeface="Calibri"/>
              </a:rPr>
              <a:t> </a:t>
            </a:r>
            <a:r>
              <a:rPr sz="1600" spc="-10" dirty="0">
                <a:solidFill>
                  <a:srgbClr val="0F469B"/>
                </a:solidFill>
                <a:latin typeface="+mj-lt"/>
                <a:cs typeface="Calibri"/>
              </a:rPr>
              <a:t>depending </a:t>
            </a:r>
            <a:r>
              <a:rPr sz="1600" spc="-5" dirty="0">
                <a:solidFill>
                  <a:srgbClr val="0F469B"/>
                </a:solidFill>
                <a:latin typeface="+mj-lt"/>
                <a:cs typeface="Calibri"/>
              </a:rPr>
              <a:t>on the customer </a:t>
            </a:r>
            <a:r>
              <a:rPr sz="1600" spc="-10" dirty="0">
                <a:solidFill>
                  <a:srgbClr val="0F469B"/>
                </a:solidFill>
                <a:latin typeface="+mj-lt"/>
                <a:cs typeface="Calibri"/>
              </a:rPr>
              <a:t>requirement for </a:t>
            </a:r>
            <a:r>
              <a:rPr sz="1600" spc="-5" dirty="0">
                <a:solidFill>
                  <a:srgbClr val="0F469B"/>
                </a:solidFill>
                <a:latin typeface="+mj-lt"/>
                <a:cs typeface="Calibri"/>
              </a:rPr>
              <a:t>the spend </a:t>
            </a:r>
            <a:r>
              <a:rPr sz="1600" spc="-10" dirty="0">
                <a:solidFill>
                  <a:srgbClr val="0F469B"/>
                </a:solidFill>
                <a:latin typeface="+mj-lt"/>
                <a:cs typeface="Calibri"/>
              </a:rPr>
              <a:t>analysis. Each </a:t>
            </a:r>
            <a:r>
              <a:rPr sz="1600" spc="-5" dirty="0">
                <a:solidFill>
                  <a:srgbClr val="0F469B"/>
                </a:solidFill>
                <a:latin typeface="+mj-lt"/>
                <a:cs typeface="Calibri"/>
              </a:rPr>
              <a:t>class </a:t>
            </a:r>
            <a:r>
              <a:rPr sz="1600" spc="-10" dirty="0">
                <a:solidFill>
                  <a:srgbClr val="0F469B"/>
                </a:solidFill>
                <a:latin typeface="+mj-lt"/>
                <a:cs typeface="Calibri"/>
              </a:rPr>
              <a:t>in </a:t>
            </a:r>
            <a:r>
              <a:rPr sz="1600" spc="-5" dirty="0">
                <a:solidFill>
                  <a:srgbClr val="0F469B"/>
                </a:solidFill>
                <a:latin typeface="+mj-lt"/>
                <a:cs typeface="Calibri"/>
              </a:rPr>
              <a:t>the </a:t>
            </a:r>
            <a:r>
              <a:rPr sz="1600" dirty="0">
                <a:solidFill>
                  <a:srgbClr val="0F469B"/>
                </a:solidFill>
                <a:latin typeface="+mj-lt"/>
                <a:cs typeface="Calibri"/>
              </a:rPr>
              <a:t>PPO </a:t>
            </a:r>
            <a:r>
              <a:rPr sz="1600" spc="-10" dirty="0">
                <a:solidFill>
                  <a:srgbClr val="0F469B"/>
                </a:solidFill>
                <a:latin typeface="+mj-lt"/>
                <a:cs typeface="Calibri"/>
              </a:rPr>
              <a:t>dictionary</a:t>
            </a:r>
            <a:r>
              <a:rPr sz="1600" spc="340" dirty="0">
                <a:solidFill>
                  <a:srgbClr val="0F469B"/>
                </a:solidFill>
                <a:latin typeface="+mj-lt"/>
                <a:cs typeface="Calibri"/>
              </a:rPr>
              <a:t> </a:t>
            </a:r>
            <a:r>
              <a:rPr sz="1600" spc="-5" dirty="0">
                <a:solidFill>
                  <a:srgbClr val="0F469B"/>
                </a:solidFill>
                <a:latin typeface="+mj-lt"/>
                <a:cs typeface="Calibri"/>
              </a:rPr>
              <a:t>will </a:t>
            </a:r>
            <a:r>
              <a:rPr sz="1600" spc="-20" dirty="0">
                <a:solidFill>
                  <a:srgbClr val="0F469B"/>
                </a:solidFill>
                <a:latin typeface="+mj-lt"/>
                <a:cs typeface="Calibri"/>
              </a:rPr>
              <a:t>have</a:t>
            </a:r>
            <a:r>
              <a:rPr sz="1600" spc="320" dirty="0">
                <a:solidFill>
                  <a:srgbClr val="0F469B"/>
                </a:solidFill>
                <a:latin typeface="+mj-lt"/>
                <a:cs typeface="Calibri"/>
              </a:rPr>
              <a:t> </a:t>
            </a:r>
            <a:r>
              <a:rPr sz="1600" spc="-5" dirty="0">
                <a:solidFill>
                  <a:srgbClr val="0F469B"/>
                </a:solidFill>
                <a:latin typeface="+mj-lt"/>
                <a:cs typeface="Calibri"/>
              </a:rPr>
              <a:t>a </a:t>
            </a:r>
            <a:r>
              <a:rPr sz="1600" spc="-10" dirty="0">
                <a:solidFill>
                  <a:srgbClr val="0F469B"/>
                </a:solidFill>
                <a:latin typeface="+mj-lt"/>
                <a:cs typeface="Calibri"/>
              </a:rPr>
              <a:t>set</a:t>
            </a:r>
            <a:r>
              <a:rPr sz="1600" spc="345" dirty="0">
                <a:solidFill>
                  <a:srgbClr val="0F469B"/>
                </a:solidFill>
                <a:latin typeface="+mj-lt"/>
                <a:cs typeface="Calibri"/>
              </a:rPr>
              <a:t> </a:t>
            </a:r>
            <a:r>
              <a:rPr sz="1600" spc="-5" dirty="0">
                <a:solidFill>
                  <a:srgbClr val="0F469B"/>
                </a:solidFill>
                <a:latin typeface="+mj-lt"/>
                <a:cs typeface="Calibri"/>
              </a:rPr>
              <a:t>of </a:t>
            </a:r>
            <a:r>
              <a:rPr sz="1600" spc="-10" dirty="0">
                <a:solidFill>
                  <a:srgbClr val="0F469B"/>
                </a:solidFill>
                <a:latin typeface="+mj-lt"/>
                <a:cs typeface="Calibri"/>
              </a:rPr>
              <a:t>properties/attributes </a:t>
            </a:r>
            <a:r>
              <a:rPr sz="1600" spc="-5" dirty="0">
                <a:solidFill>
                  <a:srgbClr val="0F469B"/>
                </a:solidFill>
                <a:latin typeface="+mj-lt"/>
                <a:cs typeface="Calibri"/>
              </a:rPr>
              <a:t> with</a:t>
            </a:r>
            <a:r>
              <a:rPr sz="1600" dirty="0">
                <a:solidFill>
                  <a:srgbClr val="0F469B"/>
                </a:solidFill>
                <a:latin typeface="+mj-lt"/>
                <a:cs typeface="Calibri"/>
              </a:rPr>
              <a:t> </a:t>
            </a:r>
            <a:r>
              <a:rPr sz="1600" spc="-5" dirty="0">
                <a:solidFill>
                  <a:srgbClr val="0F469B"/>
                </a:solidFill>
                <a:latin typeface="+mj-lt"/>
                <a:cs typeface="Calibri"/>
              </a:rPr>
              <a:t>definition,</a:t>
            </a:r>
            <a:r>
              <a:rPr sz="1600" spc="-15" dirty="0">
                <a:solidFill>
                  <a:srgbClr val="0F469B"/>
                </a:solidFill>
                <a:latin typeface="+mj-lt"/>
                <a:cs typeface="Calibri"/>
              </a:rPr>
              <a:t> </a:t>
            </a:r>
            <a:r>
              <a:rPr sz="1600" spc="-10" dirty="0">
                <a:solidFill>
                  <a:srgbClr val="0F469B"/>
                </a:solidFill>
                <a:latin typeface="+mj-lt"/>
                <a:cs typeface="Calibri"/>
              </a:rPr>
              <a:t>abbreviation,</a:t>
            </a:r>
            <a:r>
              <a:rPr sz="1600" dirty="0">
                <a:solidFill>
                  <a:srgbClr val="0F469B"/>
                </a:solidFill>
                <a:latin typeface="+mj-lt"/>
                <a:cs typeface="Calibri"/>
              </a:rPr>
              <a:t> </a:t>
            </a:r>
            <a:r>
              <a:rPr sz="1600" spc="-5" dirty="0">
                <a:solidFill>
                  <a:srgbClr val="0F469B"/>
                </a:solidFill>
                <a:latin typeface="+mj-lt"/>
                <a:cs typeface="Calibri"/>
              </a:rPr>
              <a:t>mandatory</a:t>
            </a:r>
            <a:r>
              <a:rPr sz="1600" spc="5" dirty="0">
                <a:solidFill>
                  <a:srgbClr val="0F469B"/>
                </a:solidFill>
                <a:latin typeface="+mj-lt"/>
                <a:cs typeface="Calibri"/>
              </a:rPr>
              <a:t> </a:t>
            </a:r>
            <a:r>
              <a:rPr sz="1600" spc="-5" dirty="0">
                <a:solidFill>
                  <a:srgbClr val="0F469B"/>
                </a:solidFill>
                <a:latin typeface="+mj-lt"/>
                <a:cs typeface="Calibri"/>
              </a:rPr>
              <a:t>flag</a:t>
            </a:r>
            <a:r>
              <a:rPr sz="1600" spc="-15" dirty="0">
                <a:solidFill>
                  <a:srgbClr val="0F469B"/>
                </a:solidFill>
                <a:latin typeface="+mj-lt"/>
                <a:cs typeface="Calibri"/>
              </a:rPr>
              <a:t> </a:t>
            </a:r>
            <a:r>
              <a:rPr sz="1600" spc="-5" dirty="0">
                <a:solidFill>
                  <a:srgbClr val="0F469B"/>
                </a:solidFill>
                <a:latin typeface="+mj-lt"/>
                <a:cs typeface="Calibri"/>
              </a:rPr>
              <a:t>and</a:t>
            </a:r>
            <a:r>
              <a:rPr sz="1600" spc="-15" dirty="0">
                <a:solidFill>
                  <a:srgbClr val="0F469B"/>
                </a:solidFill>
                <a:latin typeface="+mj-lt"/>
                <a:cs typeface="Calibri"/>
              </a:rPr>
              <a:t> </a:t>
            </a:r>
            <a:r>
              <a:rPr sz="1600" spc="-10" dirty="0">
                <a:solidFill>
                  <a:srgbClr val="0F469B"/>
                </a:solidFill>
                <a:latin typeface="+mj-lt"/>
                <a:cs typeface="Calibri"/>
              </a:rPr>
              <a:t>property</a:t>
            </a:r>
            <a:r>
              <a:rPr sz="1600" spc="40" dirty="0">
                <a:solidFill>
                  <a:srgbClr val="0F469B"/>
                </a:solidFill>
                <a:latin typeface="+mj-lt"/>
                <a:cs typeface="Calibri"/>
              </a:rPr>
              <a:t> </a:t>
            </a:r>
            <a:r>
              <a:rPr sz="1600" spc="-10" dirty="0">
                <a:solidFill>
                  <a:srgbClr val="0F469B"/>
                </a:solidFill>
                <a:latin typeface="+mj-lt"/>
                <a:cs typeface="Calibri"/>
              </a:rPr>
              <a:t>sequence.</a:t>
            </a:r>
            <a:endParaRPr sz="1600" dirty="0">
              <a:latin typeface="+mj-lt"/>
              <a:cs typeface="Calibri"/>
            </a:endParaRPr>
          </a:p>
        </p:txBody>
      </p:sp>
      <p:grpSp>
        <p:nvGrpSpPr>
          <p:cNvPr id="5" name="object 5"/>
          <p:cNvGrpSpPr/>
          <p:nvPr/>
        </p:nvGrpSpPr>
        <p:grpSpPr>
          <a:xfrm>
            <a:off x="7310628" y="3061906"/>
            <a:ext cx="4001135" cy="3451860"/>
            <a:chOff x="7310628" y="3061906"/>
            <a:chExt cx="4001135" cy="3451860"/>
          </a:xfrm>
        </p:grpSpPr>
        <p:pic>
          <p:nvPicPr>
            <p:cNvPr id="6" name="object 6"/>
            <p:cNvPicPr/>
            <p:nvPr/>
          </p:nvPicPr>
          <p:blipFill>
            <a:blip r:embed="rId3" cstate="print"/>
            <a:stretch>
              <a:fillRect/>
            </a:stretch>
          </p:blipFill>
          <p:spPr>
            <a:xfrm>
              <a:off x="7328895" y="3064724"/>
              <a:ext cx="3982243" cy="3448871"/>
            </a:xfrm>
            <a:prstGeom prst="rect">
              <a:avLst/>
            </a:prstGeom>
          </p:spPr>
        </p:pic>
        <p:sp>
          <p:nvSpPr>
            <p:cNvPr id="7" name="object 7"/>
            <p:cNvSpPr/>
            <p:nvPr/>
          </p:nvSpPr>
          <p:spPr>
            <a:xfrm>
              <a:off x="7378446" y="3076194"/>
              <a:ext cx="3878579" cy="3345179"/>
            </a:xfrm>
            <a:custGeom>
              <a:avLst/>
              <a:gdLst/>
              <a:ahLst/>
              <a:cxnLst/>
              <a:rect l="l" t="t" r="r" b="b"/>
              <a:pathLst>
                <a:path w="3878579" h="3345179">
                  <a:moveTo>
                    <a:pt x="1939289" y="0"/>
                  </a:moveTo>
                  <a:lnTo>
                    <a:pt x="1887628" y="581"/>
                  </a:lnTo>
                  <a:lnTo>
                    <a:pt x="1836300" y="2318"/>
                  </a:lnTo>
                  <a:lnTo>
                    <a:pt x="1785322" y="5194"/>
                  </a:lnTo>
                  <a:lnTo>
                    <a:pt x="1734711" y="9196"/>
                  </a:lnTo>
                  <a:lnTo>
                    <a:pt x="1684483" y="14308"/>
                  </a:lnTo>
                  <a:lnTo>
                    <a:pt x="1634655" y="20517"/>
                  </a:lnTo>
                  <a:lnTo>
                    <a:pt x="1585244" y="27809"/>
                  </a:lnTo>
                  <a:lnTo>
                    <a:pt x="1536266" y="36167"/>
                  </a:lnTo>
                  <a:lnTo>
                    <a:pt x="1487739" y="45580"/>
                  </a:lnTo>
                  <a:lnTo>
                    <a:pt x="1439680" y="56030"/>
                  </a:lnTo>
                  <a:lnTo>
                    <a:pt x="1392104" y="67506"/>
                  </a:lnTo>
                  <a:lnTo>
                    <a:pt x="1345029" y="79991"/>
                  </a:lnTo>
                  <a:lnTo>
                    <a:pt x="1298471" y="93471"/>
                  </a:lnTo>
                  <a:lnTo>
                    <a:pt x="1252448" y="107933"/>
                  </a:lnTo>
                  <a:lnTo>
                    <a:pt x="1206975" y="123361"/>
                  </a:lnTo>
                  <a:lnTo>
                    <a:pt x="1162071" y="139741"/>
                  </a:lnTo>
                  <a:lnTo>
                    <a:pt x="1117751" y="157058"/>
                  </a:lnTo>
                  <a:lnTo>
                    <a:pt x="1074032" y="175299"/>
                  </a:lnTo>
                  <a:lnTo>
                    <a:pt x="1030931" y="194449"/>
                  </a:lnTo>
                  <a:lnTo>
                    <a:pt x="988464" y="214493"/>
                  </a:lnTo>
                  <a:lnTo>
                    <a:pt x="946650" y="235417"/>
                  </a:lnTo>
                  <a:lnTo>
                    <a:pt x="905503" y="257206"/>
                  </a:lnTo>
                  <a:lnTo>
                    <a:pt x="865042" y="279847"/>
                  </a:lnTo>
                  <a:lnTo>
                    <a:pt x="825282" y="303323"/>
                  </a:lnTo>
                  <a:lnTo>
                    <a:pt x="786241" y="327622"/>
                  </a:lnTo>
                  <a:lnTo>
                    <a:pt x="747936" y="352729"/>
                  </a:lnTo>
                  <a:lnTo>
                    <a:pt x="710382" y="378628"/>
                  </a:lnTo>
                  <a:lnTo>
                    <a:pt x="673597" y="405307"/>
                  </a:lnTo>
                  <a:lnTo>
                    <a:pt x="637598" y="432750"/>
                  </a:lnTo>
                  <a:lnTo>
                    <a:pt x="602401" y="460942"/>
                  </a:lnTo>
                  <a:lnTo>
                    <a:pt x="568023" y="489870"/>
                  </a:lnTo>
                  <a:lnTo>
                    <a:pt x="534481" y="519519"/>
                  </a:lnTo>
                  <a:lnTo>
                    <a:pt x="501791" y="549875"/>
                  </a:lnTo>
                  <a:lnTo>
                    <a:pt x="469971" y="580922"/>
                  </a:lnTo>
                  <a:lnTo>
                    <a:pt x="439037" y="612648"/>
                  </a:lnTo>
                  <a:lnTo>
                    <a:pt x="409006" y="645036"/>
                  </a:lnTo>
                  <a:lnTo>
                    <a:pt x="379895" y="678073"/>
                  </a:lnTo>
                  <a:lnTo>
                    <a:pt x="351720" y="711745"/>
                  </a:lnTo>
                  <a:lnTo>
                    <a:pt x="324498" y="746036"/>
                  </a:lnTo>
                  <a:lnTo>
                    <a:pt x="298245" y="780932"/>
                  </a:lnTo>
                  <a:lnTo>
                    <a:pt x="272980" y="816420"/>
                  </a:lnTo>
                  <a:lnTo>
                    <a:pt x="248718" y="852484"/>
                  </a:lnTo>
                  <a:lnTo>
                    <a:pt x="225476" y="889111"/>
                  </a:lnTo>
                  <a:lnTo>
                    <a:pt x="203271" y="926284"/>
                  </a:lnTo>
                  <a:lnTo>
                    <a:pt x="182120" y="963991"/>
                  </a:lnTo>
                  <a:lnTo>
                    <a:pt x="162039" y="1002217"/>
                  </a:lnTo>
                  <a:lnTo>
                    <a:pt x="143046" y="1040947"/>
                  </a:lnTo>
                  <a:lnTo>
                    <a:pt x="125156" y="1080167"/>
                  </a:lnTo>
                  <a:lnTo>
                    <a:pt x="108387" y="1119862"/>
                  </a:lnTo>
                  <a:lnTo>
                    <a:pt x="92755" y="1160019"/>
                  </a:lnTo>
                  <a:lnTo>
                    <a:pt x="78278" y="1200621"/>
                  </a:lnTo>
                  <a:lnTo>
                    <a:pt x="64972" y="1241656"/>
                  </a:lnTo>
                  <a:lnTo>
                    <a:pt x="52853" y="1283109"/>
                  </a:lnTo>
                  <a:lnTo>
                    <a:pt x="41939" y="1324964"/>
                  </a:lnTo>
                  <a:lnTo>
                    <a:pt x="32247" y="1367208"/>
                  </a:lnTo>
                  <a:lnTo>
                    <a:pt x="23792" y="1409827"/>
                  </a:lnTo>
                  <a:lnTo>
                    <a:pt x="16592" y="1452805"/>
                  </a:lnTo>
                  <a:lnTo>
                    <a:pt x="10663" y="1496129"/>
                  </a:lnTo>
                  <a:lnTo>
                    <a:pt x="6023" y="1539784"/>
                  </a:lnTo>
                  <a:lnTo>
                    <a:pt x="2688" y="1583755"/>
                  </a:lnTo>
                  <a:lnTo>
                    <a:pt x="674" y="1628029"/>
                  </a:lnTo>
                  <a:lnTo>
                    <a:pt x="0" y="1672589"/>
                  </a:lnTo>
                  <a:lnTo>
                    <a:pt x="674" y="1717148"/>
                  </a:lnTo>
                  <a:lnTo>
                    <a:pt x="2688" y="1761419"/>
                  </a:lnTo>
                  <a:lnTo>
                    <a:pt x="6023" y="1805388"/>
                  </a:lnTo>
                  <a:lnTo>
                    <a:pt x="10663" y="1849041"/>
                  </a:lnTo>
                  <a:lnTo>
                    <a:pt x="16592" y="1892363"/>
                  </a:lnTo>
                  <a:lnTo>
                    <a:pt x="23792" y="1935340"/>
                  </a:lnTo>
                  <a:lnTo>
                    <a:pt x="32247" y="1977957"/>
                  </a:lnTo>
                  <a:lnTo>
                    <a:pt x="41939" y="2020200"/>
                  </a:lnTo>
                  <a:lnTo>
                    <a:pt x="52853" y="2062054"/>
                  </a:lnTo>
                  <a:lnTo>
                    <a:pt x="64972" y="2103506"/>
                  </a:lnTo>
                  <a:lnTo>
                    <a:pt x="78278" y="2144539"/>
                  </a:lnTo>
                  <a:lnTo>
                    <a:pt x="92755" y="2185141"/>
                  </a:lnTo>
                  <a:lnTo>
                    <a:pt x="108387" y="2225297"/>
                  </a:lnTo>
                  <a:lnTo>
                    <a:pt x="125156" y="2264991"/>
                  </a:lnTo>
                  <a:lnTo>
                    <a:pt x="143046" y="2304211"/>
                  </a:lnTo>
                  <a:lnTo>
                    <a:pt x="162039" y="2342940"/>
                  </a:lnTo>
                  <a:lnTo>
                    <a:pt x="182120" y="2381166"/>
                  </a:lnTo>
                  <a:lnTo>
                    <a:pt x="203271" y="2418872"/>
                  </a:lnTo>
                  <a:lnTo>
                    <a:pt x="225476" y="2456046"/>
                  </a:lnTo>
                  <a:lnTo>
                    <a:pt x="248718" y="2492672"/>
                  </a:lnTo>
                  <a:lnTo>
                    <a:pt x="272980" y="2528736"/>
                  </a:lnTo>
                  <a:lnTo>
                    <a:pt x="298245" y="2564224"/>
                  </a:lnTo>
                  <a:lnTo>
                    <a:pt x="324498" y="2599121"/>
                  </a:lnTo>
                  <a:lnTo>
                    <a:pt x="351720" y="2633412"/>
                  </a:lnTo>
                  <a:lnTo>
                    <a:pt x="379895" y="2667084"/>
                  </a:lnTo>
                  <a:lnTo>
                    <a:pt x="409006" y="2700122"/>
                  </a:lnTo>
                  <a:lnTo>
                    <a:pt x="439037" y="2732510"/>
                  </a:lnTo>
                  <a:lnTo>
                    <a:pt x="469971" y="2764236"/>
                  </a:lnTo>
                  <a:lnTo>
                    <a:pt x="501791" y="2795284"/>
                  </a:lnTo>
                  <a:lnTo>
                    <a:pt x="534481" y="2825640"/>
                  </a:lnTo>
                  <a:lnTo>
                    <a:pt x="568023" y="2855290"/>
                  </a:lnTo>
                  <a:lnTo>
                    <a:pt x="602401" y="2884218"/>
                  </a:lnTo>
                  <a:lnTo>
                    <a:pt x="637598" y="2912412"/>
                  </a:lnTo>
                  <a:lnTo>
                    <a:pt x="673597" y="2939855"/>
                  </a:lnTo>
                  <a:lnTo>
                    <a:pt x="710382" y="2966534"/>
                  </a:lnTo>
                  <a:lnTo>
                    <a:pt x="747936" y="2992435"/>
                  </a:lnTo>
                  <a:lnTo>
                    <a:pt x="786241" y="3017542"/>
                  </a:lnTo>
                  <a:lnTo>
                    <a:pt x="825282" y="3041842"/>
                  </a:lnTo>
                  <a:lnTo>
                    <a:pt x="865042" y="3065319"/>
                  </a:lnTo>
                  <a:lnTo>
                    <a:pt x="905503" y="3087960"/>
                  </a:lnTo>
                  <a:lnTo>
                    <a:pt x="946650" y="3109750"/>
                  </a:lnTo>
                  <a:lnTo>
                    <a:pt x="988464" y="3130675"/>
                  </a:lnTo>
                  <a:lnTo>
                    <a:pt x="1030931" y="3150720"/>
                  </a:lnTo>
                  <a:lnTo>
                    <a:pt x="1074032" y="3169870"/>
                  </a:lnTo>
                  <a:lnTo>
                    <a:pt x="1117751" y="3188112"/>
                  </a:lnTo>
                  <a:lnTo>
                    <a:pt x="1162071" y="3205431"/>
                  </a:lnTo>
                  <a:lnTo>
                    <a:pt x="1206975" y="3221812"/>
                  </a:lnTo>
                  <a:lnTo>
                    <a:pt x="1252448" y="3237240"/>
                  </a:lnTo>
                  <a:lnTo>
                    <a:pt x="1298471" y="3251703"/>
                  </a:lnTo>
                  <a:lnTo>
                    <a:pt x="1345029" y="3265184"/>
                  </a:lnTo>
                  <a:lnTo>
                    <a:pt x="1392104" y="3277669"/>
                  </a:lnTo>
                  <a:lnTo>
                    <a:pt x="1439680" y="3289145"/>
                  </a:lnTo>
                  <a:lnTo>
                    <a:pt x="1487739" y="3299597"/>
                  </a:lnTo>
                  <a:lnTo>
                    <a:pt x="1536266" y="3309009"/>
                  </a:lnTo>
                  <a:lnTo>
                    <a:pt x="1585244" y="3317369"/>
                  </a:lnTo>
                  <a:lnTo>
                    <a:pt x="1634655" y="3324660"/>
                  </a:lnTo>
                  <a:lnTo>
                    <a:pt x="1684483" y="3330870"/>
                  </a:lnTo>
                  <a:lnTo>
                    <a:pt x="1734711" y="3335983"/>
                  </a:lnTo>
                  <a:lnTo>
                    <a:pt x="1785322" y="3339985"/>
                  </a:lnTo>
                  <a:lnTo>
                    <a:pt x="1836300" y="3342861"/>
                  </a:lnTo>
                  <a:lnTo>
                    <a:pt x="1887628" y="3344597"/>
                  </a:lnTo>
                  <a:lnTo>
                    <a:pt x="1939289" y="3345179"/>
                  </a:lnTo>
                  <a:lnTo>
                    <a:pt x="1990951" y="3344597"/>
                  </a:lnTo>
                  <a:lnTo>
                    <a:pt x="2042279" y="3342861"/>
                  </a:lnTo>
                  <a:lnTo>
                    <a:pt x="2093257" y="3339985"/>
                  </a:lnTo>
                  <a:lnTo>
                    <a:pt x="2143868" y="3335983"/>
                  </a:lnTo>
                  <a:lnTo>
                    <a:pt x="2194096" y="3330870"/>
                  </a:lnTo>
                  <a:lnTo>
                    <a:pt x="2243924" y="3324660"/>
                  </a:lnTo>
                  <a:lnTo>
                    <a:pt x="2293335" y="3317369"/>
                  </a:lnTo>
                  <a:lnTo>
                    <a:pt x="2342313" y="3309009"/>
                  </a:lnTo>
                  <a:lnTo>
                    <a:pt x="2390840" y="3299597"/>
                  </a:lnTo>
                  <a:lnTo>
                    <a:pt x="2438899" y="3289145"/>
                  </a:lnTo>
                  <a:lnTo>
                    <a:pt x="2486475" y="3277669"/>
                  </a:lnTo>
                  <a:lnTo>
                    <a:pt x="2533550" y="3265184"/>
                  </a:lnTo>
                  <a:lnTo>
                    <a:pt x="2580108" y="3251703"/>
                  </a:lnTo>
                  <a:lnTo>
                    <a:pt x="2626131" y="3237240"/>
                  </a:lnTo>
                  <a:lnTo>
                    <a:pt x="2671604" y="3221812"/>
                  </a:lnTo>
                  <a:lnTo>
                    <a:pt x="2716508" y="3205431"/>
                  </a:lnTo>
                  <a:lnTo>
                    <a:pt x="2760828" y="3188112"/>
                  </a:lnTo>
                  <a:lnTo>
                    <a:pt x="2804547" y="3169870"/>
                  </a:lnTo>
                  <a:lnTo>
                    <a:pt x="2847648" y="3150720"/>
                  </a:lnTo>
                  <a:lnTo>
                    <a:pt x="2890115" y="3130675"/>
                  </a:lnTo>
                  <a:lnTo>
                    <a:pt x="2931929" y="3109750"/>
                  </a:lnTo>
                  <a:lnTo>
                    <a:pt x="2973076" y="3087960"/>
                  </a:lnTo>
                  <a:lnTo>
                    <a:pt x="3013537" y="3065319"/>
                  </a:lnTo>
                  <a:lnTo>
                    <a:pt x="3053297" y="3041842"/>
                  </a:lnTo>
                  <a:lnTo>
                    <a:pt x="3092338" y="3017542"/>
                  </a:lnTo>
                  <a:lnTo>
                    <a:pt x="3130643" y="2992435"/>
                  </a:lnTo>
                  <a:lnTo>
                    <a:pt x="3168197" y="2966534"/>
                  </a:lnTo>
                  <a:lnTo>
                    <a:pt x="3204982" y="2939855"/>
                  </a:lnTo>
                  <a:lnTo>
                    <a:pt x="3240981" y="2912412"/>
                  </a:lnTo>
                  <a:lnTo>
                    <a:pt x="3276178" y="2884218"/>
                  </a:lnTo>
                  <a:lnTo>
                    <a:pt x="3310556" y="2855290"/>
                  </a:lnTo>
                  <a:lnTo>
                    <a:pt x="3344098" y="2825640"/>
                  </a:lnTo>
                  <a:lnTo>
                    <a:pt x="3376788" y="2795284"/>
                  </a:lnTo>
                  <a:lnTo>
                    <a:pt x="3408608" y="2764236"/>
                  </a:lnTo>
                  <a:lnTo>
                    <a:pt x="3439542" y="2732510"/>
                  </a:lnTo>
                  <a:lnTo>
                    <a:pt x="3469573" y="2700122"/>
                  </a:lnTo>
                  <a:lnTo>
                    <a:pt x="3498684" y="2667084"/>
                  </a:lnTo>
                  <a:lnTo>
                    <a:pt x="3526859" y="2633412"/>
                  </a:lnTo>
                  <a:lnTo>
                    <a:pt x="3554081" y="2599121"/>
                  </a:lnTo>
                  <a:lnTo>
                    <a:pt x="3580334" y="2564224"/>
                  </a:lnTo>
                  <a:lnTo>
                    <a:pt x="3605599" y="2528736"/>
                  </a:lnTo>
                  <a:lnTo>
                    <a:pt x="3629861" y="2492672"/>
                  </a:lnTo>
                  <a:lnTo>
                    <a:pt x="3653103" y="2456046"/>
                  </a:lnTo>
                  <a:lnTo>
                    <a:pt x="3675308" y="2418872"/>
                  </a:lnTo>
                  <a:lnTo>
                    <a:pt x="3696459" y="2381166"/>
                  </a:lnTo>
                  <a:lnTo>
                    <a:pt x="3716540" y="2342940"/>
                  </a:lnTo>
                  <a:lnTo>
                    <a:pt x="3735533" y="2304211"/>
                  </a:lnTo>
                  <a:lnTo>
                    <a:pt x="3753423" y="2264991"/>
                  </a:lnTo>
                  <a:lnTo>
                    <a:pt x="3770192" y="2225297"/>
                  </a:lnTo>
                  <a:lnTo>
                    <a:pt x="3785824" y="2185141"/>
                  </a:lnTo>
                  <a:lnTo>
                    <a:pt x="3800301" y="2144539"/>
                  </a:lnTo>
                  <a:lnTo>
                    <a:pt x="3813607" y="2103506"/>
                  </a:lnTo>
                  <a:lnTo>
                    <a:pt x="3825726" y="2062054"/>
                  </a:lnTo>
                  <a:lnTo>
                    <a:pt x="3836640" y="2020200"/>
                  </a:lnTo>
                  <a:lnTo>
                    <a:pt x="3846332" y="1977957"/>
                  </a:lnTo>
                  <a:lnTo>
                    <a:pt x="3854787" y="1935340"/>
                  </a:lnTo>
                  <a:lnTo>
                    <a:pt x="3861987" y="1892363"/>
                  </a:lnTo>
                  <a:lnTo>
                    <a:pt x="3867916" y="1849041"/>
                  </a:lnTo>
                  <a:lnTo>
                    <a:pt x="3872556" y="1805388"/>
                  </a:lnTo>
                  <a:lnTo>
                    <a:pt x="3875891" y="1761419"/>
                  </a:lnTo>
                  <a:lnTo>
                    <a:pt x="3877905" y="1717148"/>
                  </a:lnTo>
                  <a:lnTo>
                    <a:pt x="3878579" y="1672589"/>
                  </a:lnTo>
                  <a:lnTo>
                    <a:pt x="3877905" y="1628029"/>
                  </a:lnTo>
                  <a:lnTo>
                    <a:pt x="3875891" y="1583755"/>
                  </a:lnTo>
                  <a:lnTo>
                    <a:pt x="3872556" y="1539784"/>
                  </a:lnTo>
                  <a:lnTo>
                    <a:pt x="3867916" y="1496129"/>
                  </a:lnTo>
                  <a:lnTo>
                    <a:pt x="3861987" y="1452805"/>
                  </a:lnTo>
                  <a:lnTo>
                    <a:pt x="3854787" y="1409827"/>
                  </a:lnTo>
                  <a:lnTo>
                    <a:pt x="3846332" y="1367208"/>
                  </a:lnTo>
                  <a:lnTo>
                    <a:pt x="3836640" y="1324964"/>
                  </a:lnTo>
                  <a:lnTo>
                    <a:pt x="3825726" y="1283109"/>
                  </a:lnTo>
                  <a:lnTo>
                    <a:pt x="3813607" y="1241656"/>
                  </a:lnTo>
                  <a:lnTo>
                    <a:pt x="3800301" y="1200621"/>
                  </a:lnTo>
                  <a:lnTo>
                    <a:pt x="3785824" y="1160019"/>
                  </a:lnTo>
                  <a:lnTo>
                    <a:pt x="3770192" y="1119862"/>
                  </a:lnTo>
                  <a:lnTo>
                    <a:pt x="3753423" y="1080167"/>
                  </a:lnTo>
                  <a:lnTo>
                    <a:pt x="3735533" y="1040947"/>
                  </a:lnTo>
                  <a:lnTo>
                    <a:pt x="3716540" y="1002217"/>
                  </a:lnTo>
                  <a:lnTo>
                    <a:pt x="3696459" y="963991"/>
                  </a:lnTo>
                  <a:lnTo>
                    <a:pt x="3675308" y="926284"/>
                  </a:lnTo>
                  <a:lnTo>
                    <a:pt x="3653103" y="889111"/>
                  </a:lnTo>
                  <a:lnTo>
                    <a:pt x="3629861" y="852484"/>
                  </a:lnTo>
                  <a:lnTo>
                    <a:pt x="3605599" y="816420"/>
                  </a:lnTo>
                  <a:lnTo>
                    <a:pt x="3580334" y="780932"/>
                  </a:lnTo>
                  <a:lnTo>
                    <a:pt x="3554081" y="746036"/>
                  </a:lnTo>
                  <a:lnTo>
                    <a:pt x="3526859" y="711745"/>
                  </a:lnTo>
                  <a:lnTo>
                    <a:pt x="3498684" y="678073"/>
                  </a:lnTo>
                  <a:lnTo>
                    <a:pt x="3469573" y="645036"/>
                  </a:lnTo>
                  <a:lnTo>
                    <a:pt x="3439542" y="612648"/>
                  </a:lnTo>
                  <a:lnTo>
                    <a:pt x="3408608" y="580922"/>
                  </a:lnTo>
                  <a:lnTo>
                    <a:pt x="3376788" y="549875"/>
                  </a:lnTo>
                  <a:lnTo>
                    <a:pt x="3344098" y="519519"/>
                  </a:lnTo>
                  <a:lnTo>
                    <a:pt x="3310556" y="489870"/>
                  </a:lnTo>
                  <a:lnTo>
                    <a:pt x="3276178" y="460942"/>
                  </a:lnTo>
                  <a:lnTo>
                    <a:pt x="3240981" y="432750"/>
                  </a:lnTo>
                  <a:lnTo>
                    <a:pt x="3204982" y="405307"/>
                  </a:lnTo>
                  <a:lnTo>
                    <a:pt x="3168197" y="378628"/>
                  </a:lnTo>
                  <a:lnTo>
                    <a:pt x="3130643" y="352729"/>
                  </a:lnTo>
                  <a:lnTo>
                    <a:pt x="3092338" y="327622"/>
                  </a:lnTo>
                  <a:lnTo>
                    <a:pt x="3053297" y="303323"/>
                  </a:lnTo>
                  <a:lnTo>
                    <a:pt x="3013537" y="279847"/>
                  </a:lnTo>
                  <a:lnTo>
                    <a:pt x="2973076" y="257206"/>
                  </a:lnTo>
                  <a:lnTo>
                    <a:pt x="2931929" y="235417"/>
                  </a:lnTo>
                  <a:lnTo>
                    <a:pt x="2890115" y="214493"/>
                  </a:lnTo>
                  <a:lnTo>
                    <a:pt x="2847648" y="194449"/>
                  </a:lnTo>
                  <a:lnTo>
                    <a:pt x="2804547" y="175299"/>
                  </a:lnTo>
                  <a:lnTo>
                    <a:pt x="2760828" y="157058"/>
                  </a:lnTo>
                  <a:lnTo>
                    <a:pt x="2716508" y="139741"/>
                  </a:lnTo>
                  <a:lnTo>
                    <a:pt x="2671604" y="123361"/>
                  </a:lnTo>
                  <a:lnTo>
                    <a:pt x="2626131" y="107933"/>
                  </a:lnTo>
                  <a:lnTo>
                    <a:pt x="2580108" y="93471"/>
                  </a:lnTo>
                  <a:lnTo>
                    <a:pt x="2533550" y="79991"/>
                  </a:lnTo>
                  <a:lnTo>
                    <a:pt x="2486475" y="67506"/>
                  </a:lnTo>
                  <a:lnTo>
                    <a:pt x="2438899" y="56030"/>
                  </a:lnTo>
                  <a:lnTo>
                    <a:pt x="2390840" y="45580"/>
                  </a:lnTo>
                  <a:lnTo>
                    <a:pt x="2342313" y="36167"/>
                  </a:lnTo>
                  <a:lnTo>
                    <a:pt x="2293335" y="27809"/>
                  </a:lnTo>
                  <a:lnTo>
                    <a:pt x="2243924" y="20517"/>
                  </a:lnTo>
                  <a:lnTo>
                    <a:pt x="2194096" y="14308"/>
                  </a:lnTo>
                  <a:lnTo>
                    <a:pt x="2143868" y="9196"/>
                  </a:lnTo>
                  <a:lnTo>
                    <a:pt x="2093257" y="5194"/>
                  </a:lnTo>
                  <a:lnTo>
                    <a:pt x="2042279" y="2318"/>
                  </a:lnTo>
                  <a:lnTo>
                    <a:pt x="1990951" y="581"/>
                  </a:lnTo>
                  <a:lnTo>
                    <a:pt x="1939289" y="0"/>
                  </a:lnTo>
                  <a:close/>
                </a:path>
              </a:pathLst>
            </a:custGeom>
            <a:solidFill>
              <a:srgbClr val="FCEADA"/>
            </a:solidFill>
          </p:spPr>
          <p:txBody>
            <a:bodyPr wrap="square" lIns="0" tIns="0" rIns="0" bIns="0" rtlCol="0"/>
            <a:lstStyle/>
            <a:p>
              <a:endParaRPr>
                <a:latin typeface="+mj-lt"/>
              </a:endParaRPr>
            </a:p>
          </p:txBody>
        </p:sp>
        <p:sp>
          <p:nvSpPr>
            <p:cNvPr id="8" name="object 8"/>
            <p:cNvSpPr/>
            <p:nvPr/>
          </p:nvSpPr>
          <p:spPr>
            <a:xfrm>
              <a:off x="7378446" y="3076194"/>
              <a:ext cx="3878579" cy="3345179"/>
            </a:xfrm>
            <a:custGeom>
              <a:avLst/>
              <a:gdLst/>
              <a:ahLst/>
              <a:cxnLst/>
              <a:rect l="l" t="t" r="r" b="b"/>
              <a:pathLst>
                <a:path w="3878579" h="3345179">
                  <a:moveTo>
                    <a:pt x="0" y="1672589"/>
                  </a:moveTo>
                  <a:lnTo>
                    <a:pt x="674" y="1628029"/>
                  </a:lnTo>
                  <a:lnTo>
                    <a:pt x="2688" y="1583755"/>
                  </a:lnTo>
                  <a:lnTo>
                    <a:pt x="6023" y="1539784"/>
                  </a:lnTo>
                  <a:lnTo>
                    <a:pt x="10663" y="1496129"/>
                  </a:lnTo>
                  <a:lnTo>
                    <a:pt x="16592" y="1452805"/>
                  </a:lnTo>
                  <a:lnTo>
                    <a:pt x="23792" y="1409827"/>
                  </a:lnTo>
                  <a:lnTo>
                    <a:pt x="32247" y="1367208"/>
                  </a:lnTo>
                  <a:lnTo>
                    <a:pt x="41939" y="1324964"/>
                  </a:lnTo>
                  <a:lnTo>
                    <a:pt x="52853" y="1283109"/>
                  </a:lnTo>
                  <a:lnTo>
                    <a:pt x="64972" y="1241656"/>
                  </a:lnTo>
                  <a:lnTo>
                    <a:pt x="78278" y="1200621"/>
                  </a:lnTo>
                  <a:lnTo>
                    <a:pt x="92755" y="1160019"/>
                  </a:lnTo>
                  <a:lnTo>
                    <a:pt x="108387" y="1119862"/>
                  </a:lnTo>
                  <a:lnTo>
                    <a:pt x="125156" y="1080167"/>
                  </a:lnTo>
                  <a:lnTo>
                    <a:pt x="143046" y="1040947"/>
                  </a:lnTo>
                  <a:lnTo>
                    <a:pt x="162039" y="1002217"/>
                  </a:lnTo>
                  <a:lnTo>
                    <a:pt x="182120" y="963991"/>
                  </a:lnTo>
                  <a:lnTo>
                    <a:pt x="203271" y="926284"/>
                  </a:lnTo>
                  <a:lnTo>
                    <a:pt x="225476" y="889111"/>
                  </a:lnTo>
                  <a:lnTo>
                    <a:pt x="248718" y="852484"/>
                  </a:lnTo>
                  <a:lnTo>
                    <a:pt x="272980" y="816420"/>
                  </a:lnTo>
                  <a:lnTo>
                    <a:pt x="298245" y="780932"/>
                  </a:lnTo>
                  <a:lnTo>
                    <a:pt x="324498" y="746036"/>
                  </a:lnTo>
                  <a:lnTo>
                    <a:pt x="351720" y="711745"/>
                  </a:lnTo>
                  <a:lnTo>
                    <a:pt x="379895" y="678073"/>
                  </a:lnTo>
                  <a:lnTo>
                    <a:pt x="409006" y="645036"/>
                  </a:lnTo>
                  <a:lnTo>
                    <a:pt x="439037" y="612648"/>
                  </a:lnTo>
                  <a:lnTo>
                    <a:pt x="469971" y="580922"/>
                  </a:lnTo>
                  <a:lnTo>
                    <a:pt x="501791" y="549875"/>
                  </a:lnTo>
                  <a:lnTo>
                    <a:pt x="534481" y="519519"/>
                  </a:lnTo>
                  <a:lnTo>
                    <a:pt x="568023" y="489870"/>
                  </a:lnTo>
                  <a:lnTo>
                    <a:pt x="602401" y="460942"/>
                  </a:lnTo>
                  <a:lnTo>
                    <a:pt x="637598" y="432750"/>
                  </a:lnTo>
                  <a:lnTo>
                    <a:pt x="673597" y="405307"/>
                  </a:lnTo>
                  <a:lnTo>
                    <a:pt x="710382" y="378628"/>
                  </a:lnTo>
                  <a:lnTo>
                    <a:pt x="747936" y="352729"/>
                  </a:lnTo>
                  <a:lnTo>
                    <a:pt x="786241" y="327622"/>
                  </a:lnTo>
                  <a:lnTo>
                    <a:pt x="825282" y="303323"/>
                  </a:lnTo>
                  <a:lnTo>
                    <a:pt x="865042" y="279847"/>
                  </a:lnTo>
                  <a:lnTo>
                    <a:pt x="905503" y="257206"/>
                  </a:lnTo>
                  <a:lnTo>
                    <a:pt x="946650" y="235417"/>
                  </a:lnTo>
                  <a:lnTo>
                    <a:pt x="988464" y="214493"/>
                  </a:lnTo>
                  <a:lnTo>
                    <a:pt x="1030931" y="194449"/>
                  </a:lnTo>
                  <a:lnTo>
                    <a:pt x="1074032" y="175299"/>
                  </a:lnTo>
                  <a:lnTo>
                    <a:pt x="1117751" y="157058"/>
                  </a:lnTo>
                  <a:lnTo>
                    <a:pt x="1162071" y="139741"/>
                  </a:lnTo>
                  <a:lnTo>
                    <a:pt x="1206975" y="123361"/>
                  </a:lnTo>
                  <a:lnTo>
                    <a:pt x="1252448" y="107933"/>
                  </a:lnTo>
                  <a:lnTo>
                    <a:pt x="1298471" y="93471"/>
                  </a:lnTo>
                  <a:lnTo>
                    <a:pt x="1345029" y="79991"/>
                  </a:lnTo>
                  <a:lnTo>
                    <a:pt x="1392104" y="67506"/>
                  </a:lnTo>
                  <a:lnTo>
                    <a:pt x="1439680" y="56030"/>
                  </a:lnTo>
                  <a:lnTo>
                    <a:pt x="1487739" y="45580"/>
                  </a:lnTo>
                  <a:lnTo>
                    <a:pt x="1536266" y="36167"/>
                  </a:lnTo>
                  <a:lnTo>
                    <a:pt x="1585244" y="27809"/>
                  </a:lnTo>
                  <a:lnTo>
                    <a:pt x="1634655" y="20517"/>
                  </a:lnTo>
                  <a:lnTo>
                    <a:pt x="1684483" y="14308"/>
                  </a:lnTo>
                  <a:lnTo>
                    <a:pt x="1734711" y="9196"/>
                  </a:lnTo>
                  <a:lnTo>
                    <a:pt x="1785322" y="5194"/>
                  </a:lnTo>
                  <a:lnTo>
                    <a:pt x="1836300" y="2318"/>
                  </a:lnTo>
                  <a:lnTo>
                    <a:pt x="1887628" y="581"/>
                  </a:lnTo>
                  <a:lnTo>
                    <a:pt x="1939289" y="0"/>
                  </a:lnTo>
                  <a:lnTo>
                    <a:pt x="1990951" y="581"/>
                  </a:lnTo>
                  <a:lnTo>
                    <a:pt x="2042279" y="2318"/>
                  </a:lnTo>
                  <a:lnTo>
                    <a:pt x="2093257" y="5194"/>
                  </a:lnTo>
                  <a:lnTo>
                    <a:pt x="2143868" y="9196"/>
                  </a:lnTo>
                  <a:lnTo>
                    <a:pt x="2194096" y="14308"/>
                  </a:lnTo>
                  <a:lnTo>
                    <a:pt x="2243924" y="20517"/>
                  </a:lnTo>
                  <a:lnTo>
                    <a:pt x="2293335" y="27809"/>
                  </a:lnTo>
                  <a:lnTo>
                    <a:pt x="2342313" y="36167"/>
                  </a:lnTo>
                  <a:lnTo>
                    <a:pt x="2390840" y="45580"/>
                  </a:lnTo>
                  <a:lnTo>
                    <a:pt x="2438899" y="56030"/>
                  </a:lnTo>
                  <a:lnTo>
                    <a:pt x="2486475" y="67506"/>
                  </a:lnTo>
                  <a:lnTo>
                    <a:pt x="2533550" y="79991"/>
                  </a:lnTo>
                  <a:lnTo>
                    <a:pt x="2580108" y="93471"/>
                  </a:lnTo>
                  <a:lnTo>
                    <a:pt x="2626131" y="107933"/>
                  </a:lnTo>
                  <a:lnTo>
                    <a:pt x="2671604" y="123361"/>
                  </a:lnTo>
                  <a:lnTo>
                    <a:pt x="2716508" y="139741"/>
                  </a:lnTo>
                  <a:lnTo>
                    <a:pt x="2760828" y="157058"/>
                  </a:lnTo>
                  <a:lnTo>
                    <a:pt x="2804547" y="175299"/>
                  </a:lnTo>
                  <a:lnTo>
                    <a:pt x="2847648" y="194449"/>
                  </a:lnTo>
                  <a:lnTo>
                    <a:pt x="2890115" y="214493"/>
                  </a:lnTo>
                  <a:lnTo>
                    <a:pt x="2931929" y="235417"/>
                  </a:lnTo>
                  <a:lnTo>
                    <a:pt x="2973076" y="257206"/>
                  </a:lnTo>
                  <a:lnTo>
                    <a:pt x="3013537" y="279847"/>
                  </a:lnTo>
                  <a:lnTo>
                    <a:pt x="3053297" y="303323"/>
                  </a:lnTo>
                  <a:lnTo>
                    <a:pt x="3092338" y="327622"/>
                  </a:lnTo>
                  <a:lnTo>
                    <a:pt x="3130643" y="352729"/>
                  </a:lnTo>
                  <a:lnTo>
                    <a:pt x="3168197" y="378628"/>
                  </a:lnTo>
                  <a:lnTo>
                    <a:pt x="3204982" y="405307"/>
                  </a:lnTo>
                  <a:lnTo>
                    <a:pt x="3240981" y="432750"/>
                  </a:lnTo>
                  <a:lnTo>
                    <a:pt x="3276178" y="460942"/>
                  </a:lnTo>
                  <a:lnTo>
                    <a:pt x="3310556" y="489870"/>
                  </a:lnTo>
                  <a:lnTo>
                    <a:pt x="3344098" y="519519"/>
                  </a:lnTo>
                  <a:lnTo>
                    <a:pt x="3376788" y="549875"/>
                  </a:lnTo>
                  <a:lnTo>
                    <a:pt x="3408608" y="580922"/>
                  </a:lnTo>
                  <a:lnTo>
                    <a:pt x="3439542" y="612648"/>
                  </a:lnTo>
                  <a:lnTo>
                    <a:pt x="3469573" y="645036"/>
                  </a:lnTo>
                  <a:lnTo>
                    <a:pt x="3498684" y="678073"/>
                  </a:lnTo>
                  <a:lnTo>
                    <a:pt x="3526859" y="711745"/>
                  </a:lnTo>
                  <a:lnTo>
                    <a:pt x="3554081" y="746036"/>
                  </a:lnTo>
                  <a:lnTo>
                    <a:pt x="3580334" y="780932"/>
                  </a:lnTo>
                  <a:lnTo>
                    <a:pt x="3605599" y="816420"/>
                  </a:lnTo>
                  <a:lnTo>
                    <a:pt x="3629861" y="852484"/>
                  </a:lnTo>
                  <a:lnTo>
                    <a:pt x="3653103" y="889111"/>
                  </a:lnTo>
                  <a:lnTo>
                    <a:pt x="3675308" y="926284"/>
                  </a:lnTo>
                  <a:lnTo>
                    <a:pt x="3696459" y="963991"/>
                  </a:lnTo>
                  <a:lnTo>
                    <a:pt x="3716540" y="1002217"/>
                  </a:lnTo>
                  <a:lnTo>
                    <a:pt x="3735533" y="1040947"/>
                  </a:lnTo>
                  <a:lnTo>
                    <a:pt x="3753423" y="1080167"/>
                  </a:lnTo>
                  <a:lnTo>
                    <a:pt x="3770192" y="1119862"/>
                  </a:lnTo>
                  <a:lnTo>
                    <a:pt x="3785824" y="1160019"/>
                  </a:lnTo>
                  <a:lnTo>
                    <a:pt x="3800301" y="1200621"/>
                  </a:lnTo>
                  <a:lnTo>
                    <a:pt x="3813607" y="1241656"/>
                  </a:lnTo>
                  <a:lnTo>
                    <a:pt x="3825726" y="1283109"/>
                  </a:lnTo>
                  <a:lnTo>
                    <a:pt x="3836640" y="1324964"/>
                  </a:lnTo>
                  <a:lnTo>
                    <a:pt x="3846332" y="1367208"/>
                  </a:lnTo>
                  <a:lnTo>
                    <a:pt x="3854787" y="1409827"/>
                  </a:lnTo>
                  <a:lnTo>
                    <a:pt x="3861987" y="1452805"/>
                  </a:lnTo>
                  <a:lnTo>
                    <a:pt x="3867916" y="1496129"/>
                  </a:lnTo>
                  <a:lnTo>
                    <a:pt x="3872556" y="1539784"/>
                  </a:lnTo>
                  <a:lnTo>
                    <a:pt x="3875891" y="1583755"/>
                  </a:lnTo>
                  <a:lnTo>
                    <a:pt x="3877905" y="1628029"/>
                  </a:lnTo>
                  <a:lnTo>
                    <a:pt x="3878579" y="1672589"/>
                  </a:lnTo>
                  <a:lnTo>
                    <a:pt x="3877905" y="1717148"/>
                  </a:lnTo>
                  <a:lnTo>
                    <a:pt x="3875891" y="1761419"/>
                  </a:lnTo>
                  <a:lnTo>
                    <a:pt x="3872556" y="1805388"/>
                  </a:lnTo>
                  <a:lnTo>
                    <a:pt x="3867916" y="1849041"/>
                  </a:lnTo>
                  <a:lnTo>
                    <a:pt x="3861987" y="1892363"/>
                  </a:lnTo>
                  <a:lnTo>
                    <a:pt x="3854787" y="1935340"/>
                  </a:lnTo>
                  <a:lnTo>
                    <a:pt x="3846332" y="1977957"/>
                  </a:lnTo>
                  <a:lnTo>
                    <a:pt x="3836640" y="2020200"/>
                  </a:lnTo>
                  <a:lnTo>
                    <a:pt x="3825726" y="2062054"/>
                  </a:lnTo>
                  <a:lnTo>
                    <a:pt x="3813607" y="2103506"/>
                  </a:lnTo>
                  <a:lnTo>
                    <a:pt x="3800301" y="2144539"/>
                  </a:lnTo>
                  <a:lnTo>
                    <a:pt x="3785824" y="2185141"/>
                  </a:lnTo>
                  <a:lnTo>
                    <a:pt x="3770192" y="2225297"/>
                  </a:lnTo>
                  <a:lnTo>
                    <a:pt x="3753423" y="2264991"/>
                  </a:lnTo>
                  <a:lnTo>
                    <a:pt x="3735533" y="2304211"/>
                  </a:lnTo>
                  <a:lnTo>
                    <a:pt x="3716540" y="2342940"/>
                  </a:lnTo>
                  <a:lnTo>
                    <a:pt x="3696459" y="2381166"/>
                  </a:lnTo>
                  <a:lnTo>
                    <a:pt x="3675308" y="2418872"/>
                  </a:lnTo>
                  <a:lnTo>
                    <a:pt x="3653103" y="2456046"/>
                  </a:lnTo>
                  <a:lnTo>
                    <a:pt x="3629861" y="2492672"/>
                  </a:lnTo>
                  <a:lnTo>
                    <a:pt x="3605599" y="2528736"/>
                  </a:lnTo>
                  <a:lnTo>
                    <a:pt x="3580334" y="2564224"/>
                  </a:lnTo>
                  <a:lnTo>
                    <a:pt x="3554081" y="2599121"/>
                  </a:lnTo>
                  <a:lnTo>
                    <a:pt x="3526859" y="2633412"/>
                  </a:lnTo>
                  <a:lnTo>
                    <a:pt x="3498684" y="2667084"/>
                  </a:lnTo>
                  <a:lnTo>
                    <a:pt x="3469573" y="2700122"/>
                  </a:lnTo>
                  <a:lnTo>
                    <a:pt x="3439542" y="2732510"/>
                  </a:lnTo>
                  <a:lnTo>
                    <a:pt x="3408608" y="2764236"/>
                  </a:lnTo>
                  <a:lnTo>
                    <a:pt x="3376788" y="2795284"/>
                  </a:lnTo>
                  <a:lnTo>
                    <a:pt x="3344098" y="2825640"/>
                  </a:lnTo>
                  <a:lnTo>
                    <a:pt x="3310556" y="2855290"/>
                  </a:lnTo>
                  <a:lnTo>
                    <a:pt x="3276178" y="2884218"/>
                  </a:lnTo>
                  <a:lnTo>
                    <a:pt x="3240981" y="2912412"/>
                  </a:lnTo>
                  <a:lnTo>
                    <a:pt x="3204982" y="2939855"/>
                  </a:lnTo>
                  <a:lnTo>
                    <a:pt x="3168197" y="2966534"/>
                  </a:lnTo>
                  <a:lnTo>
                    <a:pt x="3130643" y="2992435"/>
                  </a:lnTo>
                  <a:lnTo>
                    <a:pt x="3092338" y="3017542"/>
                  </a:lnTo>
                  <a:lnTo>
                    <a:pt x="3053297" y="3041842"/>
                  </a:lnTo>
                  <a:lnTo>
                    <a:pt x="3013537" y="3065319"/>
                  </a:lnTo>
                  <a:lnTo>
                    <a:pt x="2973076" y="3087960"/>
                  </a:lnTo>
                  <a:lnTo>
                    <a:pt x="2931929" y="3109750"/>
                  </a:lnTo>
                  <a:lnTo>
                    <a:pt x="2890115" y="3130675"/>
                  </a:lnTo>
                  <a:lnTo>
                    <a:pt x="2847648" y="3150720"/>
                  </a:lnTo>
                  <a:lnTo>
                    <a:pt x="2804547" y="3169870"/>
                  </a:lnTo>
                  <a:lnTo>
                    <a:pt x="2760828" y="3188112"/>
                  </a:lnTo>
                  <a:lnTo>
                    <a:pt x="2716508" y="3205431"/>
                  </a:lnTo>
                  <a:lnTo>
                    <a:pt x="2671604" y="3221812"/>
                  </a:lnTo>
                  <a:lnTo>
                    <a:pt x="2626131" y="3237240"/>
                  </a:lnTo>
                  <a:lnTo>
                    <a:pt x="2580108" y="3251703"/>
                  </a:lnTo>
                  <a:lnTo>
                    <a:pt x="2533550" y="3265184"/>
                  </a:lnTo>
                  <a:lnTo>
                    <a:pt x="2486475" y="3277669"/>
                  </a:lnTo>
                  <a:lnTo>
                    <a:pt x="2438899" y="3289145"/>
                  </a:lnTo>
                  <a:lnTo>
                    <a:pt x="2390840" y="3299597"/>
                  </a:lnTo>
                  <a:lnTo>
                    <a:pt x="2342313" y="3309009"/>
                  </a:lnTo>
                  <a:lnTo>
                    <a:pt x="2293335" y="3317369"/>
                  </a:lnTo>
                  <a:lnTo>
                    <a:pt x="2243924" y="3324660"/>
                  </a:lnTo>
                  <a:lnTo>
                    <a:pt x="2194096" y="3330870"/>
                  </a:lnTo>
                  <a:lnTo>
                    <a:pt x="2143868" y="3335983"/>
                  </a:lnTo>
                  <a:lnTo>
                    <a:pt x="2093257" y="3339985"/>
                  </a:lnTo>
                  <a:lnTo>
                    <a:pt x="2042279" y="3342861"/>
                  </a:lnTo>
                  <a:lnTo>
                    <a:pt x="1990951" y="3344597"/>
                  </a:lnTo>
                  <a:lnTo>
                    <a:pt x="1939289" y="3345179"/>
                  </a:lnTo>
                  <a:lnTo>
                    <a:pt x="1887628" y="3344597"/>
                  </a:lnTo>
                  <a:lnTo>
                    <a:pt x="1836300" y="3342861"/>
                  </a:lnTo>
                  <a:lnTo>
                    <a:pt x="1785322" y="3339985"/>
                  </a:lnTo>
                  <a:lnTo>
                    <a:pt x="1734711" y="3335983"/>
                  </a:lnTo>
                  <a:lnTo>
                    <a:pt x="1684483" y="3330870"/>
                  </a:lnTo>
                  <a:lnTo>
                    <a:pt x="1634655" y="3324660"/>
                  </a:lnTo>
                  <a:lnTo>
                    <a:pt x="1585244" y="3317369"/>
                  </a:lnTo>
                  <a:lnTo>
                    <a:pt x="1536266" y="3309009"/>
                  </a:lnTo>
                  <a:lnTo>
                    <a:pt x="1487739" y="3299597"/>
                  </a:lnTo>
                  <a:lnTo>
                    <a:pt x="1439680" y="3289145"/>
                  </a:lnTo>
                  <a:lnTo>
                    <a:pt x="1392104" y="3277669"/>
                  </a:lnTo>
                  <a:lnTo>
                    <a:pt x="1345029" y="3265184"/>
                  </a:lnTo>
                  <a:lnTo>
                    <a:pt x="1298471" y="3251703"/>
                  </a:lnTo>
                  <a:lnTo>
                    <a:pt x="1252448" y="3237240"/>
                  </a:lnTo>
                  <a:lnTo>
                    <a:pt x="1206975" y="3221812"/>
                  </a:lnTo>
                  <a:lnTo>
                    <a:pt x="1162071" y="3205431"/>
                  </a:lnTo>
                  <a:lnTo>
                    <a:pt x="1117751" y="3188112"/>
                  </a:lnTo>
                  <a:lnTo>
                    <a:pt x="1074032" y="3169870"/>
                  </a:lnTo>
                  <a:lnTo>
                    <a:pt x="1030931" y="3150720"/>
                  </a:lnTo>
                  <a:lnTo>
                    <a:pt x="988464" y="3130675"/>
                  </a:lnTo>
                  <a:lnTo>
                    <a:pt x="946650" y="3109750"/>
                  </a:lnTo>
                  <a:lnTo>
                    <a:pt x="905503" y="3087960"/>
                  </a:lnTo>
                  <a:lnTo>
                    <a:pt x="865042" y="3065319"/>
                  </a:lnTo>
                  <a:lnTo>
                    <a:pt x="825282" y="3041842"/>
                  </a:lnTo>
                  <a:lnTo>
                    <a:pt x="786241" y="3017542"/>
                  </a:lnTo>
                  <a:lnTo>
                    <a:pt x="747936" y="2992435"/>
                  </a:lnTo>
                  <a:lnTo>
                    <a:pt x="710382" y="2966534"/>
                  </a:lnTo>
                  <a:lnTo>
                    <a:pt x="673597" y="2939855"/>
                  </a:lnTo>
                  <a:lnTo>
                    <a:pt x="637598" y="2912412"/>
                  </a:lnTo>
                  <a:lnTo>
                    <a:pt x="602401" y="2884218"/>
                  </a:lnTo>
                  <a:lnTo>
                    <a:pt x="568023" y="2855290"/>
                  </a:lnTo>
                  <a:lnTo>
                    <a:pt x="534481" y="2825640"/>
                  </a:lnTo>
                  <a:lnTo>
                    <a:pt x="501791" y="2795284"/>
                  </a:lnTo>
                  <a:lnTo>
                    <a:pt x="469971" y="2764236"/>
                  </a:lnTo>
                  <a:lnTo>
                    <a:pt x="439037" y="2732510"/>
                  </a:lnTo>
                  <a:lnTo>
                    <a:pt x="409006" y="2700122"/>
                  </a:lnTo>
                  <a:lnTo>
                    <a:pt x="379895" y="2667084"/>
                  </a:lnTo>
                  <a:lnTo>
                    <a:pt x="351720" y="2633412"/>
                  </a:lnTo>
                  <a:lnTo>
                    <a:pt x="324498" y="2599121"/>
                  </a:lnTo>
                  <a:lnTo>
                    <a:pt x="298245" y="2564224"/>
                  </a:lnTo>
                  <a:lnTo>
                    <a:pt x="272980" y="2528736"/>
                  </a:lnTo>
                  <a:lnTo>
                    <a:pt x="248718" y="2492672"/>
                  </a:lnTo>
                  <a:lnTo>
                    <a:pt x="225476" y="2456046"/>
                  </a:lnTo>
                  <a:lnTo>
                    <a:pt x="203271" y="2418872"/>
                  </a:lnTo>
                  <a:lnTo>
                    <a:pt x="182120" y="2381166"/>
                  </a:lnTo>
                  <a:lnTo>
                    <a:pt x="162039" y="2342940"/>
                  </a:lnTo>
                  <a:lnTo>
                    <a:pt x="143046" y="2304211"/>
                  </a:lnTo>
                  <a:lnTo>
                    <a:pt x="125156" y="2264991"/>
                  </a:lnTo>
                  <a:lnTo>
                    <a:pt x="108387" y="2225297"/>
                  </a:lnTo>
                  <a:lnTo>
                    <a:pt x="92755" y="2185141"/>
                  </a:lnTo>
                  <a:lnTo>
                    <a:pt x="78278" y="2144539"/>
                  </a:lnTo>
                  <a:lnTo>
                    <a:pt x="64972" y="2103506"/>
                  </a:lnTo>
                  <a:lnTo>
                    <a:pt x="52853" y="2062054"/>
                  </a:lnTo>
                  <a:lnTo>
                    <a:pt x="41939" y="2020200"/>
                  </a:lnTo>
                  <a:lnTo>
                    <a:pt x="32247" y="1977957"/>
                  </a:lnTo>
                  <a:lnTo>
                    <a:pt x="23792" y="1935340"/>
                  </a:lnTo>
                  <a:lnTo>
                    <a:pt x="16592" y="1892363"/>
                  </a:lnTo>
                  <a:lnTo>
                    <a:pt x="10663" y="1849041"/>
                  </a:lnTo>
                  <a:lnTo>
                    <a:pt x="6023" y="1805388"/>
                  </a:lnTo>
                  <a:lnTo>
                    <a:pt x="2688" y="1761419"/>
                  </a:lnTo>
                  <a:lnTo>
                    <a:pt x="674" y="1717148"/>
                  </a:lnTo>
                  <a:lnTo>
                    <a:pt x="0" y="1672589"/>
                  </a:lnTo>
                  <a:close/>
                </a:path>
              </a:pathLst>
            </a:custGeom>
            <a:ln w="28575">
              <a:solidFill>
                <a:srgbClr val="974707"/>
              </a:solidFill>
            </a:ln>
          </p:spPr>
          <p:txBody>
            <a:bodyPr wrap="square" lIns="0" tIns="0" rIns="0" bIns="0" rtlCol="0"/>
            <a:lstStyle/>
            <a:p>
              <a:endParaRPr>
                <a:latin typeface="+mj-lt"/>
              </a:endParaRPr>
            </a:p>
          </p:txBody>
        </p:sp>
        <p:pic>
          <p:nvPicPr>
            <p:cNvPr id="9" name="object 9"/>
            <p:cNvPicPr/>
            <p:nvPr/>
          </p:nvPicPr>
          <p:blipFill>
            <a:blip r:embed="rId4" cstate="print"/>
            <a:stretch>
              <a:fillRect/>
            </a:stretch>
          </p:blipFill>
          <p:spPr>
            <a:xfrm>
              <a:off x="7310628" y="3517392"/>
              <a:ext cx="2951987" cy="2628900"/>
            </a:xfrm>
            <a:prstGeom prst="rect">
              <a:avLst/>
            </a:prstGeom>
          </p:spPr>
        </p:pic>
        <p:sp>
          <p:nvSpPr>
            <p:cNvPr id="10" name="object 10"/>
            <p:cNvSpPr/>
            <p:nvPr/>
          </p:nvSpPr>
          <p:spPr>
            <a:xfrm>
              <a:off x="7378446" y="3547110"/>
              <a:ext cx="2821305" cy="2498090"/>
            </a:xfrm>
            <a:custGeom>
              <a:avLst/>
              <a:gdLst/>
              <a:ahLst/>
              <a:cxnLst/>
              <a:rect l="l" t="t" r="r" b="b"/>
              <a:pathLst>
                <a:path w="2821304" h="2498090">
                  <a:moveTo>
                    <a:pt x="1410461" y="0"/>
                  </a:moveTo>
                  <a:lnTo>
                    <a:pt x="1359870" y="788"/>
                  </a:lnTo>
                  <a:lnTo>
                    <a:pt x="1309727" y="3135"/>
                  </a:lnTo>
                  <a:lnTo>
                    <a:pt x="1260062" y="7016"/>
                  </a:lnTo>
                  <a:lnTo>
                    <a:pt x="1210905" y="12402"/>
                  </a:lnTo>
                  <a:lnTo>
                    <a:pt x="1162286" y="19269"/>
                  </a:lnTo>
                  <a:lnTo>
                    <a:pt x="1114234" y="27589"/>
                  </a:lnTo>
                  <a:lnTo>
                    <a:pt x="1066780" y="37336"/>
                  </a:lnTo>
                  <a:lnTo>
                    <a:pt x="1019953" y="48483"/>
                  </a:lnTo>
                  <a:lnTo>
                    <a:pt x="973783" y="61005"/>
                  </a:lnTo>
                  <a:lnTo>
                    <a:pt x="928300" y="74875"/>
                  </a:lnTo>
                  <a:lnTo>
                    <a:pt x="883534" y="90066"/>
                  </a:lnTo>
                  <a:lnTo>
                    <a:pt x="839514" y="106552"/>
                  </a:lnTo>
                  <a:lnTo>
                    <a:pt x="796270" y="124306"/>
                  </a:lnTo>
                  <a:lnTo>
                    <a:pt x="753833" y="143303"/>
                  </a:lnTo>
                  <a:lnTo>
                    <a:pt x="712232" y="163515"/>
                  </a:lnTo>
                  <a:lnTo>
                    <a:pt x="671497" y="184917"/>
                  </a:lnTo>
                  <a:lnTo>
                    <a:pt x="631657" y="207481"/>
                  </a:lnTo>
                  <a:lnTo>
                    <a:pt x="592743" y="231182"/>
                  </a:lnTo>
                  <a:lnTo>
                    <a:pt x="554784" y="255993"/>
                  </a:lnTo>
                  <a:lnTo>
                    <a:pt x="517810" y="281887"/>
                  </a:lnTo>
                  <a:lnTo>
                    <a:pt x="481852" y="308838"/>
                  </a:lnTo>
                  <a:lnTo>
                    <a:pt x="446938" y="336821"/>
                  </a:lnTo>
                  <a:lnTo>
                    <a:pt x="413099" y="365807"/>
                  </a:lnTo>
                  <a:lnTo>
                    <a:pt x="380364" y="395772"/>
                  </a:lnTo>
                  <a:lnTo>
                    <a:pt x="348764" y="426687"/>
                  </a:lnTo>
                  <a:lnTo>
                    <a:pt x="318327" y="458528"/>
                  </a:lnTo>
                  <a:lnTo>
                    <a:pt x="289085" y="491268"/>
                  </a:lnTo>
                  <a:lnTo>
                    <a:pt x="261066" y="524880"/>
                  </a:lnTo>
                  <a:lnTo>
                    <a:pt x="234301" y="559337"/>
                  </a:lnTo>
                  <a:lnTo>
                    <a:pt x="208820" y="594614"/>
                  </a:lnTo>
                  <a:lnTo>
                    <a:pt x="184651" y="630684"/>
                  </a:lnTo>
                  <a:lnTo>
                    <a:pt x="161826" y="667520"/>
                  </a:lnTo>
                  <a:lnTo>
                    <a:pt x="140374" y="705097"/>
                  </a:lnTo>
                  <a:lnTo>
                    <a:pt x="120324" y="743387"/>
                  </a:lnTo>
                  <a:lnTo>
                    <a:pt x="101707" y="782364"/>
                  </a:lnTo>
                  <a:lnTo>
                    <a:pt x="84553" y="822002"/>
                  </a:lnTo>
                  <a:lnTo>
                    <a:pt x="68890" y="862275"/>
                  </a:lnTo>
                  <a:lnTo>
                    <a:pt x="54750" y="903156"/>
                  </a:lnTo>
                  <a:lnTo>
                    <a:pt x="42161" y="944618"/>
                  </a:lnTo>
                  <a:lnTo>
                    <a:pt x="31154" y="986635"/>
                  </a:lnTo>
                  <a:lnTo>
                    <a:pt x="21759" y="1029181"/>
                  </a:lnTo>
                  <a:lnTo>
                    <a:pt x="14005" y="1072230"/>
                  </a:lnTo>
                  <a:lnTo>
                    <a:pt x="7922" y="1115754"/>
                  </a:lnTo>
                  <a:lnTo>
                    <a:pt x="3541" y="1159727"/>
                  </a:lnTo>
                  <a:lnTo>
                    <a:pt x="890" y="1204124"/>
                  </a:lnTo>
                  <a:lnTo>
                    <a:pt x="0" y="1248917"/>
                  </a:lnTo>
                  <a:lnTo>
                    <a:pt x="890" y="1293711"/>
                  </a:lnTo>
                  <a:lnTo>
                    <a:pt x="3541" y="1338108"/>
                  </a:lnTo>
                  <a:lnTo>
                    <a:pt x="7922" y="1382081"/>
                  </a:lnTo>
                  <a:lnTo>
                    <a:pt x="14005" y="1425605"/>
                  </a:lnTo>
                  <a:lnTo>
                    <a:pt x="21759" y="1468654"/>
                  </a:lnTo>
                  <a:lnTo>
                    <a:pt x="31154" y="1511200"/>
                  </a:lnTo>
                  <a:lnTo>
                    <a:pt x="42161" y="1553217"/>
                  </a:lnTo>
                  <a:lnTo>
                    <a:pt x="54750" y="1594679"/>
                  </a:lnTo>
                  <a:lnTo>
                    <a:pt x="68890" y="1635560"/>
                  </a:lnTo>
                  <a:lnTo>
                    <a:pt x="84553" y="1675833"/>
                  </a:lnTo>
                  <a:lnTo>
                    <a:pt x="101707" y="1715471"/>
                  </a:lnTo>
                  <a:lnTo>
                    <a:pt x="120324" y="1754448"/>
                  </a:lnTo>
                  <a:lnTo>
                    <a:pt x="140374" y="1792738"/>
                  </a:lnTo>
                  <a:lnTo>
                    <a:pt x="161826" y="1830315"/>
                  </a:lnTo>
                  <a:lnTo>
                    <a:pt x="184651" y="1867151"/>
                  </a:lnTo>
                  <a:lnTo>
                    <a:pt x="208820" y="1903221"/>
                  </a:lnTo>
                  <a:lnTo>
                    <a:pt x="234301" y="1938498"/>
                  </a:lnTo>
                  <a:lnTo>
                    <a:pt x="261066" y="1972955"/>
                  </a:lnTo>
                  <a:lnTo>
                    <a:pt x="289085" y="2006567"/>
                  </a:lnTo>
                  <a:lnTo>
                    <a:pt x="318327" y="2039307"/>
                  </a:lnTo>
                  <a:lnTo>
                    <a:pt x="348764" y="2071148"/>
                  </a:lnTo>
                  <a:lnTo>
                    <a:pt x="380364" y="2102063"/>
                  </a:lnTo>
                  <a:lnTo>
                    <a:pt x="413099" y="2132028"/>
                  </a:lnTo>
                  <a:lnTo>
                    <a:pt x="446938" y="2161014"/>
                  </a:lnTo>
                  <a:lnTo>
                    <a:pt x="481852" y="2188997"/>
                  </a:lnTo>
                  <a:lnTo>
                    <a:pt x="517810" y="2215948"/>
                  </a:lnTo>
                  <a:lnTo>
                    <a:pt x="554784" y="2241842"/>
                  </a:lnTo>
                  <a:lnTo>
                    <a:pt x="592743" y="2266653"/>
                  </a:lnTo>
                  <a:lnTo>
                    <a:pt x="631657" y="2290354"/>
                  </a:lnTo>
                  <a:lnTo>
                    <a:pt x="671497" y="2312918"/>
                  </a:lnTo>
                  <a:lnTo>
                    <a:pt x="712232" y="2334320"/>
                  </a:lnTo>
                  <a:lnTo>
                    <a:pt x="753833" y="2354532"/>
                  </a:lnTo>
                  <a:lnTo>
                    <a:pt x="796270" y="2373529"/>
                  </a:lnTo>
                  <a:lnTo>
                    <a:pt x="839514" y="2391283"/>
                  </a:lnTo>
                  <a:lnTo>
                    <a:pt x="883534" y="2407769"/>
                  </a:lnTo>
                  <a:lnTo>
                    <a:pt x="928300" y="2422960"/>
                  </a:lnTo>
                  <a:lnTo>
                    <a:pt x="973783" y="2436830"/>
                  </a:lnTo>
                  <a:lnTo>
                    <a:pt x="1019953" y="2449352"/>
                  </a:lnTo>
                  <a:lnTo>
                    <a:pt x="1066780" y="2460499"/>
                  </a:lnTo>
                  <a:lnTo>
                    <a:pt x="1114234" y="2470246"/>
                  </a:lnTo>
                  <a:lnTo>
                    <a:pt x="1162286" y="2478566"/>
                  </a:lnTo>
                  <a:lnTo>
                    <a:pt x="1210905" y="2485433"/>
                  </a:lnTo>
                  <a:lnTo>
                    <a:pt x="1260062" y="2490819"/>
                  </a:lnTo>
                  <a:lnTo>
                    <a:pt x="1309727" y="2494700"/>
                  </a:lnTo>
                  <a:lnTo>
                    <a:pt x="1359870" y="2497047"/>
                  </a:lnTo>
                  <a:lnTo>
                    <a:pt x="1410461" y="2497836"/>
                  </a:lnTo>
                  <a:lnTo>
                    <a:pt x="1461053" y="2497047"/>
                  </a:lnTo>
                  <a:lnTo>
                    <a:pt x="1511196" y="2494700"/>
                  </a:lnTo>
                  <a:lnTo>
                    <a:pt x="1560861" y="2490819"/>
                  </a:lnTo>
                  <a:lnTo>
                    <a:pt x="1610018" y="2485433"/>
                  </a:lnTo>
                  <a:lnTo>
                    <a:pt x="1658637" y="2478566"/>
                  </a:lnTo>
                  <a:lnTo>
                    <a:pt x="1706689" y="2470246"/>
                  </a:lnTo>
                  <a:lnTo>
                    <a:pt x="1754143" y="2460499"/>
                  </a:lnTo>
                  <a:lnTo>
                    <a:pt x="1800970" y="2449352"/>
                  </a:lnTo>
                  <a:lnTo>
                    <a:pt x="1847140" y="2436830"/>
                  </a:lnTo>
                  <a:lnTo>
                    <a:pt x="1892623" y="2422960"/>
                  </a:lnTo>
                  <a:lnTo>
                    <a:pt x="1937389" y="2407769"/>
                  </a:lnTo>
                  <a:lnTo>
                    <a:pt x="1981409" y="2391283"/>
                  </a:lnTo>
                  <a:lnTo>
                    <a:pt x="2024653" y="2373529"/>
                  </a:lnTo>
                  <a:lnTo>
                    <a:pt x="2067090" y="2354532"/>
                  </a:lnTo>
                  <a:lnTo>
                    <a:pt x="2108691" y="2334320"/>
                  </a:lnTo>
                  <a:lnTo>
                    <a:pt x="2149426" y="2312918"/>
                  </a:lnTo>
                  <a:lnTo>
                    <a:pt x="2189266" y="2290354"/>
                  </a:lnTo>
                  <a:lnTo>
                    <a:pt x="2228180" y="2266653"/>
                  </a:lnTo>
                  <a:lnTo>
                    <a:pt x="2266139" y="2241842"/>
                  </a:lnTo>
                  <a:lnTo>
                    <a:pt x="2303113" y="2215948"/>
                  </a:lnTo>
                  <a:lnTo>
                    <a:pt x="2339071" y="2188997"/>
                  </a:lnTo>
                  <a:lnTo>
                    <a:pt x="2373985" y="2161014"/>
                  </a:lnTo>
                  <a:lnTo>
                    <a:pt x="2407824" y="2132028"/>
                  </a:lnTo>
                  <a:lnTo>
                    <a:pt x="2440559" y="2102063"/>
                  </a:lnTo>
                  <a:lnTo>
                    <a:pt x="2472159" y="2071148"/>
                  </a:lnTo>
                  <a:lnTo>
                    <a:pt x="2502596" y="2039307"/>
                  </a:lnTo>
                  <a:lnTo>
                    <a:pt x="2531838" y="2006567"/>
                  </a:lnTo>
                  <a:lnTo>
                    <a:pt x="2559857" y="1972955"/>
                  </a:lnTo>
                  <a:lnTo>
                    <a:pt x="2586622" y="1938498"/>
                  </a:lnTo>
                  <a:lnTo>
                    <a:pt x="2612103" y="1903221"/>
                  </a:lnTo>
                  <a:lnTo>
                    <a:pt x="2636272" y="1867151"/>
                  </a:lnTo>
                  <a:lnTo>
                    <a:pt x="2659097" y="1830315"/>
                  </a:lnTo>
                  <a:lnTo>
                    <a:pt x="2680549" y="1792738"/>
                  </a:lnTo>
                  <a:lnTo>
                    <a:pt x="2700599" y="1754448"/>
                  </a:lnTo>
                  <a:lnTo>
                    <a:pt x="2719216" y="1715471"/>
                  </a:lnTo>
                  <a:lnTo>
                    <a:pt x="2736370" y="1675833"/>
                  </a:lnTo>
                  <a:lnTo>
                    <a:pt x="2752033" y="1635560"/>
                  </a:lnTo>
                  <a:lnTo>
                    <a:pt x="2766173" y="1594679"/>
                  </a:lnTo>
                  <a:lnTo>
                    <a:pt x="2778762" y="1553217"/>
                  </a:lnTo>
                  <a:lnTo>
                    <a:pt x="2789769" y="1511200"/>
                  </a:lnTo>
                  <a:lnTo>
                    <a:pt x="2799164" y="1468654"/>
                  </a:lnTo>
                  <a:lnTo>
                    <a:pt x="2806918" y="1425605"/>
                  </a:lnTo>
                  <a:lnTo>
                    <a:pt x="2813001" y="1382081"/>
                  </a:lnTo>
                  <a:lnTo>
                    <a:pt x="2817382" y="1338108"/>
                  </a:lnTo>
                  <a:lnTo>
                    <a:pt x="2820033" y="1293711"/>
                  </a:lnTo>
                  <a:lnTo>
                    <a:pt x="2820924" y="1248917"/>
                  </a:lnTo>
                  <a:lnTo>
                    <a:pt x="2820033" y="1204124"/>
                  </a:lnTo>
                  <a:lnTo>
                    <a:pt x="2817382" y="1159727"/>
                  </a:lnTo>
                  <a:lnTo>
                    <a:pt x="2813001" y="1115754"/>
                  </a:lnTo>
                  <a:lnTo>
                    <a:pt x="2806918" y="1072230"/>
                  </a:lnTo>
                  <a:lnTo>
                    <a:pt x="2799164" y="1029181"/>
                  </a:lnTo>
                  <a:lnTo>
                    <a:pt x="2789769" y="986635"/>
                  </a:lnTo>
                  <a:lnTo>
                    <a:pt x="2778762" y="944618"/>
                  </a:lnTo>
                  <a:lnTo>
                    <a:pt x="2766173" y="903156"/>
                  </a:lnTo>
                  <a:lnTo>
                    <a:pt x="2752033" y="862275"/>
                  </a:lnTo>
                  <a:lnTo>
                    <a:pt x="2736370" y="822002"/>
                  </a:lnTo>
                  <a:lnTo>
                    <a:pt x="2719216" y="782364"/>
                  </a:lnTo>
                  <a:lnTo>
                    <a:pt x="2700599" y="743387"/>
                  </a:lnTo>
                  <a:lnTo>
                    <a:pt x="2680549" y="705097"/>
                  </a:lnTo>
                  <a:lnTo>
                    <a:pt x="2659097" y="667520"/>
                  </a:lnTo>
                  <a:lnTo>
                    <a:pt x="2636272" y="630684"/>
                  </a:lnTo>
                  <a:lnTo>
                    <a:pt x="2612103" y="594614"/>
                  </a:lnTo>
                  <a:lnTo>
                    <a:pt x="2586622" y="559337"/>
                  </a:lnTo>
                  <a:lnTo>
                    <a:pt x="2559857" y="524880"/>
                  </a:lnTo>
                  <a:lnTo>
                    <a:pt x="2531838" y="491268"/>
                  </a:lnTo>
                  <a:lnTo>
                    <a:pt x="2502596" y="458528"/>
                  </a:lnTo>
                  <a:lnTo>
                    <a:pt x="2472159" y="426687"/>
                  </a:lnTo>
                  <a:lnTo>
                    <a:pt x="2440559" y="395772"/>
                  </a:lnTo>
                  <a:lnTo>
                    <a:pt x="2407824" y="365807"/>
                  </a:lnTo>
                  <a:lnTo>
                    <a:pt x="2373985" y="336821"/>
                  </a:lnTo>
                  <a:lnTo>
                    <a:pt x="2339071" y="308838"/>
                  </a:lnTo>
                  <a:lnTo>
                    <a:pt x="2303113" y="281887"/>
                  </a:lnTo>
                  <a:lnTo>
                    <a:pt x="2266139" y="255993"/>
                  </a:lnTo>
                  <a:lnTo>
                    <a:pt x="2228180" y="231182"/>
                  </a:lnTo>
                  <a:lnTo>
                    <a:pt x="2189266" y="207481"/>
                  </a:lnTo>
                  <a:lnTo>
                    <a:pt x="2149426" y="184917"/>
                  </a:lnTo>
                  <a:lnTo>
                    <a:pt x="2108691" y="163515"/>
                  </a:lnTo>
                  <a:lnTo>
                    <a:pt x="2067090" y="143303"/>
                  </a:lnTo>
                  <a:lnTo>
                    <a:pt x="2024653" y="124306"/>
                  </a:lnTo>
                  <a:lnTo>
                    <a:pt x="1981409" y="106552"/>
                  </a:lnTo>
                  <a:lnTo>
                    <a:pt x="1937389" y="90066"/>
                  </a:lnTo>
                  <a:lnTo>
                    <a:pt x="1892623" y="74875"/>
                  </a:lnTo>
                  <a:lnTo>
                    <a:pt x="1847140" y="61005"/>
                  </a:lnTo>
                  <a:lnTo>
                    <a:pt x="1800970" y="48483"/>
                  </a:lnTo>
                  <a:lnTo>
                    <a:pt x="1754143" y="37336"/>
                  </a:lnTo>
                  <a:lnTo>
                    <a:pt x="1706689" y="27589"/>
                  </a:lnTo>
                  <a:lnTo>
                    <a:pt x="1658637" y="19269"/>
                  </a:lnTo>
                  <a:lnTo>
                    <a:pt x="1610018" y="12402"/>
                  </a:lnTo>
                  <a:lnTo>
                    <a:pt x="1560861" y="7016"/>
                  </a:lnTo>
                  <a:lnTo>
                    <a:pt x="1511196" y="3135"/>
                  </a:lnTo>
                  <a:lnTo>
                    <a:pt x="1461053" y="788"/>
                  </a:lnTo>
                  <a:lnTo>
                    <a:pt x="1410461" y="0"/>
                  </a:lnTo>
                  <a:close/>
                </a:path>
              </a:pathLst>
            </a:custGeom>
            <a:solidFill>
              <a:srgbClr val="DCE6F1"/>
            </a:solidFill>
          </p:spPr>
          <p:txBody>
            <a:bodyPr wrap="square" lIns="0" tIns="0" rIns="0" bIns="0" rtlCol="0"/>
            <a:lstStyle/>
            <a:p>
              <a:endParaRPr>
                <a:latin typeface="+mj-lt"/>
              </a:endParaRPr>
            </a:p>
          </p:txBody>
        </p:sp>
        <p:sp>
          <p:nvSpPr>
            <p:cNvPr id="11" name="object 11"/>
            <p:cNvSpPr/>
            <p:nvPr/>
          </p:nvSpPr>
          <p:spPr>
            <a:xfrm>
              <a:off x="7378446" y="3547110"/>
              <a:ext cx="2821305" cy="2498090"/>
            </a:xfrm>
            <a:custGeom>
              <a:avLst/>
              <a:gdLst/>
              <a:ahLst/>
              <a:cxnLst/>
              <a:rect l="l" t="t" r="r" b="b"/>
              <a:pathLst>
                <a:path w="2821304" h="2498090">
                  <a:moveTo>
                    <a:pt x="0" y="1248917"/>
                  </a:moveTo>
                  <a:lnTo>
                    <a:pt x="890" y="1204124"/>
                  </a:lnTo>
                  <a:lnTo>
                    <a:pt x="3541" y="1159727"/>
                  </a:lnTo>
                  <a:lnTo>
                    <a:pt x="7922" y="1115754"/>
                  </a:lnTo>
                  <a:lnTo>
                    <a:pt x="14005" y="1072230"/>
                  </a:lnTo>
                  <a:lnTo>
                    <a:pt x="21759" y="1029181"/>
                  </a:lnTo>
                  <a:lnTo>
                    <a:pt x="31154" y="986635"/>
                  </a:lnTo>
                  <a:lnTo>
                    <a:pt x="42161" y="944618"/>
                  </a:lnTo>
                  <a:lnTo>
                    <a:pt x="54750" y="903156"/>
                  </a:lnTo>
                  <a:lnTo>
                    <a:pt x="68890" y="862275"/>
                  </a:lnTo>
                  <a:lnTo>
                    <a:pt x="84553" y="822002"/>
                  </a:lnTo>
                  <a:lnTo>
                    <a:pt x="101707" y="782364"/>
                  </a:lnTo>
                  <a:lnTo>
                    <a:pt x="120324" y="743387"/>
                  </a:lnTo>
                  <a:lnTo>
                    <a:pt x="140374" y="705097"/>
                  </a:lnTo>
                  <a:lnTo>
                    <a:pt x="161826" y="667520"/>
                  </a:lnTo>
                  <a:lnTo>
                    <a:pt x="184651" y="630684"/>
                  </a:lnTo>
                  <a:lnTo>
                    <a:pt x="208820" y="594614"/>
                  </a:lnTo>
                  <a:lnTo>
                    <a:pt x="234301" y="559337"/>
                  </a:lnTo>
                  <a:lnTo>
                    <a:pt x="261066" y="524880"/>
                  </a:lnTo>
                  <a:lnTo>
                    <a:pt x="289085" y="491268"/>
                  </a:lnTo>
                  <a:lnTo>
                    <a:pt x="318327" y="458528"/>
                  </a:lnTo>
                  <a:lnTo>
                    <a:pt x="348764" y="426687"/>
                  </a:lnTo>
                  <a:lnTo>
                    <a:pt x="380364" y="395772"/>
                  </a:lnTo>
                  <a:lnTo>
                    <a:pt x="413099" y="365807"/>
                  </a:lnTo>
                  <a:lnTo>
                    <a:pt x="446938" y="336821"/>
                  </a:lnTo>
                  <a:lnTo>
                    <a:pt x="481852" y="308838"/>
                  </a:lnTo>
                  <a:lnTo>
                    <a:pt x="517810" y="281887"/>
                  </a:lnTo>
                  <a:lnTo>
                    <a:pt x="554784" y="255993"/>
                  </a:lnTo>
                  <a:lnTo>
                    <a:pt x="592743" y="231182"/>
                  </a:lnTo>
                  <a:lnTo>
                    <a:pt x="631657" y="207481"/>
                  </a:lnTo>
                  <a:lnTo>
                    <a:pt x="671497" y="184917"/>
                  </a:lnTo>
                  <a:lnTo>
                    <a:pt x="712232" y="163515"/>
                  </a:lnTo>
                  <a:lnTo>
                    <a:pt x="753833" y="143303"/>
                  </a:lnTo>
                  <a:lnTo>
                    <a:pt x="796270" y="124306"/>
                  </a:lnTo>
                  <a:lnTo>
                    <a:pt x="839514" y="106552"/>
                  </a:lnTo>
                  <a:lnTo>
                    <a:pt x="883534" y="90066"/>
                  </a:lnTo>
                  <a:lnTo>
                    <a:pt x="928300" y="74875"/>
                  </a:lnTo>
                  <a:lnTo>
                    <a:pt x="973783" y="61005"/>
                  </a:lnTo>
                  <a:lnTo>
                    <a:pt x="1019953" y="48483"/>
                  </a:lnTo>
                  <a:lnTo>
                    <a:pt x="1066780" y="37336"/>
                  </a:lnTo>
                  <a:lnTo>
                    <a:pt x="1114234" y="27589"/>
                  </a:lnTo>
                  <a:lnTo>
                    <a:pt x="1162286" y="19269"/>
                  </a:lnTo>
                  <a:lnTo>
                    <a:pt x="1210905" y="12402"/>
                  </a:lnTo>
                  <a:lnTo>
                    <a:pt x="1260062" y="7016"/>
                  </a:lnTo>
                  <a:lnTo>
                    <a:pt x="1309727" y="3135"/>
                  </a:lnTo>
                  <a:lnTo>
                    <a:pt x="1359870" y="788"/>
                  </a:lnTo>
                  <a:lnTo>
                    <a:pt x="1410461" y="0"/>
                  </a:lnTo>
                  <a:lnTo>
                    <a:pt x="1461053" y="788"/>
                  </a:lnTo>
                  <a:lnTo>
                    <a:pt x="1511196" y="3135"/>
                  </a:lnTo>
                  <a:lnTo>
                    <a:pt x="1560861" y="7016"/>
                  </a:lnTo>
                  <a:lnTo>
                    <a:pt x="1610018" y="12402"/>
                  </a:lnTo>
                  <a:lnTo>
                    <a:pt x="1658637" y="19269"/>
                  </a:lnTo>
                  <a:lnTo>
                    <a:pt x="1706689" y="27589"/>
                  </a:lnTo>
                  <a:lnTo>
                    <a:pt x="1754143" y="37336"/>
                  </a:lnTo>
                  <a:lnTo>
                    <a:pt x="1800970" y="48483"/>
                  </a:lnTo>
                  <a:lnTo>
                    <a:pt x="1847140" y="61005"/>
                  </a:lnTo>
                  <a:lnTo>
                    <a:pt x="1892623" y="74875"/>
                  </a:lnTo>
                  <a:lnTo>
                    <a:pt x="1937389" y="90066"/>
                  </a:lnTo>
                  <a:lnTo>
                    <a:pt x="1981409" y="106552"/>
                  </a:lnTo>
                  <a:lnTo>
                    <a:pt x="2024653" y="124306"/>
                  </a:lnTo>
                  <a:lnTo>
                    <a:pt x="2067090" y="143303"/>
                  </a:lnTo>
                  <a:lnTo>
                    <a:pt x="2108691" y="163515"/>
                  </a:lnTo>
                  <a:lnTo>
                    <a:pt x="2149426" y="184917"/>
                  </a:lnTo>
                  <a:lnTo>
                    <a:pt x="2189266" y="207481"/>
                  </a:lnTo>
                  <a:lnTo>
                    <a:pt x="2228180" y="231182"/>
                  </a:lnTo>
                  <a:lnTo>
                    <a:pt x="2266139" y="255993"/>
                  </a:lnTo>
                  <a:lnTo>
                    <a:pt x="2303113" y="281887"/>
                  </a:lnTo>
                  <a:lnTo>
                    <a:pt x="2339071" y="308838"/>
                  </a:lnTo>
                  <a:lnTo>
                    <a:pt x="2373985" y="336821"/>
                  </a:lnTo>
                  <a:lnTo>
                    <a:pt x="2407824" y="365807"/>
                  </a:lnTo>
                  <a:lnTo>
                    <a:pt x="2440559" y="395772"/>
                  </a:lnTo>
                  <a:lnTo>
                    <a:pt x="2472159" y="426687"/>
                  </a:lnTo>
                  <a:lnTo>
                    <a:pt x="2502596" y="458528"/>
                  </a:lnTo>
                  <a:lnTo>
                    <a:pt x="2531838" y="491268"/>
                  </a:lnTo>
                  <a:lnTo>
                    <a:pt x="2559857" y="524880"/>
                  </a:lnTo>
                  <a:lnTo>
                    <a:pt x="2586622" y="559337"/>
                  </a:lnTo>
                  <a:lnTo>
                    <a:pt x="2612103" y="594614"/>
                  </a:lnTo>
                  <a:lnTo>
                    <a:pt x="2636272" y="630684"/>
                  </a:lnTo>
                  <a:lnTo>
                    <a:pt x="2659097" y="667520"/>
                  </a:lnTo>
                  <a:lnTo>
                    <a:pt x="2680549" y="705097"/>
                  </a:lnTo>
                  <a:lnTo>
                    <a:pt x="2700599" y="743387"/>
                  </a:lnTo>
                  <a:lnTo>
                    <a:pt x="2719216" y="782364"/>
                  </a:lnTo>
                  <a:lnTo>
                    <a:pt x="2736370" y="822002"/>
                  </a:lnTo>
                  <a:lnTo>
                    <a:pt x="2752033" y="862275"/>
                  </a:lnTo>
                  <a:lnTo>
                    <a:pt x="2766173" y="903156"/>
                  </a:lnTo>
                  <a:lnTo>
                    <a:pt x="2778762" y="944618"/>
                  </a:lnTo>
                  <a:lnTo>
                    <a:pt x="2789769" y="986635"/>
                  </a:lnTo>
                  <a:lnTo>
                    <a:pt x="2799164" y="1029181"/>
                  </a:lnTo>
                  <a:lnTo>
                    <a:pt x="2806918" y="1072230"/>
                  </a:lnTo>
                  <a:lnTo>
                    <a:pt x="2813001" y="1115754"/>
                  </a:lnTo>
                  <a:lnTo>
                    <a:pt x="2817382" y="1159727"/>
                  </a:lnTo>
                  <a:lnTo>
                    <a:pt x="2820033" y="1204124"/>
                  </a:lnTo>
                  <a:lnTo>
                    <a:pt x="2820924" y="1248917"/>
                  </a:lnTo>
                  <a:lnTo>
                    <a:pt x="2820033" y="1293711"/>
                  </a:lnTo>
                  <a:lnTo>
                    <a:pt x="2817382" y="1338108"/>
                  </a:lnTo>
                  <a:lnTo>
                    <a:pt x="2813001" y="1382081"/>
                  </a:lnTo>
                  <a:lnTo>
                    <a:pt x="2806918" y="1425605"/>
                  </a:lnTo>
                  <a:lnTo>
                    <a:pt x="2799164" y="1468654"/>
                  </a:lnTo>
                  <a:lnTo>
                    <a:pt x="2789769" y="1511200"/>
                  </a:lnTo>
                  <a:lnTo>
                    <a:pt x="2778762" y="1553217"/>
                  </a:lnTo>
                  <a:lnTo>
                    <a:pt x="2766173" y="1594679"/>
                  </a:lnTo>
                  <a:lnTo>
                    <a:pt x="2752033" y="1635560"/>
                  </a:lnTo>
                  <a:lnTo>
                    <a:pt x="2736370" y="1675833"/>
                  </a:lnTo>
                  <a:lnTo>
                    <a:pt x="2719216" y="1715471"/>
                  </a:lnTo>
                  <a:lnTo>
                    <a:pt x="2700599" y="1754448"/>
                  </a:lnTo>
                  <a:lnTo>
                    <a:pt x="2680549" y="1792738"/>
                  </a:lnTo>
                  <a:lnTo>
                    <a:pt x="2659097" y="1830315"/>
                  </a:lnTo>
                  <a:lnTo>
                    <a:pt x="2636272" y="1867151"/>
                  </a:lnTo>
                  <a:lnTo>
                    <a:pt x="2612103" y="1903221"/>
                  </a:lnTo>
                  <a:lnTo>
                    <a:pt x="2586622" y="1938498"/>
                  </a:lnTo>
                  <a:lnTo>
                    <a:pt x="2559857" y="1972955"/>
                  </a:lnTo>
                  <a:lnTo>
                    <a:pt x="2531838" y="2006567"/>
                  </a:lnTo>
                  <a:lnTo>
                    <a:pt x="2502596" y="2039307"/>
                  </a:lnTo>
                  <a:lnTo>
                    <a:pt x="2472159" y="2071148"/>
                  </a:lnTo>
                  <a:lnTo>
                    <a:pt x="2440559" y="2102063"/>
                  </a:lnTo>
                  <a:lnTo>
                    <a:pt x="2407824" y="2132028"/>
                  </a:lnTo>
                  <a:lnTo>
                    <a:pt x="2373985" y="2161014"/>
                  </a:lnTo>
                  <a:lnTo>
                    <a:pt x="2339071" y="2188997"/>
                  </a:lnTo>
                  <a:lnTo>
                    <a:pt x="2303113" y="2215948"/>
                  </a:lnTo>
                  <a:lnTo>
                    <a:pt x="2266139" y="2241842"/>
                  </a:lnTo>
                  <a:lnTo>
                    <a:pt x="2228180" y="2266653"/>
                  </a:lnTo>
                  <a:lnTo>
                    <a:pt x="2189266" y="2290354"/>
                  </a:lnTo>
                  <a:lnTo>
                    <a:pt x="2149426" y="2312918"/>
                  </a:lnTo>
                  <a:lnTo>
                    <a:pt x="2108691" y="2334320"/>
                  </a:lnTo>
                  <a:lnTo>
                    <a:pt x="2067090" y="2354532"/>
                  </a:lnTo>
                  <a:lnTo>
                    <a:pt x="2024653" y="2373529"/>
                  </a:lnTo>
                  <a:lnTo>
                    <a:pt x="1981409" y="2391283"/>
                  </a:lnTo>
                  <a:lnTo>
                    <a:pt x="1937389" y="2407769"/>
                  </a:lnTo>
                  <a:lnTo>
                    <a:pt x="1892623" y="2422960"/>
                  </a:lnTo>
                  <a:lnTo>
                    <a:pt x="1847140" y="2436830"/>
                  </a:lnTo>
                  <a:lnTo>
                    <a:pt x="1800970" y="2449352"/>
                  </a:lnTo>
                  <a:lnTo>
                    <a:pt x="1754143" y="2460499"/>
                  </a:lnTo>
                  <a:lnTo>
                    <a:pt x="1706689" y="2470246"/>
                  </a:lnTo>
                  <a:lnTo>
                    <a:pt x="1658637" y="2478566"/>
                  </a:lnTo>
                  <a:lnTo>
                    <a:pt x="1610018" y="2485433"/>
                  </a:lnTo>
                  <a:lnTo>
                    <a:pt x="1560861" y="2490819"/>
                  </a:lnTo>
                  <a:lnTo>
                    <a:pt x="1511196" y="2494700"/>
                  </a:lnTo>
                  <a:lnTo>
                    <a:pt x="1461053" y="2497047"/>
                  </a:lnTo>
                  <a:lnTo>
                    <a:pt x="1410461" y="2497836"/>
                  </a:lnTo>
                  <a:lnTo>
                    <a:pt x="1359870" y="2497047"/>
                  </a:lnTo>
                  <a:lnTo>
                    <a:pt x="1309727" y="2494700"/>
                  </a:lnTo>
                  <a:lnTo>
                    <a:pt x="1260062" y="2490819"/>
                  </a:lnTo>
                  <a:lnTo>
                    <a:pt x="1210905" y="2485433"/>
                  </a:lnTo>
                  <a:lnTo>
                    <a:pt x="1162286" y="2478566"/>
                  </a:lnTo>
                  <a:lnTo>
                    <a:pt x="1114234" y="2470246"/>
                  </a:lnTo>
                  <a:lnTo>
                    <a:pt x="1066780" y="2460499"/>
                  </a:lnTo>
                  <a:lnTo>
                    <a:pt x="1019953" y="2449352"/>
                  </a:lnTo>
                  <a:lnTo>
                    <a:pt x="973783" y="2436830"/>
                  </a:lnTo>
                  <a:lnTo>
                    <a:pt x="928300" y="2422960"/>
                  </a:lnTo>
                  <a:lnTo>
                    <a:pt x="883534" y="2407769"/>
                  </a:lnTo>
                  <a:lnTo>
                    <a:pt x="839514" y="2391283"/>
                  </a:lnTo>
                  <a:lnTo>
                    <a:pt x="796270" y="2373529"/>
                  </a:lnTo>
                  <a:lnTo>
                    <a:pt x="753833" y="2354532"/>
                  </a:lnTo>
                  <a:lnTo>
                    <a:pt x="712232" y="2334320"/>
                  </a:lnTo>
                  <a:lnTo>
                    <a:pt x="671497" y="2312918"/>
                  </a:lnTo>
                  <a:lnTo>
                    <a:pt x="631657" y="2290354"/>
                  </a:lnTo>
                  <a:lnTo>
                    <a:pt x="592743" y="2266653"/>
                  </a:lnTo>
                  <a:lnTo>
                    <a:pt x="554784" y="2241842"/>
                  </a:lnTo>
                  <a:lnTo>
                    <a:pt x="517810" y="2215948"/>
                  </a:lnTo>
                  <a:lnTo>
                    <a:pt x="481852" y="2188997"/>
                  </a:lnTo>
                  <a:lnTo>
                    <a:pt x="446938" y="2161014"/>
                  </a:lnTo>
                  <a:lnTo>
                    <a:pt x="413099" y="2132028"/>
                  </a:lnTo>
                  <a:lnTo>
                    <a:pt x="380364" y="2102063"/>
                  </a:lnTo>
                  <a:lnTo>
                    <a:pt x="348764" y="2071148"/>
                  </a:lnTo>
                  <a:lnTo>
                    <a:pt x="318327" y="2039307"/>
                  </a:lnTo>
                  <a:lnTo>
                    <a:pt x="289085" y="2006567"/>
                  </a:lnTo>
                  <a:lnTo>
                    <a:pt x="261066" y="1972955"/>
                  </a:lnTo>
                  <a:lnTo>
                    <a:pt x="234301" y="1938498"/>
                  </a:lnTo>
                  <a:lnTo>
                    <a:pt x="208820" y="1903221"/>
                  </a:lnTo>
                  <a:lnTo>
                    <a:pt x="184651" y="1867151"/>
                  </a:lnTo>
                  <a:lnTo>
                    <a:pt x="161826" y="1830315"/>
                  </a:lnTo>
                  <a:lnTo>
                    <a:pt x="140374" y="1792738"/>
                  </a:lnTo>
                  <a:lnTo>
                    <a:pt x="120324" y="1754448"/>
                  </a:lnTo>
                  <a:lnTo>
                    <a:pt x="101707" y="1715471"/>
                  </a:lnTo>
                  <a:lnTo>
                    <a:pt x="84553" y="1675833"/>
                  </a:lnTo>
                  <a:lnTo>
                    <a:pt x="68890" y="1635560"/>
                  </a:lnTo>
                  <a:lnTo>
                    <a:pt x="54750" y="1594679"/>
                  </a:lnTo>
                  <a:lnTo>
                    <a:pt x="42161" y="1553217"/>
                  </a:lnTo>
                  <a:lnTo>
                    <a:pt x="31154" y="1511200"/>
                  </a:lnTo>
                  <a:lnTo>
                    <a:pt x="21759" y="1468654"/>
                  </a:lnTo>
                  <a:lnTo>
                    <a:pt x="14005" y="1425605"/>
                  </a:lnTo>
                  <a:lnTo>
                    <a:pt x="7922" y="1382081"/>
                  </a:lnTo>
                  <a:lnTo>
                    <a:pt x="3541" y="1338108"/>
                  </a:lnTo>
                  <a:lnTo>
                    <a:pt x="890" y="1293711"/>
                  </a:lnTo>
                  <a:lnTo>
                    <a:pt x="0" y="1248917"/>
                  </a:lnTo>
                  <a:close/>
                </a:path>
              </a:pathLst>
            </a:custGeom>
            <a:ln w="28575">
              <a:solidFill>
                <a:srgbClr val="0000FD"/>
              </a:solidFill>
            </a:ln>
          </p:spPr>
          <p:txBody>
            <a:bodyPr wrap="square" lIns="0" tIns="0" rIns="0" bIns="0" rtlCol="0"/>
            <a:lstStyle/>
            <a:p>
              <a:endParaRPr>
                <a:latin typeface="+mj-lt"/>
              </a:endParaRPr>
            </a:p>
          </p:txBody>
        </p:sp>
        <p:pic>
          <p:nvPicPr>
            <p:cNvPr id="12" name="object 12"/>
            <p:cNvPicPr/>
            <p:nvPr/>
          </p:nvPicPr>
          <p:blipFill>
            <a:blip r:embed="rId5" cstate="print"/>
            <a:stretch>
              <a:fillRect/>
            </a:stretch>
          </p:blipFill>
          <p:spPr>
            <a:xfrm>
              <a:off x="7310628" y="3941076"/>
              <a:ext cx="1994916" cy="1874519"/>
            </a:xfrm>
            <a:prstGeom prst="rect">
              <a:avLst/>
            </a:prstGeom>
          </p:spPr>
        </p:pic>
        <p:sp>
          <p:nvSpPr>
            <p:cNvPr id="13" name="object 13"/>
            <p:cNvSpPr/>
            <p:nvPr/>
          </p:nvSpPr>
          <p:spPr>
            <a:xfrm>
              <a:off x="7378446" y="3970782"/>
              <a:ext cx="1864360" cy="1743710"/>
            </a:xfrm>
            <a:custGeom>
              <a:avLst/>
              <a:gdLst/>
              <a:ahLst/>
              <a:cxnLst/>
              <a:rect l="l" t="t" r="r" b="b"/>
              <a:pathLst>
                <a:path w="1864359" h="1743710">
                  <a:moveTo>
                    <a:pt x="931926" y="0"/>
                  </a:moveTo>
                  <a:lnTo>
                    <a:pt x="882428" y="1208"/>
                  </a:lnTo>
                  <a:lnTo>
                    <a:pt x="833604" y="4792"/>
                  </a:lnTo>
                  <a:lnTo>
                    <a:pt x="785518" y="10693"/>
                  </a:lnTo>
                  <a:lnTo>
                    <a:pt x="738233" y="18850"/>
                  </a:lnTo>
                  <a:lnTo>
                    <a:pt x="691815" y="29203"/>
                  </a:lnTo>
                  <a:lnTo>
                    <a:pt x="646329" y="41691"/>
                  </a:lnTo>
                  <a:lnTo>
                    <a:pt x="601837" y="56254"/>
                  </a:lnTo>
                  <a:lnTo>
                    <a:pt x="558405" y="72832"/>
                  </a:lnTo>
                  <a:lnTo>
                    <a:pt x="516097" y="91365"/>
                  </a:lnTo>
                  <a:lnTo>
                    <a:pt x="474977" y="111793"/>
                  </a:lnTo>
                  <a:lnTo>
                    <a:pt x="435110" y="134055"/>
                  </a:lnTo>
                  <a:lnTo>
                    <a:pt x="396560" y="158091"/>
                  </a:lnTo>
                  <a:lnTo>
                    <a:pt x="359392" y="183840"/>
                  </a:lnTo>
                  <a:lnTo>
                    <a:pt x="323670" y="211244"/>
                  </a:lnTo>
                  <a:lnTo>
                    <a:pt x="289458" y="240240"/>
                  </a:lnTo>
                  <a:lnTo>
                    <a:pt x="256821" y="270770"/>
                  </a:lnTo>
                  <a:lnTo>
                    <a:pt x="225822" y="302772"/>
                  </a:lnTo>
                  <a:lnTo>
                    <a:pt x="196527" y="336188"/>
                  </a:lnTo>
                  <a:lnTo>
                    <a:pt x="169000" y="370955"/>
                  </a:lnTo>
                  <a:lnTo>
                    <a:pt x="143306" y="407015"/>
                  </a:lnTo>
                  <a:lnTo>
                    <a:pt x="119507" y="444307"/>
                  </a:lnTo>
                  <a:lnTo>
                    <a:pt x="97670" y="482770"/>
                  </a:lnTo>
                  <a:lnTo>
                    <a:pt x="77858" y="522345"/>
                  </a:lnTo>
                  <a:lnTo>
                    <a:pt x="60136" y="562971"/>
                  </a:lnTo>
                  <a:lnTo>
                    <a:pt x="44567" y="604588"/>
                  </a:lnTo>
                  <a:lnTo>
                    <a:pt x="31218" y="647136"/>
                  </a:lnTo>
                  <a:lnTo>
                    <a:pt x="20151" y="690554"/>
                  </a:lnTo>
                  <a:lnTo>
                    <a:pt x="11431" y="734783"/>
                  </a:lnTo>
                  <a:lnTo>
                    <a:pt x="5123" y="779761"/>
                  </a:lnTo>
                  <a:lnTo>
                    <a:pt x="1291" y="825430"/>
                  </a:lnTo>
                  <a:lnTo>
                    <a:pt x="0" y="871728"/>
                  </a:lnTo>
                  <a:lnTo>
                    <a:pt x="1291" y="918025"/>
                  </a:lnTo>
                  <a:lnTo>
                    <a:pt x="5123" y="963694"/>
                  </a:lnTo>
                  <a:lnTo>
                    <a:pt x="11431" y="1008672"/>
                  </a:lnTo>
                  <a:lnTo>
                    <a:pt x="20151" y="1052901"/>
                  </a:lnTo>
                  <a:lnTo>
                    <a:pt x="31218" y="1096319"/>
                  </a:lnTo>
                  <a:lnTo>
                    <a:pt x="44567" y="1138867"/>
                  </a:lnTo>
                  <a:lnTo>
                    <a:pt x="60136" y="1180484"/>
                  </a:lnTo>
                  <a:lnTo>
                    <a:pt x="77858" y="1221110"/>
                  </a:lnTo>
                  <a:lnTo>
                    <a:pt x="97670" y="1260685"/>
                  </a:lnTo>
                  <a:lnTo>
                    <a:pt x="119507" y="1299148"/>
                  </a:lnTo>
                  <a:lnTo>
                    <a:pt x="143306" y="1336440"/>
                  </a:lnTo>
                  <a:lnTo>
                    <a:pt x="169000" y="1372500"/>
                  </a:lnTo>
                  <a:lnTo>
                    <a:pt x="196527" y="1407267"/>
                  </a:lnTo>
                  <a:lnTo>
                    <a:pt x="225822" y="1440683"/>
                  </a:lnTo>
                  <a:lnTo>
                    <a:pt x="256821" y="1472685"/>
                  </a:lnTo>
                  <a:lnTo>
                    <a:pt x="289458" y="1503215"/>
                  </a:lnTo>
                  <a:lnTo>
                    <a:pt x="323670" y="1532211"/>
                  </a:lnTo>
                  <a:lnTo>
                    <a:pt x="359392" y="1559615"/>
                  </a:lnTo>
                  <a:lnTo>
                    <a:pt x="396560" y="1585364"/>
                  </a:lnTo>
                  <a:lnTo>
                    <a:pt x="435110" y="1609400"/>
                  </a:lnTo>
                  <a:lnTo>
                    <a:pt x="474977" y="1631662"/>
                  </a:lnTo>
                  <a:lnTo>
                    <a:pt x="516097" y="1652090"/>
                  </a:lnTo>
                  <a:lnTo>
                    <a:pt x="558405" y="1670623"/>
                  </a:lnTo>
                  <a:lnTo>
                    <a:pt x="601837" y="1687201"/>
                  </a:lnTo>
                  <a:lnTo>
                    <a:pt x="646329" y="1701764"/>
                  </a:lnTo>
                  <a:lnTo>
                    <a:pt x="691815" y="1714252"/>
                  </a:lnTo>
                  <a:lnTo>
                    <a:pt x="738233" y="1724605"/>
                  </a:lnTo>
                  <a:lnTo>
                    <a:pt x="785518" y="1732762"/>
                  </a:lnTo>
                  <a:lnTo>
                    <a:pt x="833604" y="1738663"/>
                  </a:lnTo>
                  <a:lnTo>
                    <a:pt x="882428" y="1742247"/>
                  </a:lnTo>
                  <a:lnTo>
                    <a:pt x="931926" y="1743456"/>
                  </a:lnTo>
                  <a:lnTo>
                    <a:pt x="981423" y="1742247"/>
                  </a:lnTo>
                  <a:lnTo>
                    <a:pt x="1030247" y="1738663"/>
                  </a:lnTo>
                  <a:lnTo>
                    <a:pt x="1078333" y="1732762"/>
                  </a:lnTo>
                  <a:lnTo>
                    <a:pt x="1125618" y="1724605"/>
                  </a:lnTo>
                  <a:lnTo>
                    <a:pt x="1172036" y="1714252"/>
                  </a:lnTo>
                  <a:lnTo>
                    <a:pt x="1217522" y="1701764"/>
                  </a:lnTo>
                  <a:lnTo>
                    <a:pt x="1262014" y="1687201"/>
                  </a:lnTo>
                  <a:lnTo>
                    <a:pt x="1305446" y="1670623"/>
                  </a:lnTo>
                  <a:lnTo>
                    <a:pt x="1347754" y="1652090"/>
                  </a:lnTo>
                  <a:lnTo>
                    <a:pt x="1388874" y="1631662"/>
                  </a:lnTo>
                  <a:lnTo>
                    <a:pt x="1428741" y="1609400"/>
                  </a:lnTo>
                  <a:lnTo>
                    <a:pt x="1467291" y="1585364"/>
                  </a:lnTo>
                  <a:lnTo>
                    <a:pt x="1504459" y="1559615"/>
                  </a:lnTo>
                  <a:lnTo>
                    <a:pt x="1540181" y="1532211"/>
                  </a:lnTo>
                  <a:lnTo>
                    <a:pt x="1574393" y="1503215"/>
                  </a:lnTo>
                  <a:lnTo>
                    <a:pt x="1607030" y="1472685"/>
                  </a:lnTo>
                  <a:lnTo>
                    <a:pt x="1638029" y="1440683"/>
                  </a:lnTo>
                  <a:lnTo>
                    <a:pt x="1667324" y="1407267"/>
                  </a:lnTo>
                  <a:lnTo>
                    <a:pt x="1694851" y="1372500"/>
                  </a:lnTo>
                  <a:lnTo>
                    <a:pt x="1720545" y="1336440"/>
                  </a:lnTo>
                  <a:lnTo>
                    <a:pt x="1744344" y="1299148"/>
                  </a:lnTo>
                  <a:lnTo>
                    <a:pt x="1766181" y="1260685"/>
                  </a:lnTo>
                  <a:lnTo>
                    <a:pt x="1785993" y="1221110"/>
                  </a:lnTo>
                  <a:lnTo>
                    <a:pt x="1803715" y="1180484"/>
                  </a:lnTo>
                  <a:lnTo>
                    <a:pt x="1819284" y="1138867"/>
                  </a:lnTo>
                  <a:lnTo>
                    <a:pt x="1832633" y="1096319"/>
                  </a:lnTo>
                  <a:lnTo>
                    <a:pt x="1843700" y="1052901"/>
                  </a:lnTo>
                  <a:lnTo>
                    <a:pt x="1852420" y="1008672"/>
                  </a:lnTo>
                  <a:lnTo>
                    <a:pt x="1858728" y="963694"/>
                  </a:lnTo>
                  <a:lnTo>
                    <a:pt x="1862560" y="918025"/>
                  </a:lnTo>
                  <a:lnTo>
                    <a:pt x="1863852" y="871728"/>
                  </a:lnTo>
                  <a:lnTo>
                    <a:pt x="1862560" y="825430"/>
                  </a:lnTo>
                  <a:lnTo>
                    <a:pt x="1858728" y="779761"/>
                  </a:lnTo>
                  <a:lnTo>
                    <a:pt x="1852420" y="734783"/>
                  </a:lnTo>
                  <a:lnTo>
                    <a:pt x="1843700" y="690554"/>
                  </a:lnTo>
                  <a:lnTo>
                    <a:pt x="1832633" y="647136"/>
                  </a:lnTo>
                  <a:lnTo>
                    <a:pt x="1819284" y="604588"/>
                  </a:lnTo>
                  <a:lnTo>
                    <a:pt x="1803715" y="562971"/>
                  </a:lnTo>
                  <a:lnTo>
                    <a:pt x="1785993" y="522345"/>
                  </a:lnTo>
                  <a:lnTo>
                    <a:pt x="1766181" y="482770"/>
                  </a:lnTo>
                  <a:lnTo>
                    <a:pt x="1744344" y="444307"/>
                  </a:lnTo>
                  <a:lnTo>
                    <a:pt x="1720545" y="407015"/>
                  </a:lnTo>
                  <a:lnTo>
                    <a:pt x="1694851" y="370955"/>
                  </a:lnTo>
                  <a:lnTo>
                    <a:pt x="1667324" y="336188"/>
                  </a:lnTo>
                  <a:lnTo>
                    <a:pt x="1638029" y="302772"/>
                  </a:lnTo>
                  <a:lnTo>
                    <a:pt x="1607030" y="270770"/>
                  </a:lnTo>
                  <a:lnTo>
                    <a:pt x="1574393" y="240240"/>
                  </a:lnTo>
                  <a:lnTo>
                    <a:pt x="1540181" y="211244"/>
                  </a:lnTo>
                  <a:lnTo>
                    <a:pt x="1504459" y="183840"/>
                  </a:lnTo>
                  <a:lnTo>
                    <a:pt x="1467291" y="158091"/>
                  </a:lnTo>
                  <a:lnTo>
                    <a:pt x="1428741" y="134055"/>
                  </a:lnTo>
                  <a:lnTo>
                    <a:pt x="1388874" y="111793"/>
                  </a:lnTo>
                  <a:lnTo>
                    <a:pt x="1347754" y="91365"/>
                  </a:lnTo>
                  <a:lnTo>
                    <a:pt x="1305446" y="72832"/>
                  </a:lnTo>
                  <a:lnTo>
                    <a:pt x="1262014" y="56254"/>
                  </a:lnTo>
                  <a:lnTo>
                    <a:pt x="1217522" y="41691"/>
                  </a:lnTo>
                  <a:lnTo>
                    <a:pt x="1172036" y="29203"/>
                  </a:lnTo>
                  <a:lnTo>
                    <a:pt x="1125618" y="18850"/>
                  </a:lnTo>
                  <a:lnTo>
                    <a:pt x="1078333" y="10693"/>
                  </a:lnTo>
                  <a:lnTo>
                    <a:pt x="1030247" y="4792"/>
                  </a:lnTo>
                  <a:lnTo>
                    <a:pt x="981423" y="1208"/>
                  </a:lnTo>
                  <a:lnTo>
                    <a:pt x="931926" y="0"/>
                  </a:lnTo>
                  <a:close/>
                </a:path>
              </a:pathLst>
            </a:custGeom>
            <a:solidFill>
              <a:srgbClr val="EBF0DE"/>
            </a:solidFill>
          </p:spPr>
          <p:txBody>
            <a:bodyPr wrap="square" lIns="0" tIns="0" rIns="0" bIns="0" rtlCol="0"/>
            <a:lstStyle/>
            <a:p>
              <a:endParaRPr>
                <a:latin typeface="+mj-lt"/>
              </a:endParaRPr>
            </a:p>
          </p:txBody>
        </p:sp>
        <p:sp>
          <p:nvSpPr>
            <p:cNvPr id="14" name="object 14"/>
            <p:cNvSpPr/>
            <p:nvPr/>
          </p:nvSpPr>
          <p:spPr>
            <a:xfrm>
              <a:off x="7378446" y="3970782"/>
              <a:ext cx="1864360" cy="1743710"/>
            </a:xfrm>
            <a:custGeom>
              <a:avLst/>
              <a:gdLst/>
              <a:ahLst/>
              <a:cxnLst/>
              <a:rect l="l" t="t" r="r" b="b"/>
              <a:pathLst>
                <a:path w="1864359" h="1743710">
                  <a:moveTo>
                    <a:pt x="0" y="871728"/>
                  </a:moveTo>
                  <a:lnTo>
                    <a:pt x="1291" y="825430"/>
                  </a:lnTo>
                  <a:lnTo>
                    <a:pt x="5123" y="779761"/>
                  </a:lnTo>
                  <a:lnTo>
                    <a:pt x="11431" y="734783"/>
                  </a:lnTo>
                  <a:lnTo>
                    <a:pt x="20151" y="690554"/>
                  </a:lnTo>
                  <a:lnTo>
                    <a:pt x="31218" y="647136"/>
                  </a:lnTo>
                  <a:lnTo>
                    <a:pt x="44567" y="604588"/>
                  </a:lnTo>
                  <a:lnTo>
                    <a:pt x="60136" y="562971"/>
                  </a:lnTo>
                  <a:lnTo>
                    <a:pt x="77858" y="522345"/>
                  </a:lnTo>
                  <a:lnTo>
                    <a:pt x="97670" y="482770"/>
                  </a:lnTo>
                  <a:lnTo>
                    <a:pt x="119507" y="444307"/>
                  </a:lnTo>
                  <a:lnTo>
                    <a:pt x="143306" y="407015"/>
                  </a:lnTo>
                  <a:lnTo>
                    <a:pt x="169000" y="370955"/>
                  </a:lnTo>
                  <a:lnTo>
                    <a:pt x="196527" y="336188"/>
                  </a:lnTo>
                  <a:lnTo>
                    <a:pt x="225822" y="302772"/>
                  </a:lnTo>
                  <a:lnTo>
                    <a:pt x="256821" y="270770"/>
                  </a:lnTo>
                  <a:lnTo>
                    <a:pt x="289458" y="240240"/>
                  </a:lnTo>
                  <a:lnTo>
                    <a:pt x="323670" y="211244"/>
                  </a:lnTo>
                  <a:lnTo>
                    <a:pt x="359392" y="183840"/>
                  </a:lnTo>
                  <a:lnTo>
                    <a:pt x="396560" y="158091"/>
                  </a:lnTo>
                  <a:lnTo>
                    <a:pt x="435110" y="134055"/>
                  </a:lnTo>
                  <a:lnTo>
                    <a:pt x="474977" y="111793"/>
                  </a:lnTo>
                  <a:lnTo>
                    <a:pt x="516097" y="91365"/>
                  </a:lnTo>
                  <a:lnTo>
                    <a:pt x="558405" y="72832"/>
                  </a:lnTo>
                  <a:lnTo>
                    <a:pt x="601837" y="56254"/>
                  </a:lnTo>
                  <a:lnTo>
                    <a:pt x="646329" y="41691"/>
                  </a:lnTo>
                  <a:lnTo>
                    <a:pt x="691815" y="29203"/>
                  </a:lnTo>
                  <a:lnTo>
                    <a:pt x="738233" y="18850"/>
                  </a:lnTo>
                  <a:lnTo>
                    <a:pt x="785518" y="10693"/>
                  </a:lnTo>
                  <a:lnTo>
                    <a:pt x="833604" y="4792"/>
                  </a:lnTo>
                  <a:lnTo>
                    <a:pt x="882428" y="1208"/>
                  </a:lnTo>
                  <a:lnTo>
                    <a:pt x="931926" y="0"/>
                  </a:lnTo>
                  <a:lnTo>
                    <a:pt x="981423" y="1208"/>
                  </a:lnTo>
                  <a:lnTo>
                    <a:pt x="1030247" y="4792"/>
                  </a:lnTo>
                  <a:lnTo>
                    <a:pt x="1078333" y="10693"/>
                  </a:lnTo>
                  <a:lnTo>
                    <a:pt x="1125618" y="18850"/>
                  </a:lnTo>
                  <a:lnTo>
                    <a:pt x="1172036" y="29203"/>
                  </a:lnTo>
                  <a:lnTo>
                    <a:pt x="1217522" y="41691"/>
                  </a:lnTo>
                  <a:lnTo>
                    <a:pt x="1262014" y="56254"/>
                  </a:lnTo>
                  <a:lnTo>
                    <a:pt x="1305446" y="72832"/>
                  </a:lnTo>
                  <a:lnTo>
                    <a:pt x="1347754" y="91365"/>
                  </a:lnTo>
                  <a:lnTo>
                    <a:pt x="1388874" y="111793"/>
                  </a:lnTo>
                  <a:lnTo>
                    <a:pt x="1428741" y="134055"/>
                  </a:lnTo>
                  <a:lnTo>
                    <a:pt x="1467291" y="158091"/>
                  </a:lnTo>
                  <a:lnTo>
                    <a:pt x="1504459" y="183840"/>
                  </a:lnTo>
                  <a:lnTo>
                    <a:pt x="1540181" y="211244"/>
                  </a:lnTo>
                  <a:lnTo>
                    <a:pt x="1574393" y="240240"/>
                  </a:lnTo>
                  <a:lnTo>
                    <a:pt x="1607030" y="270770"/>
                  </a:lnTo>
                  <a:lnTo>
                    <a:pt x="1638029" y="302772"/>
                  </a:lnTo>
                  <a:lnTo>
                    <a:pt x="1667324" y="336188"/>
                  </a:lnTo>
                  <a:lnTo>
                    <a:pt x="1694851" y="370955"/>
                  </a:lnTo>
                  <a:lnTo>
                    <a:pt x="1720545" y="407015"/>
                  </a:lnTo>
                  <a:lnTo>
                    <a:pt x="1744344" y="444307"/>
                  </a:lnTo>
                  <a:lnTo>
                    <a:pt x="1766181" y="482770"/>
                  </a:lnTo>
                  <a:lnTo>
                    <a:pt x="1785993" y="522345"/>
                  </a:lnTo>
                  <a:lnTo>
                    <a:pt x="1803715" y="562971"/>
                  </a:lnTo>
                  <a:lnTo>
                    <a:pt x="1819284" y="604588"/>
                  </a:lnTo>
                  <a:lnTo>
                    <a:pt x="1832633" y="647136"/>
                  </a:lnTo>
                  <a:lnTo>
                    <a:pt x="1843700" y="690554"/>
                  </a:lnTo>
                  <a:lnTo>
                    <a:pt x="1852420" y="734783"/>
                  </a:lnTo>
                  <a:lnTo>
                    <a:pt x="1858728" y="779761"/>
                  </a:lnTo>
                  <a:lnTo>
                    <a:pt x="1862560" y="825430"/>
                  </a:lnTo>
                  <a:lnTo>
                    <a:pt x="1863852" y="871728"/>
                  </a:lnTo>
                  <a:lnTo>
                    <a:pt x="1862560" y="918025"/>
                  </a:lnTo>
                  <a:lnTo>
                    <a:pt x="1858728" y="963694"/>
                  </a:lnTo>
                  <a:lnTo>
                    <a:pt x="1852420" y="1008672"/>
                  </a:lnTo>
                  <a:lnTo>
                    <a:pt x="1843700" y="1052901"/>
                  </a:lnTo>
                  <a:lnTo>
                    <a:pt x="1832633" y="1096319"/>
                  </a:lnTo>
                  <a:lnTo>
                    <a:pt x="1819284" y="1138867"/>
                  </a:lnTo>
                  <a:lnTo>
                    <a:pt x="1803715" y="1180484"/>
                  </a:lnTo>
                  <a:lnTo>
                    <a:pt x="1785993" y="1221110"/>
                  </a:lnTo>
                  <a:lnTo>
                    <a:pt x="1766181" y="1260685"/>
                  </a:lnTo>
                  <a:lnTo>
                    <a:pt x="1744344" y="1299148"/>
                  </a:lnTo>
                  <a:lnTo>
                    <a:pt x="1720545" y="1336440"/>
                  </a:lnTo>
                  <a:lnTo>
                    <a:pt x="1694851" y="1372500"/>
                  </a:lnTo>
                  <a:lnTo>
                    <a:pt x="1667324" y="1407267"/>
                  </a:lnTo>
                  <a:lnTo>
                    <a:pt x="1638029" y="1440683"/>
                  </a:lnTo>
                  <a:lnTo>
                    <a:pt x="1607030" y="1472685"/>
                  </a:lnTo>
                  <a:lnTo>
                    <a:pt x="1574393" y="1503215"/>
                  </a:lnTo>
                  <a:lnTo>
                    <a:pt x="1540181" y="1532211"/>
                  </a:lnTo>
                  <a:lnTo>
                    <a:pt x="1504459" y="1559615"/>
                  </a:lnTo>
                  <a:lnTo>
                    <a:pt x="1467291" y="1585364"/>
                  </a:lnTo>
                  <a:lnTo>
                    <a:pt x="1428741" y="1609400"/>
                  </a:lnTo>
                  <a:lnTo>
                    <a:pt x="1388874" y="1631662"/>
                  </a:lnTo>
                  <a:lnTo>
                    <a:pt x="1347754" y="1652090"/>
                  </a:lnTo>
                  <a:lnTo>
                    <a:pt x="1305446" y="1670623"/>
                  </a:lnTo>
                  <a:lnTo>
                    <a:pt x="1262014" y="1687201"/>
                  </a:lnTo>
                  <a:lnTo>
                    <a:pt x="1217522" y="1701764"/>
                  </a:lnTo>
                  <a:lnTo>
                    <a:pt x="1172036" y="1714252"/>
                  </a:lnTo>
                  <a:lnTo>
                    <a:pt x="1125618" y="1724605"/>
                  </a:lnTo>
                  <a:lnTo>
                    <a:pt x="1078333" y="1732762"/>
                  </a:lnTo>
                  <a:lnTo>
                    <a:pt x="1030247" y="1738663"/>
                  </a:lnTo>
                  <a:lnTo>
                    <a:pt x="981423" y="1742247"/>
                  </a:lnTo>
                  <a:lnTo>
                    <a:pt x="931926" y="1743456"/>
                  </a:lnTo>
                  <a:lnTo>
                    <a:pt x="882428" y="1742247"/>
                  </a:lnTo>
                  <a:lnTo>
                    <a:pt x="833604" y="1738663"/>
                  </a:lnTo>
                  <a:lnTo>
                    <a:pt x="785518" y="1732762"/>
                  </a:lnTo>
                  <a:lnTo>
                    <a:pt x="738233" y="1724605"/>
                  </a:lnTo>
                  <a:lnTo>
                    <a:pt x="691815" y="1714252"/>
                  </a:lnTo>
                  <a:lnTo>
                    <a:pt x="646329" y="1701764"/>
                  </a:lnTo>
                  <a:lnTo>
                    <a:pt x="601837" y="1687201"/>
                  </a:lnTo>
                  <a:lnTo>
                    <a:pt x="558405" y="1670623"/>
                  </a:lnTo>
                  <a:lnTo>
                    <a:pt x="516097" y="1652090"/>
                  </a:lnTo>
                  <a:lnTo>
                    <a:pt x="474977" y="1631662"/>
                  </a:lnTo>
                  <a:lnTo>
                    <a:pt x="435110" y="1609400"/>
                  </a:lnTo>
                  <a:lnTo>
                    <a:pt x="396560" y="1585364"/>
                  </a:lnTo>
                  <a:lnTo>
                    <a:pt x="359392" y="1559615"/>
                  </a:lnTo>
                  <a:lnTo>
                    <a:pt x="323670" y="1532211"/>
                  </a:lnTo>
                  <a:lnTo>
                    <a:pt x="289458" y="1503215"/>
                  </a:lnTo>
                  <a:lnTo>
                    <a:pt x="256821" y="1472685"/>
                  </a:lnTo>
                  <a:lnTo>
                    <a:pt x="225822" y="1440683"/>
                  </a:lnTo>
                  <a:lnTo>
                    <a:pt x="196527" y="1407267"/>
                  </a:lnTo>
                  <a:lnTo>
                    <a:pt x="169000" y="1372500"/>
                  </a:lnTo>
                  <a:lnTo>
                    <a:pt x="143306" y="1336440"/>
                  </a:lnTo>
                  <a:lnTo>
                    <a:pt x="119507" y="1299148"/>
                  </a:lnTo>
                  <a:lnTo>
                    <a:pt x="97670" y="1260685"/>
                  </a:lnTo>
                  <a:lnTo>
                    <a:pt x="77858" y="1221110"/>
                  </a:lnTo>
                  <a:lnTo>
                    <a:pt x="60136" y="1180484"/>
                  </a:lnTo>
                  <a:lnTo>
                    <a:pt x="44567" y="1138867"/>
                  </a:lnTo>
                  <a:lnTo>
                    <a:pt x="31218" y="1096319"/>
                  </a:lnTo>
                  <a:lnTo>
                    <a:pt x="20151" y="1052901"/>
                  </a:lnTo>
                  <a:lnTo>
                    <a:pt x="11431" y="1008672"/>
                  </a:lnTo>
                  <a:lnTo>
                    <a:pt x="5123" y="963694"/>
                  </a:lnTo>
                  <a:lnTo>
                    <a:pt x="1291" y="918025"/>
                  </a:lnTo>
                  <a:lnTo>
                    <a:pt x="0" y="871728"/>
                  </a:lnTo>
                  <a:close/>
                </a:path>
              </a:pathLst>
            </a:custGeom>
            <a:ln w="28575">
              <a:solidFill>
                <a:srgbClr val="4F6128"/>
              </a:solidFill>
            </a:ln>
          </p:spPr>
          <p:txBody>
            <a:bodyPr wrap="square" lIns="0" tIns="0" rIns="0" bIns="0" rtlCol="0"/>
            <a:lstStyle/>
            <a:p>
              <a:endParaRPr>
                <a:latin typeface="+mj-lt"/>
              </a:endParaRPr>
            </a:p>
          </p:txBody>
        </p:sp>
      </p:grpSp>
      <p:sp>
        <p:nvSpPr>
          <p:cNvPr id="15" name="object 15"/>
          <p:cNvSpPr txBox="1"/>
          <p:nvPr/>
        </p:nvSpPr>
        <p:spPr>
          <a:xfrm>
            <a:off x="10375518" y="4325239"/>
            <a:ext cx="757555" cy="1165860"/>
          </a:xfrm>
          <a:prstGeom prst="rect">
            <a:avLst/>
          </a:prstGeom>
        </p:spPr>
        <p:txBody>
          <a:bodyPr vert="horz" wrap="square" lIns="0" tIns="12065" rIns="0" bIns="0" rtlCol="0">
            <a:spAutoFit/>
          </a:bodyPr>
          <a:lstStyle/>
          <a:p>
            <a:pPr marL="12700" marR="5080" algn="ctr">
              <a:lnSpc>
                <a:spcPct val="101800"/>
              </a:lnSpc>
              <a:spcBef>
                <a:spcPts val="95"/>
              </a:spcBef>
            </a:pPr>
            <a:r>
              <a:rPr sz="1050" b="1" spc="5" dirty="0">
                <a:solidFill>
                  <a:srgbClr val="0000FF"/>
                </a:solidFill>
                <a:latin typeface="+mj-lt"/>
                <a:cs typeface="Calibri"/>
              </a:rPr>
              <a:t>OT</a:t>
            </a:r>
            <a:r>
              <a:rPr sz="1050" b="1" spc="10" dirty="0">
                <a:solidFill>
                  <a:srgbClr val="0000FF"/>
                </a:solidFill>
                <a:latin typeface="+mj-lt"/>
                <a:cs typeface="Calibri"/>
              </a:rPr>
              <a:t>D</a:t>
            </a:r>
            <a:r>
              <a:rPr sz="1050" b="1" dirty="0">
                <a:solidFill>
                  <a:srgbClr val="0000FF"/>
                </a:solidFill>
                <a:latin typeface="+mj-lt"/>
                <a:cs typeface="Calibri"/>
              </a:rPr>
              <a:t> </a:t>
            </a:r>
            <a:r>
              <a:rPr sz="1050" b="1" spc="5" dirty="0">
                <a:solidFill>
                  <a:srgbClr val="0000FF"/>
                </a:solidFill>
                <a:latin typeface="+mj-lt"/>
                <a:cs typeface="Calibri"/>
              </a:rPr>
              <a:t>Regist</a:t>
            </a:r>
            <a:r>
              <a:rPr sz="1050" b="1" spc="10" dirty="0">
                <a:solidFill>
                  <a:srgbClr val="0000FF"/>
                </a:solidFill>
                <a:latin typeface="+mj-lt"/>
                <a:cs typeface="Calibri"/>
              </a:rPr>
              <a:t>r</a:t>
            </a:r>
            <a:r>
              <a:rPr sz="1050" b="1" spc="5" dirty="0">
                <a:solidFill>
                  <a:srgbClr val="0000FF"/>
                </a:solidFill>
                <a:latin typeface="+mj-lt"/>
                <a:cs typeface="Calibri"/>
              </a:rPr>
              <a:t>y  (Over 1.4 </a:t>
            </a:r>
            <a:r>
              <a:rPr sz="1050" b="1" spc="10" dirty="0">
                <a:solidFill>
                  <a:srgbClr val="0000FF"/>
                </a:solidFill>
                <a:latin typeface="+mj-lt"/>
                <a:cs typeface="Calibri"/>
              </a:rPr>
              <a:t> </a:t>
            </a:r>
            <a:r>
              <a:rPr sz="1050" b="1" spc="5" dirty="0">
                <a:solidFill>
                  <a:srgbClr val="0000FF"/>
                </a:solidFill>
                <a:latin typeface="+mj-lt"/>
                <a:cs typeface="Calibri"/>
              </a:rPr>
              <a:t>million </a:t>
            </a:r>
            <a:r>
              <a:rPr sz="1050" b="1" spc="10" dirty="0">
                <a:solidFill>
                  <a:srgbClr val="0000FF"/>
                </a:solidFill>
                <a:latin typeface="+mj-lt"/>
                <a:cs typeface="Calibri"/>
              </a:rPr>
              <a:t> </a:t>
            </a:r>
            <a:r>
              <a:rPr sz="1050" b="1" spc="5" dirty="0">
                <a:solidFill>
                  <a:srgbClr val="0000FF"/>
                </a:solidFill>
                <a:latin typeface="+mj-lt"/>
                <a:cs typeface="Calibri"/>
              </a:rPr>
              <a:t>concepts) </a:t>
            </a:r>
            <a:r>
              <a:rPr sz="1050" b="1" spc="10" dirty="0">
                <a:solidFill>
                  <a:srgbClr val="0000FF"/>
                </a:solidFill>
                <a:latin typeface="+mj-lt"/>
                <a:cs typeface="Calibri"/>
              </a:rPr>
              <a:t> </a:t>
            </a:r>
            <a:r>
              <a:rPr sz="1050" b="1" spc="5" dirty="0">
                <a:solidFill>
                  <a:srgbClr val="0000FF"/>
                </a:solidFill>
                <a:latin typeface="+mj-lt"/>
                <a:cs typeface="Calibri"/>
              </a:rPr>
              <a:t>OTD: Open </a:t>
            </a:r>
            <a:r>
              <a:rPr sz="1050" b="1" spc="10" dirty="0">
                <a:solidFill>
                  <a:srgbClr val="0000FF"/>
                </a:solidFill>
                <a:latin typeface="+mj-lt"/>
                <a:cs typeface="Calibri"/>
              </a:rPr>
              <a:t> </a:t>
            </a:r>
            <a:r>
              <a:rPr sz="1050" b="1" spc="5" dirty="0">
                <a:solidFill>
                  <a:srgbClr val="0000FF"/>
                </a:solidFill>
                <a:latin typeface="+mj-lt"/>
                <a:cs typeface="Calibri"/>
              </a:rPr>
              <a:t>Technical </a:t>
            </a:r>
            <a:r>
              <a:rPr sz="1050" b="1" spc="10" dirty="0">
                <a:solidFill>
                  <a:srgbClr val="0000FF"/>
                </a:solidFill>
                <a:latin typeface="+mj-lt"/>
                <a:cs typeface="Calibri"/>
              </a:rPr>
              <a:t> </a:t>
            </a:r>
            <a:r>
              <a:rPr sz="1050" b="1" dirty="0">
                <a:solidFill>
                  <a:srgbClr val="0000FF"/>
                </a:solidFill>
                <a:latin typeface="+mj-lt"/>
                <a:cs typeface="Calibri"/>
              </a:rPr>
              <a:t>Dictionary</a:t>
            </a:r>
            <a:endParaRPr sz="1050">
              <a:latin typeface="+mj-lt"/>
              <a:cs typeface="Calibri"/>
            </a:endParaRPr>
          </a:p>
        </p:txBody>
      </p:sp>
      <p:grpSp>
        <p:nvGrpSpPr>
          <p:cNvPr id="16" name="object 16"/>
          <p:cNvGrpSpPr/>
          <p:nvPr/>
        </p:nvGrpSpPr>
        <p:grpSpPr>
          <a:xfrm>
            <a:off x="7714488" y="4648200"/>
            <a:ext cx="1691639" cy="1450975"/>
            <a:chOff x="7714488" y="4648200"/>
            <a:chExt cx="1691639" cy="1450975"/>
          </a:xfrm>
        </p:grpSpPr>
        <p:pic>
          <p:nvPicPr>
            <p:cNvPr id="17" name="object 17"/>
            <p:cNvPicPr/>
            <p:nvPr/>
          </p:nvPicPr>
          <p:blipFill>
            <a:blip r:embed="rId6" cstate="print"/>
            <a:stretch>
              <a:fillRect/>
            </a:stretch>
          </p:blipFill>
          <p:spPr>
            <a:xfrm>
              <a:off x="7714488" y="4648200"/>
              <a:ext cx="1691640" cy="1450848"/>
            </a:xfrm>
            <a:prstGeom prst="rect">
              <a:avLst/>
            </a:prstGeom>
          </p:spPr>
        </p:pic>
        <p:sp>
          <p:nvSpPr>
            <p:cNvPr id="18" name="object 18"/>
            <p:cNvSpPr/>
            <p:nvPr/>
          </p:nvSpPr>
          <p:spPr>
            <a:xfrm>
              <a:off x="7782306" y="4677917"/>
              <a:ext cx="1560830" cy="1320165"/>
            </a:xfrm>
            <a:custGeom>
              <a:avLst/>
              <a:gdLst/>
              <a:ahLst/>
              <a:cxnLst/>
              <a:rect l="l" t="t" r="r" b="b"/>
              <a:pathLst>
                <a:path w="1560829" h="1320164">
                  <a:moveTo>
                    <a:pt x="780288" y="0"/>
                  </a:moveTo>
                  <a:lnTo>
                    <a:pt x="728987" y="1403"/>
                  </a:lnTo>
                  <a:lnTo>
                    <a:pt x="678571" y="5555"/>
                  </a:lnTo>
                  <a:lnTo>
                    <a:pt x="629145" y="12370"/>
                  </a:lnTo>
                  <a:lnTo>
                    <a:pt x="580809" y="21759"/>
                  </a:lnTo>
                  <a:lnTo>
                    <a:pt x="533668" y="33637"/>
                  </a:lnTo>
                  <a:lnTo>
                    <a:pt x="487823" y="47916"/>
                  </a:lnTo>
                  <a:lnTo>
                    <a:pt x="443379" y="64510"/>
                  </a:lnTo>
                  <a:lnTo>
                    <a:pt x="400437" y="83331"/>
                  </a:lnTo>
                  <a:lnTo>
                    <a:pt x="359101" y="104293"/>
                  </a:lnTo>
                  <a:lnTo>
                    <a:pt x="319473" y="127308"/>
                  </a:lnTo>
                  <a:lnTo>
                    <a:pt x="281656" y="152291"/>
                  </a:lnTo>
                  <a:lnTo>
                    <a:pt x="245753" y="179153"/>
                  </a:lnTo>
                  <a:lnTo>
                    <a:pt x="211868" y="207808"/>
                  </a:lnTo>
                  <a:lnTo>
                    <a:pt x="180102" y="238169"/>
                  </a:lnTo>
                  <a:lnTo>
                    <a:pt x="150559" y="270150"/>
                  </a:lnTo>
                  <a:lnTo>
                    <a:pt x="123341" y="303663"/>
                  </a:lnTo>
                  <a:lnTo>
                    <a:pt x="98551" y="338621"/>
                  </a:lnTo>
                  <a:lnTo>
                    <a:pt x="76293" y="374937"/>
                  </a:lnTo>
                  <a:lnTo>
                    <a:pt x="56669" y="412526"/>
                  </a:lnTo>
                  <a:lnTo>
                    <a:pt x="39782" y="451299"/>
                  </a:lnTo>
                  <a:lnTo>
                    <a:pt x="25735" y="491169"/>
                  </a:lnTo>
                  <a:lnTo>
                    <a:pt x="14630" y="532051"/>
                  </a:lnTo>
                  <a:lnTo>
                    <a:pt x="6570" y="573856"/>
                  </a:lnTo>
                  <a:lnTo>
                    <a:pt x="1659" y="616499"/>
                  </a:lnTo>
                  <a:lnTo>
                    <a:pt x="0" y="659891"/>
                  </a:lnTo>
                  <a:lnTo>
                    <a:pt x="1659" y="703280"/>
                  </a:lnTo>
                  <a:lnTo>
                    <a:pt x="6570" y="745919"/>
                  </a:lnTo>
                  <a:lnTo>
                    <a:pt x="14630" y="787722"/>
                  </a:lnTo>
                  <a:lnTo>
                    <a:pt x="25735" y="828601"/>
                  </a:lnTo>
                  <a:lnTo>
                    <a:pt x="39782" y="868470"/>
                  </a:lnTo>
                  <a:lnTo>
                    <a:pt x="56669" y="907241"/>
                  </a:lnTo>
                  <a:lnTo>
                    <a:pt x="76293" y="944829"/>
                  </a:lnTo>
                  <a:lnTo>
                    <a:pt x="98551" y="981145"/>
                  </a:lnTo>
                  <a:lnTo>
                    <a:pt x="123341" y="1016104"/>
                  </a:lnTo>
                  <a:lnTo>
                    <a:pt x="150559" y="1049617"/>
                  </a:lnTo>
                  <a:lnTo>
                    <a:pt x="180102" y="1081598"/>
                  </a:lnTo>
                  <a:lnTo>
                    <a:pt x="211868" y="1111960"/>
                  </a:lnTo>
                  <a:lnTo>
                    <a:pt x="245753" y="1140616"/>
                  </a:lnTo>
                  <a:lnTo>
                    <a:pt x="281656" y="1167480"/>
                  </a:lnTo>
                  <a:lnTo>
                    <a:pt x="319473" y="1192464"/>
                  </a:lnTo>
                  <a:lnTo>
                    <a:pt x="359101" y="1215481"/>
                  </a:lnTo>
                  <a:lnTo>
                    <a:pt x="400437" y="1236444"/>
                  </a:lnTo>
                  <a:lnTo>
                    <a:pt x="443379" y="1255267"/>
                  </a:lnTo>
                  <a:lnTo>
                    <a:pt x="487823" y="1271862"/>
                  </a:lnTo>
                  <a:lnTo>
                    <a:pt x="533668" y="1286142"/>
                  </a:lnTo>
                  <a:lnTo>
                    <a:pt x="580809" y="1298021"/>
                  </a:lnTo>
                  <a:lnTo>
                    <a:pt x="629145" y="1307412"/>
                  </a:lnTo>
                  <a:lnTo>
                    <a:pt x="678571" y="1314227"/>
                  </a:lnTo>
                  <a:lnTo>
                    <a:pt x="728987" y="1318380"/>
                  </a:lnTo>
                  <a:lnTo>
                    <a:pt x="780288" y="1319783"/>
                  </a:lnTo>
                  <a:lnTo>
                    <a:pt x="831588" y="1318380"/>
                  </a:lnTo>
                  <a:lnTo>
                    <a:pt x="882004" y="1314227"/>
                  </a:lnTo>
                  <a:lnTo>
                    <a:pt x="931430" y="1307412"/>
                  </a:lnTo>
                  <a:lnTo>
                    <a:pt x="979766" y="1298021"/>
                  </a:lnTo>
                  <a:lnTo>
                    <a:pt x="1026907" y="1286142"/>
                  </a:lnTo>
                  <a:lnTo>
                    <a:pt x="1072752" y="1271862"/>
                  </a:lnTo>
                  <a:lnTo>
                    <a:pt x="1117196" y="1255267"/>
                  </a:lnTo>
                  <a:lnTo>
                    <a:pt x="1160138" y="1236444"/>
                  </a:lnTo>
                  <a:lnTo>
                    <a:pt x="1201474" y="1215481"/>
                  </a:lnTo>
                  <a:lnTo>
                    <a:pt x="1241102" y="1192464"/>
                  </a:lnTo>
                  <a:lnTo>
                    <a:pt x="1278919" y="1167480"/>
                  </a:lnTo>
                  <a:lnTo>
                    <a:pt x="1314822" y="1140616"/>
                  </a:lnTo>
                  <a:lnTo>
                    <a:pt x="1348707" y="1111960"/>
                  </a:lnTo>
                  <a:lnTo>
                    <a:pt x="1380473" y="1081598"/>
                  </a:lnTo>
                  <a:lnTo>
                    <a:pt x="1410016" y="1049617"/>
                  </a:lnTo>
                  <a:lnTo>
                    <a:pt x="1437234" y="1016104"/>
                  </a:lnTo>
                  <a:lnTo>
                    <a:pt x="1462024" y="981145"/>
                  </a:lnTo>
                  <a:lnTo>
                    <a:pt x="1484282" y="944829"/>
                  </a:lnTo>
                  <a:lnTo>
                    <a:pt x="1503906" y="907241"/>
                  </a:lnTo>
                  <a:lnTo>
                    <a:pt x="1520793" y="868470"/>
                  </a:lnTo>
                  <a:lnTo>
                    <a:pt x="1534840" y="828601"/>
                  </a:lnTo>
                  <a:lnTo>
                    <a:pt x="1545945" y="787722"/>
                  </a:lnTo>
                  <a:lnTo>
                    <a:pt x="1554005" y="745919"/>
                  </a:lnTo>
                  <a:lnTo>
                    <a:pt x="1558916" y="703280"/>
                  </a:lnTo>
                  <a:lnTo>
                    <a:pt x="1560576" y="659891"/>
                  </a:lnTo>
                  <a:lnTo>
                    <a:pt x="1558916" y="616499"/>
                  </a:lnTo>
                  <a:lnTo>
                    <a:pt x="1554005" y="573856"/>
                  </a:lnTo>
                  <a:lnTo>
                    <a:pt x="1545945" y="532051"/>
                  </a:lnTo>
                  <a:lnTo>
                    <a:pt x="1534840" y="491169"/>
                  </a:lnTo>
                  <a:lnTo>
                    <a:pt x="1520793" y="451299"/>
                  </a:lnTo>
                  <a:lnTo>
                    <a:pt x="1503906" y="412526"/>
                  </a:lnTo>
                  <a:lnTo>
                    <a:pt x="1484282" y="374937"/>
                  </a:lnTo>
                  <a:lnTo>
                    <a:pt x="1462024" y="338621"/>
                  </a:lnTo>
                  <a:lnTo>
                    <a:pt x="1437234" y="303663"/>
                  </a:lnTo>
                  <a:lnTo>
                    <a:pt x="1410016" y="270150"/>
                  </a:lnTo>
                  <a:lnTo>
                    <a:pt x="1380473" y="238169"/>
                  </a:lnTo>
                  <a:lnTo>
                    <a:pt x="1348707" y="207808"/>
                  </a:lnTo>
                  <a:lnTo>
                    <a:pt x="1314822" y="179153"/>
                  </a:lnTo>
                  <a:lnTo>
                    <a:pt x="1278919" y="152291"/>
                  </a:lnTo>
                  <a:lnTo>
                    <a:pt x="1241102" y="127308"/>
                  </a:lnTo>
                  <a:lnTo>
                    <a:pt x="1201474" y="104293"/>
                  </a:lnTo>
                  <a:lnTo>
                    <a:pt x="1160138" y="83331"/>
                  </a:lnTo>
                  <a:lnTo>
                    <a:pt x="1117196" y="64510"/>
                  </a:lnTo>
                  <a:lnTo>
                    <a:pt x="1072752" y="47916"/>
                  </a:lnTo>
                  <a:lnTo>
                    <a:pt x="1026907" y="33637"/>
                  </a:lnTo>
                  <a:lnTo>
                    <a:pt x="979766" y="21759"/>
                  </a:lnTo>
                  <a:lnTo>
                    <a:pt x="931430" y="12370"/>
                  </a:lnTo>
                  <a:lnTo>
                    <a:pt x="882004" y="5555"/>
                  </a:lnTo>
                  <a:lnTo>
                    <a:pt x="831588" y="1403"/>
                  </a:lnTo>
                  <a:lnTo>
                    <a:pt x="780288" y="0"/>
                  </a:lnTo>
                  <a:close/>
                </a:path>
              </a:pathLst>
            </a:custGeom>
            <a:solidFill>
              <a:srgbClr val="E6DFEB"/>
            </a:solidFill>
          </p:spPr>
          <p:txBody>
            <a:bodyPr wrap="square" lIns="0" tIns="0" rIns="0" bIns="0" rtlCol="0"/>
            <a:lstStyle/>
            <a:p>
              <a:endParaRPr>
                <a:latin typeface="+mj-lt"/>
              </a:endParaRPr>
            </a:p>
          </p:txBody>
        </p:sp>
        <p:sp>
          <p:nvSpPr>
            <p:cNvPr id="19" name="object 19"/>
            <p:cNvSpPr/>
            <p:nvPr/>
          </p:nvSpPr>
          <p:spPr>
            <a:xfrm>
              <a:off x="7782306" y="4677917"/>
              <a:ext cx="1560830" cy="1320165"/>
            </a:xfrm>
            <a:custGeom>
              <a:avLst/>
              <a:gdLst/>
              <a:ahLst/>
              <a:cxnLst/>
              <a:rect l="l" t="t" r="r" b="b"/>
              <a:pathLst>
                <a:path w="1560829" h="1320164">
                  <a:moveTo>
                    <a:pt x="0" y="659891"/>
                  </a:moveTo>
                  <a:lnTo>
                    <a:pt x="1659" y="616499"/>
                  </a:lnTo>
                  <a:lnTo>
                    <a:pt x="6570" y="573856"/>
                  </a:lnTo>
                  <a:lnTo>
                    <a:pt x="14630" y="532051"/>
                  </a:lnTo>
                  <a:lnTo>
                    <a:pt x="25735" y="491169"/>
                  </a:lnTo>
                  <a:lnTo>
                    <a:pt x="39782" y="451299"/>
                  </a:lnTo>
                  <a:lnTo>
                    <a:pt x="56669" y="412526"/>
                  </a:lnTo>
                  <a:lnTo>
                    <a:pt x="76293" y="374937"/>
                  </a:lnTo>
                  <a:lnTo>
                    <a:pt x="98551" y="338621"/>
                  </a:lnTo>
                  <a:lnTo>
                    <a:pt x="123341" y="303663"/>
                  </a:lnTo>
                  <a:lnTo>
                    <a:pt x="150559" y="270150"/>
                  </a:lnTo>
                  <a:lnTo>
                    <a:pt x="180102" y="238169"/>
                  </a:lnTo>
                  <a:lnTo>
                    <a:pt x="211868" y="207808"/>
                  </a:lnTo>
                  <a:lnTo>
                    <a:pt x="245753" y="179153"/>
                  </a:lnTo>
                  <a:lnTo>
                    <a:pt x="281656" y="152291"/>
                  </a:lnTo>
                  <a:lnTo>
                    <a:pt x="319473" y="127308"/>
                  </a:lnTo>
                  <a:lnTo>
                    <a:pt x="359101" y="104293"/>
                  </a:lnTo>
                  <a:lnTo>
                    <a:pt x="400437" y="83331"/>
                  </a:lnTo>
                  <a:lnTo>
                    <a:pt x="443379" y="64510"/>
                  </a:lnTo>
                  <a:lnTo>
                    <a:pt x="487823" y="47916"/>
                  </a:lnTo>
                  <a:lnTo>
                    <a:pt x="533668" y="33637"/>
                  </a:lnTo>
                  <a:lnTo>
                    <a:pt x="580809" y="21759"/>
                  </a:lnTo>
                  <a:lnTo>
                    <a:pt x="629145" y="12370"/>
                  </a:lnTo>
                  <a:lnTo>
                    <a:pt x="678571" y="5555"/>
                  </a:lnTo>
                  <a:lnTo>
                    <a:pt x="728987" y="1403"/>
                  </a:lnTo>
                  <a:lnTo>
                    <a:pt x="780288" y="0"/>
                  </a:lnTo>
                  <a:lnTo>
                    <a:pt x="831588" y="1403"/>
                  </a:lnTo>
                  <a:lnTo>
                    <a:pt x="882004" y="5555"/>
                  </a:lnTo>
                  <a:lnTo>
                    <a:pt x="931430" y="12370"/>
                  </a:lnTo>
                  <a:lnTo>
                    <a:pt x="979766" y="21759"/>
                  </a:lnTo>
                  <a:lnTo>
                    <a:pt x="1026907" y="33637"/>
                  </a:lnTo>
                  <a:lnTo>
                    <a:pt x="1072752" y="47916"/>
                  </a:lnTo>
                  <a:lnTo>
                    <a:pt x="1117196" y="64510"/>
                  </a:lnTo>
                  <a:lnTo>
                    <a:pt x="1160138" y="83331"/>
                  </a:lnTo>
                  <a:lnTo>
                    <a:pt x="1201474" y="104293"/>
                  </a:lnTo>
                  <a:lnTo>
                    <a:pt x="1241102" y="127308"/>
                  </a:lnTo>
                  <a:lnTo>
                    <a:pt x="1278919" y="152291"/>
                  </a:lnTo>
                  <a:lnTo>
                    <a:pt x="1314822" y="179153"/>
                  </a:lnTo>
                  <a:lnTo>
                    <a:pt x="1348707" y="207808"/>
                  </a:lnTo>
                  <a:lnTo>
                    <a:pt x="1380473" y="238169"/>
                  </a:lnTo>
                  <a:lnTo>
                    <a:pt x="1410016" y="270150"/>
                  </a:lnTo>
                  <a:lnTo>
                    <a:pt x="1437234" y="303663"/>
                  </a:lnTo>
                  <a:lnTo>
                    <a:pt x="1462024" y="338621"/>
                  </a:lnTo>
                  <a:lnTo>
                    <a:pt x="1484282" y="374937"/>
                  </a:lnTo>
                  <a:lnTo>
                    <a:pt x="1503906" y="412526"/>
                  </a:lnTo>
                  <a:lnTo>
                    <a:pt x="1520793" y="451299"/>
                  </a:lnTo>
                  <a:lnTo>
                    <a:pt x="1534840" y="491169"/>
                  </a:lnTo>
                  <a:lnTo>
                    <a:pt x="1545945" y="532051"/>
                  </a:lnTo>
                  <a:lnTo>
                    <a:pt x="1554005" y="573856"/>
                  </a:lnTo>
                  <a:lnTo>
                    <a:pt x="1558916" y="616499"/>
                  </a:lnTo>
                  <a:lnTo>
                    <a:pt x="1560576" y="659891"/>
                  </a:lnTo>
                  <a:lnTo>
                    <a:pt x="1558916" y="703280"/>
                  </a:lnTo>
                  <a:lnTo>
                    <a:pt x="1554005" y="745919"/>
                  </a:lnTo>
                  <a:lnTo>
                    <a:pt x="1545945" y="787722"/>
                  </a:lnTo>
                  <a:lnTo>
                    <a:pt x="1534840" y="828601"/>
                  </a:lnTo>
                  <a:lnTo>
                    <a:pt x="1520793" y="868470"/>
                  </a:lnTo>
                  <a:lnTo>
                    <a:pt x="1503906" y="907241"/>
                  </a:lnTo>
                  <a:lnTo>
                    <a:pt x="1484282" y="944829"/>
                  </a:lnTo>
                  <a:lnTo>
                    <a:pt x="1462024" y="981145"/>
                  </a:lnTo>
                  <a:lnTo>
                    <a:pt x="1437234" y="1016104"/>
                  </a:lnTo>
                  <a:lnTo>
                    <a:pt x="1410016" y="1049617"/>
                  </a:lnTo>
                  <a:lnTo>
                    <a:pt x="1380473" y="1081598"/>
                  </a:lnTo>
                  <a:lnTo>
                    <a:pt x="1348707" y="1111960"/>
                  </a:lnTo>
                  <a:lnTo>
                    <a:pt x="1314822" y="1140616"/>
                  </a:lnTo>
                  <a:lnTo>
                    <a:pt x="1278919" y="1167480"/>
                  </a:lnTo>
                  <a:lnTo>
                    <a:pt x="1241102" y="1192464"/>
                  </a:lnTo>
                  <a:lnTo>
                    <a:pt x="1201474" y="1215481"/>
                  </a:lnTo>
                  <a:lnTo>
                    <a:pt x="1160138" y="1236444"/>
                  </a:lnTo>
                  <a:lnTo>
                    <a:pt x="1117196" y="1255267"/>
                  </a:lnTo>
                  <a:lnTo>
                    <a:pt x="1072752" y="1271862"/>
                  </a:lnTo>
                  <a:lnTo>
                    <a:pt x="1026907" y="1286142"/>
                  </a:lnTo>
                  <a:lnTo>
                    <a:pt x="979766" y="1298021"/>
                  </a:lnTo>
                  <a:lnTo>
                    <a:pt x="931430" y="1307412"/>
                  </a:lnTo>
                  <a:lnTo>
                    <a:pt x="882004" y="1314227"/>
                  </a:lnTo>
                  <a:lnTo>
                    <a:pt x="831588" y="1318380"/>
                  </a:lnTo>
                  <a:lnTo>
                    <a:pt x="780288" y="1319783"/>
                  </a:lnTo>
                  <a:lnTo>
                    <a:pt x="728987" y="1318380"/>
                  </a:lnTo>
                  <a:lnTo>
                    <a:pt x="678571" y="1314227"/>
                  </a:lnTo>
                  <a:lnTo>
                    <a:pt x="629145" y="1307412"/>
                  </a:lnTo>
                  <a:lnTo>
                    <a:pt x="580809" y="1298021"/>
                  </a:lnTo>
                  <a:lnTo>
                    <a:pt x="533668" y="1286142"/>
                  </a:lnTo>
                  <a:lnTo>
                    <a:pt x="487823" y="1271862"/>
                  </a:lnTo>
                  <a:lnTo>
                    <a:pt x="443379" y="1255267"/>
                  </a:lnTo>
                  <a:lnTo>
                    <a:pt x="400437" y="1236444"/>
                  </a:lnTo>
                  <a:lnTo>
                    <a:pt x="359101" y="1215481"/>
                  </a:lnTo>
                  <a:lnTo>
                    <a:pt x="319473" y="1192464"/>
                  </a:lnTo>
                  <a:lnTo>
                    <a:pt x="281656" y="1167480"/>
                  </a:lnTo>
                  <a:lnTo>
                    <a:pt x="245753" y="1140616"/>
                  </a:lnTo>
                  <a:lnTo>
                    <a:pt x="211868" y="1111960"/>
                  </a:lnTo>
                  <a:lnTo>
                    <a:pt x="180102" y="1081598"/>
                  </a:lnTo>
                  <a:lnTo>
                    <a:pt x="150559" y="1049617"/>
                  </a:lnTo>
                  <a:lnTo>
                    <a:pt x="123341" y="1016104"/>
                  </a:lnTo>
                  <a:lnTo>
                    <a:pt x="98551" y="981145"/>
                  </a:lnTo>
                  <a:lnTo>
                    <a:pt x="76293" y="944829"/>
                  </a:lnTo>
                  <a:lnTo>
                    <a:pt x="56669" y="907241"/>
                  </a:lnTo>
                  <a:lnTo>
                    <a:pt x="39782" y="868470"/>
                  </a:lnTo>
                  <a:lnTo>
                    <a:pt x="25735" y="828601"/>
                  </a:lnTo>
                  <a:lnTo>
                    <a:pt x="14630" y="787722"/>
                  </a:lnTo>
                  <a:lnTo>
                    <a:pt x="6570" y="745919"/>
                  </a:lnTo>
                  <a:lnTo>
                    <a:pt x="1659" y="703280"/>
                  </a:lnTo>
                  <a:lnTo>
                    <a:pt x="0" y="659891"/>
                  </a:lnTo>
                  <a:close/>
                </a:path>
              </a:pathLst>
            </a:custGeom>
            <a:ln w="28575">
              <a:solidFill>
                <a:srgbClr val="403052"/>
              </a:solidFill>
            </a:ln>
          </p:spPr>
          <p:txBody>
            <a:bodyPr wrap="square" lIns="0" tIns="0" rIns="0" bIns="0" rtlCol="0"/>
            <a:lstStyle/>
            <a:p>
              <a:endParaRPr>
                <a:latin typeface="+mj-lt"/>
              </a:endParaRPr>
            </a:p>
          </p:txBody>
        </p:sp>
      </p:grpSp>
      <p:sp>
        <p:nvSpPr>
          <p:cNvPr id="20" name="object 20"/>
          <p:cNvSpPr txBox="1"/>
          <p:nvPr/>
        </p:nvSpPr>
        <p:spPr>
          <a:xfrm>
            <a:off x="9277857" y="4325239"/>
            <a:ext cx="734695" cy="676275"/>
          </a:xfrm>
          <a:prstGeom prst="rect">
            <a:avLst/>
          </a:prstGeom>
        </p:spPr>
        <p:txBody>
          <a:bodyPr vert="horz" wrap="square" lIns="0" tIns="14604" rIns="0" bIns="0" rtlCol="0">
            <a:spAutoFit/>
          </a:bodyPr>
          <a:lstStyle/>
          <a:p>
            <a:pPr algn="ctr">
              <a:lnSpc>
                <a:spcPct val="100000"/>
              </a:lnSpc>
              <a:spcBef>
                <a:spcPts val="114"/>
              </a:spcBef>
            </a:pPr>
            <a:r>
              <a:rPr sz="1050" b="1" spc="5" dirty="0">
                <a:solidFill>
                  <a:srgbClr val="0000FF"/>
                </a:solidFill>
                <a:latin typeface="+mj-lt"/>
                <a:cs typeface="Calibri"/>
              </a:rPr>
              <a:t>PRO</a:t>
            </a:r>
            <a:endParaRPr sz="1050" dirty="0">
              <a:latin typeface="+mj-lt"/>
              <a:cs typeface="Calibri"/>
            </a:endParaRPr>
          </a:p>
          <a:p>
            <a:pPr marL="12065" marR="5080" algn="ctr">
              <a:lnSpc>
                <a:spcPct val="101400"/>
              </a:lnSpc>
              <a:spcBef>
                <a:spcPts val="10"/>
              </a:spcBef>
            </a:pPr>
            <a:r>
              <a:rPr sz="1050" b="1" spc="5" dirty="0">
                <a:solidFill>
                  <a:srgbClr val="0000FF"/>
                </a:solidFill>
                <a:latin typeface="+mj-lt"/>
                <a:cs typeface="Calibri"/>
              </a:rPr>
              <a:t>(Ontology</a:t>
            </a:r>
            <a:r>
              <a:rPr sz="1050" b="1" spc="-60" dirty="0">
                <a:solidFill>
                  <a:srgbClr val="0000FF"/>
                </a:solidFill>
                <a:latin typeface="+mj-lt"/>
                <a:cs typeface="Calibri"/>
              </a:rPr>
              <a:t> </a:t>
            </a:r>
            <a:r>
              <a:rPr sz="1050" b="1" spc="5" dirty="0">
                <a:solidFill>
                  <a:srgbClr val="0000FF"/>
                </a:solidFill>
                <a:latin typeface="+mj-lt"/>
                <a:cs typeface="Calibri"/>
              </a:rPr>
              <a:t>of </a:t>
            </a:r>
            <a:r>
              <a:rPr sz="1050" b="1" spc="-225" dirty="0">
                <a:solidFill>
                  <a:srgbClr val="0000FF"/>
                </a:solidFill>
                <a:latin typeface="+mj-lt"/>
                <a:cs typeface="Calibri"/>
              </a:rPr>
              <a:t> </a:t>
            </a:r>
            <a:r>
              <a:rPr sz="1050" b="1" spc="5" dirty="0">
                <a:solidFill>
                  <a:srgbClr val="0000FF"/>
                </a:solidFill>
                <a:latin typeface="+mj-lt"/>
                <a:cs typeface="Calibri"/>
              </a:rPr>
              <a:t>all PiLog </a:t>
            </a:r>
            <a:r>
              <a:rPr sz="1050" b="1" spc="10" dirty="0">
                <a:solidFill>
                  <a:srgbClr val="0000FF"/>
                </a:solidFill>
                <a:latin typeface="+mj-lt"/>
                <a:cs typeface="Calibri"/>
              </a:rPr>
              <a:t> </a:t>
            </a:r>
            <a:r>
              <a:rPr sz="1050" b="1" spc="5" dirty="0">
                <a:solidFill>
                  <a:srgbClr val="0000FF"/>
                </a:solidFill>
                <a:latin typeface="+mj-lt"/>
                <a:cs typeface="Calibri"/>
              </a:rPr>
              <a:t>Clients)</a:t>
            </a:r>
            <a:endParaRPr sz="1050" dirty="0">
              <a:latin typeface="+mj-lt"/>
              <a:cs typeface="Calibri"/>
            </a:endParaRPr>
          </a:p>
        </p:txBody>
      </p:sp>
      <p:sp>
        <p:nvSpPr>
          <p:cNvPr id="21" name="object 21"/>
          <p:cNvSpPr txBox="1"/>
          <p:nvPr/>
        </p:nvSpPr>
        <p:spPr>
          <a:xfrm>
            <a:off x="7767319" y="4188967"/>
            <a:ext cx="936625" cy="514984"/>
          </a:xfrm>
          <a:prstGeom prst="rect">
            <a:avLst/>
          </a:prstGeom>
        </p:spPr>
        <p:txBody>
          <a:bodyPr vert="horz" wrap="square" lIns="0" tIns="14604" rIns="0" bIns="0" rtlCol="0">
            <a:spAutoFit/>
          </a:bodyPr>
          <a:lstStyle/>
          <a:p>
            <a:pPr algn="ctr">
              <a:lnSpc>
                <a:spcPct val="100000"/>
              </a:lnSpc>
              <a:spcBef>
                <a:spcPts val="114"/>
              </a:spcBef>
            </a:pPr>
            <a:r>
              <a:rPr sz="1050" b="1" spc="5" dirty="0">
                <a:solidFill>
                  <a:srgbClr val="0000FF"/>
                </a:solidFill>
                <a:latin typeface="+mj-lt"/>
                <a:cs typeface="Calibri"/>
              </a:rPr>
              <a:t>PPO</a:t>
            </a:r>
            <a:endParaRPr sz="1050" dirty="0">
              <a:latin typeface="+mj-lt"/>
              <a:cs typeface="Calibri"/>
            </a:endParaRPr>
          </a:p>
          <a:p>
            <a:pPr algn="ctr">
              <a:lnSpc>
                <a:spcPct val="100000"/>
              </a:lnSpc>
              <a:spcBef>
                <a:spcPts val="25"/>
              </a:spcBef>
            </a:pPr>
            <a:r>
              <a:rPr sz="1050" b="1" spc="5" dirty="0">
                <a:solidFill>
                  <a:srgbClr val="0000FF"/>
                </a:solidFill>
                <a:latin typeface="+mj-lt"/>
                <a:cs typeface="Calibri"/>
              </a:rPr>
              <a:t>(PiLog</a:t>
            </a:r>
            <a:r>
              <a:rPr sz="1050" b="1" spc="-55" dirty="0">
                <a:solidFill>
                  <a:srgbClr val="0000FF"/>
                </a:solidFill>
                <a:latin typeface="+mj-lt"/>
                <a:cs typeface="Calibri"/>
              </a:rPr>
              <a:t> </a:t>
            </a:r>
            <a:r>
              <a:rPr sz="1050" b="1" spc="5" dirty="0">
                <a:solidFill>
                  <a:srgbClr val="0000FF"/>
                </a:solidFill>
                <a:latin typeface="+mj-lt"/>
                <a:cs typeface="Calibri"/>
              </a:rPr>
              <a:t>Preferred</a:t>
            </a:r>
            <a:endParaRPr sz="1050" dirty="0">
              <a:latin typeface="+mj-lt"/>
              <a:cs typeface="Calibri"/>
            </a:endParaRPr>
          </a:p>
          <a:p>
            <a:pPr algn="ctr">
              <a:lnSpc>
                <a:spcPct val="100000"/>
              </a:lnSpc>
              <a:spcBef>
                <a:spcPts val="25"/>
              </a:spcBef>
            </a:pPr>
            <a:r>
              <a:rPr sz="1050" b="1" spc="5" dirty="0">
                <a:solidFill>
                  <a:srgbClr val="0000FF"/>
                </a:solidFill>
                <a:latin typeface="+mj-lt"/>
                <a:cs typeface="Calibri"/>
              </a:rPr>
              <a:t>Ontology)</a:t>
            </a:r>
            <a:endParaRPr sz="1050" dirty="0">
              <a:latin typeface="+mj-lt"/>
              <a:cs typeface="Calibri"/>
            </a:endParaRPr>
          </a:p>
        </p:txBody>
      </p:sp>
      <p:sp>
        <p:nvSpPr>
          <p:cNvPr id="22" name="object 22"/>
          <p:cNvSpPr txBox="1"/>
          <p:nvPr/>
        </p:nvSpPr>
        <p:spPr>
          <a:xfrm>
            <a:off x="8134350" y="5002529"/>
            <a:ext cx="956310" cy="676275"/>
          </a:xfrm>
          <a:prstGeom prst="rect">
            <a:avLst/>
          </a:prstGeom>
        </p:spPr>
        <p:txBody>
          <a:bodyPr vert="horz" wrap="square" lIns="0" tIns="14604" rIns="0" bIns="0" rtlCol="0">
            <a:spAutoFit/>
          </a:bodyPr>
          <a:lstStyle/>
          <a:p>
            <a:pPr marL="1905" algn="ctr">
              <a:lnSpc>
                <a:spcPct val="100000"/>
              </a:lnSpc>
              <a:spcBef>
                <a:spcPts val="114"/>
              </a:spcBef>
            </a:pPr>
            <a:r>
              <a:rPr sz="1050" b="1" spc="5" dirty="0">
                <a:solidFill>
                  <a:srgbClr val="0000FF"/>
                </a:solidFill>
                <a:latin typeface="+mj-lt"/>
                <a:cs typeface="Calibri"/>
              </a:rPr>
              <a:t>CPO</a:t>
            </a:r>
            <a:endParaRPr sz="1050">
              <a:latin typeface="+mj-lt"/>
              <a:cs typeface="Calibri"/>
            </a:endParaRPr>
          </a:p>
          <a:p>
            <a:pPr marL="12065" marR="5080" algn="ctr">
              <a:lnSpc>
                <a:spcPct val="101400"/>
              </a:lnSpc>
              <a:spcBef>
                <a:spcPts val="10"/>
              </a:spcBef>
            </a:pPr>
            <a:r>
              <a:rPr sz="1050" b="1" spc="5" dirty="0">
                <a:solidFill>
                  <a:srgbClr val="0000FF"/>
                </a:solidFill>
                <a:latin typeface="+mj-lt"/>
                <a:cs typeface="Calibri"/>
              </a:rPr>
              <a:t>(Cli</a:t>
            </a:r>
            <a:r>
              <a:rPr sz="1050" b="1" dirty="0">
                <a:solidFill>
                  <a:srgbClr val="0000FF"/>
                </a:solidFill>
                <a:latin typeface="+mj-lt"/>
                <a:cs typeface="Calibri"/>
              </a:rPr>
              <a:t>e</a:t>
            </a:r>
            <a:r>
              <a:rPr sz="1050" b="1" spc="5" dirty="0">
                <a:solidFill>
                  <a:srgbClr val="0000FF"/>
                </a:solidFill>
                <a:latin typeface="+mj-lt"/>
                <a:cs typeface="Calibri"/>
              </a:rPr>
              <a:t>nt/Corporat  e </a:t>
            </a:r>
            <a:r>
              <a:rPr sz="1050" b="1" dirty="0">
                <a:solidFill>
                  <a:srgbClr val="0000FF"/>
                </a:solidFill>
                <a:latin typeface="+mj-lt"/>
                <a:cs typeface="Calibri"/>
              </a:rPr>
              <a:t>Preferred </a:t>
            </a:r>
            <a:r>
              <a:rPr sz="1050" b="1" spc="5" dirty="0">
                <a:solidFill>
                  <a:srgbClr val="0000FF"/>
                </a:solidFill>
                <a:latin typeface="+mj-lt"/>
                <a:cs typeface="Calibri"/>
              </a:rPr>
              <a:t> Ontology)</a:t>
            </a:r>
            <a:endParaRPr sz="1050">
              <a:latin typeface="+mj-lt"/>
              <a:cs typeface="Calibri"/>
            </a:endParaRPr>
          </a:p>
        </p:txBody>
      </p:sp>
      <p:sp>
        <p:nvSpPr>
          <p:cNvPr id="23" name="object 23"/>
          <p:cNvSpPr txBox="1"/>
          <p:nvPr/>
        </p:nvSpPr>
        <p:spPr>
          <a:xfrm>
            <a:off x="8416290" y="6067755"/>
            <a:ext cx="1852930" cy="176329"/>
          </a:xfrm>
          <a:prstGeom prst="rect">
            <a:avLst/>
          </a:prstGeom>
        </p:spPr>
        <p:txBody>
          <a:bodyPr vert="horz" wrap="square" lIns="0" tIns="14604" rIns="0" bIns="0" rtlCol="0">
            <a:spAutoFit/>
          </a:bodyPr>
          <a:lstStyle/>
          <a:p>
            <a:pPr marL="12700">
              <a:lnSpc>
                <a:spcPct val="100000"/>
              </a:lnSpc>
              <a:spcBef>
                <a:spcPts val="114"/>
              </a:spcBef>
            </a:pPr>
            <a:r>
              <a:rPr sz="1050" b="1" spc="5" dirty="0">
                <a:solidFill>
                  <a:srgbClr val="FF0000"/>
                </a:solidFill>
                <a:latin typeface="+mj-lt"/>
                <a:cs typeface="Calibri"/>
              </a:rPr>
              <a:t>ISO</a:t>
            </a:r>
            <a:r>
              <a:rPr sz="1050" b="1" spc="-10" dirty="0">
                <a:solidFill>
                  <a:srgbClr val="FF0000"/>
                </a:solidFill>
                <a:latin typeface="+mj-lt"/>
                <a:cs typeface="Calibri"/>
              </a:rPr>
              <a:t> </a:t>
            </a:r>
            <a:r>
              <a:rPr sz="1050" b="1" spc="5" dirty="0">
                <a:solidFill>
                  <a:srgbClr val="FF0000"/>
                </a:solidFill>
                <a:latin typeface="+mj-lt"/>
                <a:cs typeface="Calibri"/>
              </a:rPr>
              <a:t>22745</a:t>
            </a:r>
            <a:r>
              <a:rPr sz="1050" b="1" spc="-20" dirty="0">
                <a:solidFill>
                  <a:srgbClr val="FF0000"/>
                </a:solidFill>
                <a:latin typeface="+mj-lt"/>
                <a:cs typeface="Calibri"/>
              </a:rPr>
              <a:t> </a:t>
            </a:r>
            <a:r>
              <a:rPr sz="1050" b="1" spc="10" dirty="0">
                <a:solidFill>
                  <a:srgbClr val="FF0000"/>
                </a:solidFill>
                <a:latin typeface="+mj-lt"/>
                <a:cs typeface="Calibri"/>
              </a:rPr>
              <a:t>&amp;</a:t>
            </a:r>
            <a:r>
              <a:rPr sz="1050" b="1" spc="-15" dirty="0">
                <a:solidFill>
                  <a:srgbClr val="FF0000"/>
                </a:solidFill>
                <a:latin typeface="+mj-lt"/>
                <a:cs typeface="Calibri"/>
              </a:rPr>
              <a:t> </a:t>
            </a:r>
            <a:r>
              <a:rPr sz="1050" b="1" spc="5" dirty="0">
                <a:solidFill>
                  <a:srgbClr val="FF0000"/>
                </a:solidFill>
                <a:latin typeface="+mj-lt"/>
                <a:cs typeface="Calibri"/>
              </a:rPr>
              <a:t>ISO</a:t>
            </a:r>
            <a:r>
              <a:rPr sz="1050" b="1" spc="-5" dirty="0">
                <a:solidFill>
                  <a:srgbClr val="FF0000"/>
                </a:solidFill>
                <a:latin typeface="+mj-lt"/>
                <a:cs typeface="Calibri"/>
              </a:rPr>
              <a:t> </a:t>
            </a:r>
            <a:r>
              <a:rPr sz="1050" b="1" spc="5" dirty="0">
                <a:solidFill>
                  <a:srgbClr val="FF0000"/>
                </a:solidFill>
                <a:latin typeface="+mj-lt"/>
                <a:cs typeface="Calibri"/>
              </a:rPr>
              <a:t>8000</a:t>
            </a:r>
            <a:r>
              <a:rPr sz="1050" b="1" spc="-20" dirty="0">
                <a:solidFill>
                  <a:srgbClr val="FF0000"/>
                </a:solidFill>
                <a:latin typeface="+mj-lt"/>
                <a:cs typeface="Calibri"/>
              </a:rPr>
              <a:t> </a:t>
            </a:r>
            <a:r>
              <a:rPr sz="1050" b="1" spc="5" dirty="0">
                <a:solidFill>
                  <a:srgbClr val="FF0000"/>
                </a:solidFill>
                <a:latin typeface="+mj-lt"/>
                <a:cs typeface="Calibri"/>
              </a:rPr>
              <a:t>Complaint</a:t>
            </a:r>
            <a:endParaRPr sz="1050">
              <a:latin typeface="+mj-lt"/>
              <a:cs typeface="Calibri"/>
            </a:endParaRPr>
          </a:p>
        </p:txBody>
      </p:sp>
      <p:sp>
        <p:nvSpPr>
          <p:cNvPr id="24" name="object 24"/>
          <p:cNvSpPr txBox="1"/>
          <p:nvPr/>
        </p:nvSpPr>
        <p:spPr>
          <a:xfrm>
            <a:off x="4440428" y="3595878"/>
            <a:ext cx="1303020" cy="258404"/>
          </a:xfrm>
          <a:prstGeom prst="rect">
            <a:avLst/>
          </a:prstGeom>
        </p:spPr>
        <p:txBody>
          <a:bodyPr vert="horz" wrap="square" lIns="0" tIns="12065" rIns="0" bIns="0" rtlCol="0">
            <a:spAutoFit/>
          </a:bodyPr>
          <a:lstStyle/>
          <a:p>
            <a:pPr marL="12700">
              <a:lnSpc>
                <a:spcPct val="100000"/>
              </a:lnSpc>
              <a:spcBef>
                <a:spcPts val="95"/>
              </a:spcBef>
            </a:pPr>
            <a:r>
              <a:rPr sz="1600" u="heavy" spc="-5" dirty="0">
                <a:solidFill>
                  <a:srgbClr val="0F469B"/>
                </a:solidFill>
                <a:uFill>
                  <a:solidFill>
                    <a:srgbClr val="0F469B"/>
                  </a:solidFill>
                </a:uFill>
                <a:latin typeface="+mj-lt"/>
                <a:cs typeface="Calibri"/>
              </a:rPr>
              <a:t>PPO</a:t>
            </a:r>
            <a:r>
              <a:rPr sz="1600" u="heavy" spc="-30" dirty="0">
                <a:solidFill>
                  <a:srgbClr val="0F469B"/>
                </a:solidFill>
                <a:uFill>
                  <a:solidFill>
                    <a:srgbClr val="0F469B"/>
                  </a:solidFill>
                </a:uFill>
                <a:latin typeface="+mj-lt"/>
                <a:cs typeface="Calibri"/>
              </a:rPr>
              <a:t> </a:t>
            </a:r>
            <a:r>
              <a:rPr sz="1600" u="heavy" spc="-10" dirty="0">
                <a:solidFill>
                  <a:srgbClr val="0F469B"/>
                </a:solidFill>
                <a:uFill>
                  <a:solidFill>
                    <a:srgbClr val="0F469B"/>
                  </a:solidFill>
                </a:uFill>
                <a:latin typeface="+mj-lt"/>
                <a:cs typeface="Calibri"/>
              </a:rPr>
              <a:t>Consists</a:t>
            </a:r>
            <a:r>
              <a:rPr sz="1600" u="heavy" spc="-25" dirty="0">
                <a:solidFill>
                  <a:srgbClr val="0F469B"/>
                </a:solidFill>
                <a:uFill>
                  <a:solidFill>
                    <a:srgbClr val="0F469B"/>
                  </a:solidFill>
                </a:uFill>
                <a:latin typeface="+mj-lt"/>
                <a:cs typeface="Calibri"/>
              </a:rPr>
              <a:t> </a:t>
            </a:r>
            <a:r>
              <a:rPr sz="1600" u="heavy" spc="-10" dirty="0">
                <a:solidFill>
                  <a:srgbClr val="0F469B"/>
                </a:solidFill>
                <a:uFill>
                  <a:solidFill>
                    <a:srgbClr val="0F469B"/>
                  </a:solidFill>
                </a:uFill>
                <a:latin typeface="+mj-lt"/>
                <a:cs typeface="Calibri"/>
              </a:rPr>
              <a:t>of</a:t>
            </a:r>
            <a:endParaRPr sz="1600">
              <a:latin typeface="+mj-lt"/>
              <a:cs typeface="Calibri"/>
            </a:endParaRPr>
          </a:p>
        </p:txBody>
      </p:sp>
      <p:sp>
        <p:nvSpPr>
          <p:cNvPr id="25" name="object 25"/>
          <p:cNvSpPr txBox="1"/>
          <p:nvPr/>
        </p:nvSpPr>
        <p:spPr>
          <a:xfrm>
            <a:off x="4440428" y="3839717"/>
            <a:ext cx="2484120" cy="2486660"/>
          </a:xfrm>
          <a:prstGeom prst="rect">
            <a:avLst/>
          </a:prstGeom>
        </p:spPr>
        <p:txBody>
          <a:bodyPr vert="horz" wrap="square" lIns="0" tIns="13970" rIns="0" bIns="0" rtlCol="0">
            <a:spAutoFit/>
          </a:bodyPr>
          <a:lstStyle/>
          <a:p>
            <a:pPr marL="241300" indent="-228600">
              <a:lnSpc>
                <a:spcPct val="100000"/>
              </a:lnSpc>
              <a:spcBef>
                <a:spcPts val="110"/>
              </a:spcBef>
              <a:buFont typeface="Arial MT"/>
              <a:buChar char="•"/>
              <a:tabLst>
                <a:tab pos="240665" algn="l"/>
                <a:tab pos="241300" algn="l"/>
              </a:tabLst>
            </a:pPr>
            <a:r>
              <a:rPr sz="1450" spc="-5" dirty="0">
                <a:solidFill>
                  <a:srgbClr val="0F469B"/>
                </a:solidFill>
                <a:latin typeface="+mj-lt"/>
                <a:cs typeface="Calibri"/>
              </a:rPr>
              <a:t>Class</a:t>
            </a:r>
            <a:endParaRPr sz="1450">
              <a:latin typeface="+mj-lt"/>
              <a:cs typeface="Calibri"/>
            </a:endParaRPr>
          </a:p>
          <a:p>
            <a:pPr marL="241300" indent="-228600">
              <a:lnSpc>
                <a:spcPct val="100000"/>
              </a:lnSpc>
              <a:spcBef>
                <a:spcPts val="25"/>
              </a:spcBef>
              <a:buFont typeface="Arial MT"/>
              <a:buChar char="•"/>
              <a:tabLst>
                <a:tab pos="240665" algn="l"/>
                <a:tab pos="241300" algn="l"/>
              </a:tabLst>
            </a:pPr>
            <a:r>
              <a:rPr sz="1450" dirty="0">
                <a:solidFill>
                  <a:srgbClr val="0F469B"/>
                </a:solidFill>
                <a:latin typeface="+mj-lt"/>
                <a:cs typeface="Calibri"/>
              </a:rPr>
              <a:t>Characteristics</a:t>
            </a:r>
            <a:endParaRPr sz="1450">
              <a:latin typeface="+mj-lt"/>
              <a:cs typeface="Calibri"/>
            </a:endParaRPr>
          </a:p>
          <a:p>
            <a:pPr marL="241300" indent="-228600">
              <a:lnSpc>
                <a:spcPct val="100000"/>
              </a:lnSpc>
              <a:spcBef>
                <a:spcPts val="30"/>
              </a:spcBef>
              <a:buFont typeface="Arial MT"/>
              <a:buChar char="•"/>
              <a:tabLst>
                <a:tab pos="240665" algn="l"/>
                <a:tab pos="241300" algn="l"/>
              </a:tabLst>
            </a:pPr>
            <a:r>
              <a:rPr sz="1450" dirty="0">
                <a:solidFill>
                  <a:srgbClr val="0F469B"/>
                </a:solidFill>
                <a:latin typeface="+mj-lt"/>
                <a:cs typeface="Calibri"/>
              </a:rPr>
              <a:t>Characteristic</a:t>
            </a:r>
            <a:r>
              <a:rPr sz="1450" spc="-30" dirty="0">
                <a:solidFill>
                  <a:srgbClr val="0F469B"/>
                </a:solidFill>
                <a:latin typeface="+mj-lt"/>
                <a:cs typeface="Calibri"/>
              </a:rPr>
              <a:t> </a:t>
            </a:r>
            <a:r>
              <a:rPr sz="1450" dirty="0">
                <a:solidFill>
                  <a:srgbClr val="0F469B"/>
                </a:solidFill>
                <a:latin typeface="+mj-lt"/>
                <a:cs typeface="Calibri"/>
              </a:rPr>
              <a:t>Sequence</a:t>
            </a:r>
            <a:endParaRPr sz="1450">
              <a:latin typeface="+mj-lt"/>
              <a:cs typeface="Calibri"/>
            </a:endParaRPr>
          </a:p>
          <a:p>
            <a:pPr marL="241300" indent="-228600">
              <a:lnSpc>
                <a:spcPct val="100000"/>
              </a:lnSpc>
              <a:spcBef>
                <a:spcPts val="20"/>
              </a:spcBef>
              <a:buFont typeface="Arial MT"/>
              <a:buChar char="•"/>
              <a:tabLst>
                <a:tab pos="240665" algn="l"/>
                <a:tab pos="241300" algn="l"/>
              </a:tabLst>
            </a:pPr>
            <a:r>
              <a:rPr sz="1450" dirty="0">
                <a:solidFill>
                  <a:srgbClr val="0F469B"/>
                </a:solidFill>
                <a:latin typeface="+mj-lt"/>
                <a:cs typeface="Calibri"/>
              </a:rPr>
              <a:t>Mandatory</a:t>
            </a:r>
            <a:r>
              <a:rPr sz="1450" spc="-5" dirty="0">
                <a:solidFill>
                  <a:srgbClr val="0F469B"/>
                </a:solidFill>
                <a:latin typeface="+mj-lt"/>
                <a:cs typeface="Calibri"/>
              </a:rPr>
              <a:t> Indicator</a:t>
            </a:r>
            <a:endParaRPr sz="1450">
              <a:latin typeface="+mj-lt"/>
              <a:cs typeface="Calibri"/>
            </a:endParaRPr>
          </a:p>
          <a:p>
            <a:pPr marL="241300" indent="-228600">
              <a:lnSpc>
                <a:spcPct val="100000"/>
              </a:lnSpc>
              <a:spcBef>
                <a:spcPts val="15"/>
              </a:spcBef>
              <a:buFont typeface="Arial MT"/>
              <a:buChar char="•"/>
              <a:tabLst>
                <a:tab pos="240665" algn="l"/>
                <a:tab pos="241300" algn="l"/>
              </a:tabLst>
            </a:pPr>
            <a:r>
              <a:rPr sz="1450" dirty="0">
                <a:solidFill>
                  <a:srgbClr val="0F469B"/>
                </a:solidFill>
                <a:latin typeface="+mj-lt"/>
                <a:cs typeface="Calibri"/>
              </a:rPr>
              <a:t>Class</a:t>
            </a:r>
            <a:r>
              <a:rPr sz="1450" spc="-15" dirty="0">
                <a:solidFill>
                  <a:srgbClr val="0F469B"/>
                </a:solidFill>
                <a:latin typeface="+mj-lt"/>
                <a:cs typeface="Calibri"/>
              </a:rPr>
              <a:t> </a:t>
            </a:r>
            <a:r>
              <a:rPr sz="1450" dirty="0">
                <a:solidFill>
                  <a:srgbClr val="0F469B"/>
                </a:solidFill>
                <a:latin typeface="+mj-lt"/>
                <a:cs typeface="Calibri"/>
              </a:rPr>
              <a:t>Definition</a:t>
            </a:r>
            <a:endParaRPr sz="1450">
              <a:latin typeface="+mj-lt"/>
              <a:cs typeface="Calibri"/>
            </a:endParaRPr>
          </a:p>
          <a:p>
            <a:pPr marL="241300" indent="-228600">
              <a:lnSpc>
                <a:spcPct val="100000"/>
              </a:lnSpc>
              <a:spcBef>
                <a:spcPts val="25"/>
              </a:spcBef>
              <a:buFont typeface="Arial MT"/>
              <a:buChar char="•"/>
              <a:tabLst>
                <a:tab pos="240665" algn="l"/>
                <a:tab pos="241300" algn="l"/>
              </a:tabLst>
            </a:pPr>
            <a:r>
              <a:rPr sz="1450" dirty="0">
                <a:solidFill>
                  <a:srgbClr val="0F469B"/>
                </a:solidFill>
                <a:latin typeface="+mj-lt"/>
                <a:cs typeface="Calibri"/>
              </a:rPr>
              <a:t>Characteristic</a:t>
            </a:r>
            <a:r>
              <a:rPr sz="1450" spc="-30" dirty="0">
                <a:solidFill>
                  <a:srgbClr val="0F469B"/>
                </a:solidFill>
                <a:latin typeface="+mj-lt"/>
                <a:cs typeface="Calibri"/>
              </a:rPr>
              <a:t> </a:t>
            </a:r>
            <a:r>
              <a:rPr sz="1450" dirty="0">
                <a:solidFill>
                  <a:srgbClr val="0F469B"/>
                </a:solidFill>
                <a:latin typeface="+mj-lt"/>
                <a:cs typeface="Calibri"/>
              </a:rPr>
              <a:t>Definition</a:t>
            </a:r>
            <a:endParaRPr sz="1450">
              <a:latin typeface="+mj-lt"/>
              <a:cs typeface="Calibri"/>
            </a:endParaRPr>
          </a:p>
          <a:p>
            <a:pPr marL="241300" indent="-228600">
              <a:lnSpc>
                <a:spcPct val="100000"/>
              </a:lnSpc>
              <a:spcBef>
                <a:spcPts val="20"/>
              </a:spcBef>
              <a:buFont typeface="Arial MT"/>
              <a:buChar char="•"/>
              <a:tabLst>
                <a:tab pos="240665" algn="l"/>
                <a:tab pos="241300" algn="l"/>
              </a:tabLst>
            </a:pPr>
            <a:r>
              <a:rPr sz="1450" dirty="0">
                <a:solidFill>
                  <a:srgbClr val="0F469B"/>
                </a:solidFill>
                <a:latin typeface="+mj-lt"/>
                <a:cs typeface="Calibri"/>
              </a:rPr>
              <a:t>Class</a:t>
            </a:r>
            <a:r>
              <a:rPr sz="1450" spc="-15" dirty="0">
                <a:solidFill>
                  <a:srgbClr val="0F469B"/>
                </a:solidFill>
                <a:latin typeface="+mj-lt"/>
                <a:cs typeface="Calibri"/>
              </a:rPr>
              <a:t> </a:t>
            </a:r>
            <a:r>
              <a:rPr sz="1450" dirty="0">
                <a:solidFill>
                  <a:srgbClr val="0F469B"/>
                </a:solidFill>
                <a:latin typeface="+mj-lt"/>
                <a:cs typeface="Calibri"/>
              </a:rPr>
              <a:t>Abbreviation</a:t>
            </a:r>
            <a:endParaRPr sz="1450">
              <a:latin typeface="+mj-lt"/>
              <a:cs typeface="Calibri"/>
            </a:endParaRPr>
          </a:p>
          <a:p>
            <a:pPr marL="241300" indent="-228600">
              <a:lnSpc>
                <a:spcPct val="100000"/>
              </a:lnSpc>
              <a:spcBef>
                <a:spcPts val="15"/>
              </a:spcBef>
              <a:buFont typeface="Arial MT"/>
              <a:buChar char="•"/>
              <a:tabLst>
                <a:tab pos="240665" algn="l"/>
                <a:tab pos="241300" algn="l"/>
              </a:tabLst>
            </a:pPr>
            <a:r>
              <a:rPr sz="1450" dirty="0">
                <a:solidFill>
                  <a:srgbClr val="0F469B"/>
                </a:solidFill>
                <a:latin typeface="+mj-lt"/>
                <a:cs typeface="Calibri"/>
              </a:rPr>
              <a:t>Characteristic</a:t>
            </a:r>
            <a:r>
              <a:rPr sz="1450" spc="-30" dirty="0">
                <a:solidFill>
                  <a:srgbClr val="0F469B"/>
                </a:solidFill>
                <a:latin typeface="+mj-lt"/>
                <a:cs typeface="Calibri"/>
              </a:rPr>
              <a:t> </a:t>
            </a:r>
            <a:r>
              <a:rPr sz="1450" dirty="0">
                <a:solidFill>
                  <a:srgbClr val="0F469B"/>
                </a:solidFill>
                <a:latin typeface="+mj-lt"/>
                <a:cs typeface="Calibri"/>
              </a:rPr>
              <a:t>Abbreviation</a:t>
            </a:r>
            <a:endParaRPr sz="1450">
              <a:latin typeface="+mj-lt"/>
              <a:cs typeface="Calibri"/>
            </a:endParaRPr>
          </a:p>
          <a:p>
            <a:pPr marL="241300" indent="-228600">
              <a:lnSpc>
                <a:spcPct val="100000"/>
              </a:lnSpc>
              <a:spcBef>
                <a:spcPts val="25"/>
              </a:spcBef>
              <a:buFont typeface="Arial MT"/>
              <a:buChar char="•"/>
              <a:tabLst>
                <a:tab pos="240665" algn="l"/>
                <a:tab pos="241300" algn="l"/>
              </a:tabLst>
            </a:pPr>
            <a:r>
              <a:rPr sz="1450" dirty="0">
                <a:solidFill>
                  <a:srgbClr val="0F469B"/>
                </a:solidFill>
                <a:latin typeface="+mj-lt"/>
                <a:cs typeface="Calibri"/>
              </a:rPr>
              <a:t>Description</a:t>
            </a:r>
            <a:r>
              <a:rPr sz="1450" spc="-5" dirty="0">
                <a:solidFill>
                  <a:srgbClr val="0F469B"/>
                </a:solidFill>
                <a:latin typeface="+mj-lt"/>
                <a:cs typeface="Calibri"/>
              </a:rPr>
              <a:t> </a:t>
            </a:r>
            <a:r>
              <a:rPr sz="1450" dirty="0">
                <a:solidFill>
                  <a:srgbClr val="0F469B"/>
                </a:solidFill>
                <a:latin typeface="+mj-lt"/>
                <a:cs typeface="Calibri"/>
              </a:rPr>
              <a:t>Generation</a:t>
            </a:r>
            <a:r>
              <a:rPr sz="1450" spc="-10" dirty="0">
                <a:solidFill>
                  <a:srgbClr val="0F469B"/>
                </a:solidFill>
                <a:latin typeface="+mj-lt"/>
                <a:cs typeface="Calibri"/>
              </a:rPr>
              <a:t> </a:t>
            </a:r>
            <a:r>
              <a:rPr sz="1450" spc="5" dirty="0">
                <a:solidFill>
                  <a:srgbClr val="0F469B"/>
                </a:solidFill>
                <a:latin typeface="+mj-lt"/>
                <a:cs typeface="Calibri"/>
              </a:rPr>
              <a:t>Rules</a:t>
            </a:r>
            <a:endParaRPr sz="1450">
              <a:latin typeface="+mj-lt"/>
              <a:cs typeface="Calibri"/>
            </a:endParaRPr>
          </a:p>
          <a:p>
            <a:pPr marL="241300" indent="-228600">
              <a:lnSpc>
                <a:spcPct val="100000"/>
              </a:lnSpc>
              <a:spcBef>
                <a:spcPts val="25"/>
              </a:spcBef>
              <a:buFont typeface="Arial MT"/>
              <a:buChar char="•"/>
              <a:tabLst>
                <a:tab pos="240665" algn="l"/>
                <a:tab pos="241300" algn="l"/>
              </a:tabLst>
            </a:pPr>
            <a:r>
              <a:rPr sz="1450" spc="-5" dirty="0">
                <a:solidFill>
                  <a:srgbClr val="0F469B"/>
                </a:solidFill>
                <a:latin typeface="+mj-lt"/>
                <a:cs typeface="Calibri"/>
              </a:rPr>
              <a:t>Standard</a:t>
            </a:r>
            <a:r>
              <a:rPr sz="1450" dirty="0">
                <a:solidFill>
                  <a:srgbClr val="0F469B"/>
                </a:solidFill>
                <a:latin typeface="+mj-lt"/>
                <a:cs typeface="Calibri"/>
              </a:rPr>
              <a:t> </a:t>
            </a:r>
            <a:r>
              <a:rPr sz="1450" spc="-15" dirty="0">
                <a:solidFill>
                  <a:srgbClr val="0F469B"/>
                </a:solidFill>
                <a:latin typeface="+mj-lt"/>
                <a:cs typeface="Calibri"/>
              </a:rPr>
              <a:t>Values</a:t>
            </a:r>
            <a:endParaRPr sz="1450">
              <a:latin typeface="+mj-lt"/>
              <a:cs typeface="Calibri"/>
            </a:endParaRPr>
          </a:p>
          <a:p>
            <a:pPr marL="241300" indent="-228600">
              <a:lnSpc>
                <a:spcPct val="100000"/>
              </a:lnSpc>
              <a:spcBef>
                <a:spcPts val="25"/>
              </a:spcBef>
              <a:buFont typeface="Arial MT"/>
              <a:buChar char="•"/>
              <a:tabLst>
                <a:tab pos="240665" algn="l"/>
                <a:tab pos="241300" algn="l"/>
              </a:tabLst>
            </a:pPr>
            <a:r>
              <a:rPr sz="1450" spc="-5" dirty="0">
                <a:solidFill>
                  <a:srgbClr val="0F469B"/>
                </a:solidFill>
                <a:latin typeface="+mj-lt"/>
                <a:cs typeface="Calibri"/>
              </a:rPr>
              <a:t>Standard</a:t>
            </a:r>
            <a:r>
              <a:rPr sz="1450" spc="5" dirty="0">
                <a:solidFill>
                  <a:srgbClr val="0F469B"/>
                </a:solidFill>
                <a:latin typeface="+mj-lt"/>
                <a:cs typeface="Calibri"/>
              </a:rPr>
              <a:t> </a:t>
            </a:r>
            <a:r>
              <a:rPr sz="1450" spc="-15" dirty="0">
                <a:solidFill>
                  <a:srgbClr val="0F469B"/>
                </a:solidFill>
                <a:latin typeface="+mj-lt"/>
                <a:cs typeface="Calibri"/>
              </a:rPr>
              <a:t>Value</a:t>
            </a:r>
            <a:r>
              <a:rPr sz="1450" spc="15" dirty="0">
                <a:solidFill>
                  <a:srgbClr val="0F469B"/>
                </a:solidFill>
                <a:latin typeface="+mj-lt"/>
                <a:cs typeface="Calibri"/>
              </a:rPr>
              <a:t> </a:t>
            </a:r>
            <a:r>
              <a:rPr sz="1450" dirty="0">
                <a:solidFill>
                  <a:srgbClr val="0F469B"/>
                </a:solidFill>
                <a:latin typeface="+mj-lt"/>
                <a:cs typeface="Calibri"/>
              </a:rPr>
              <a:t>Abbreviations</a:t>
            </a:r>
            <a:endParaRPr sz="1450">
              <a:latin typeface="+mj-lt"/>
              <a:cs typeface="Calibri"/>
            </a:endParaRPr>
          </a:p>
        </p:txBody>
      </p:sp>
      <p:sp>
        <p:nvSpPr>
          <p:cNvPr id="26" name="object 26"/>
          <p:cNvSpPr txBox="1"/>
          <p:nvPr/>
        </p:nvSpPr>
        <p:spPr>
          <a:xfrm>
            <a:off x="354279" y="3693667"/>
            <a:ext cx="1336675" cy="237244"/>
          </a:xfrm>
          <a:prstGeom prst="rect">
            <a:avLst/>
          </a:prstGeom>
        </p:spPr>
        <p:txBody>
          <a:bodyPr vert="horz" wrap="square" lIns="0" tIns="13970" rIns="0" bIns="0" rtlCol="0">
            <a:spAutoFit/>
          </a:bodyPr>
          <a:lstStyle/>
          <a:p>
            <a:pPr marL="12700">
              <a:lnSpc>
                <a:spcPct val="100000"/>
              </a:lnSpc>
              <a:spcBef>
                <a:spcPts val="110"/>
              </a:spcBef>
            </a:pPr>
            <a:r>
              <a:rPr sz="1450" u="sng" dirty="0">
                <a:solidFill>
                  <a:srgbClr val="0F469B"/>
                </a:solidFill>
                <a:uFill>
                  <a:solidFill>
                    <a:srgbClr val="0F469B"/>
                  </a:solidFill>
                </a:uFill>
                <a:latin typeface="+mj-lt"/>
                <a:cs typeface="Calibri"/>
              </a:rPr>
              <a:t>Business</a:t>
            </a:r>
            <a:r>
              <a:rPr sz="1450" u="sng" spc="-30" dirty="0">
                <a:solidFill>
                  <a:srgbClr val="0F469B"/>
                </a:solidFill>
                <a:uFill>
                  <a:solidFill>
                    <a:srgbClr val="0F469B"/>
                  </a:solidFill>
                </a:uFill>
                <a:latin typeface="+mj-lt"/>
                <a:cs typeface="Calibri"/>
              </a:rPr>
              <a:t> </a:t>
            </a:r>
            <a:r>
              <a:rPr sz="1450" u="sng" dirty="0">
                <a:solidFill>
                  <a:srgbClr val="0F469B"/>
                </a:solidFill>
                <a:uFill>
                  <a:solidFill>
                    <a:srgbClr val="0F469B"/>
                  </a:solidFill>
                </a:uFill>
                <a:latin typeface="+mj-lt"/>
                <a:cs typeface="Calibri"/>
              </a:rPr>
              <a:t>Benefits</a:t>
            </a:r>
            <a:endParaRPr sz="1450">
              <a:latin typeface="+mj-lt"/>
              <a:cs typeface="Calibri"/>
            </a:endParaRPr>
          </a:p>
        </p:txBody>
      </p:sp>
      <p:sp>
        <p:nvSpPr>
          <p:cNvPr id="27" name="object 27"/>
          <p:cNvSpPr txBox="1"/>
          <p:nvPr/>
        </p:nvSpPr>
        <p:spPr>
          <a:xfrm>
            <a:off x="354279" y="3917695"/>
            <a:ext cx="3782695" cy="2038350"/>
          </a:xfrm>
          <a:prstGeom prst="rect">
            <a:avLst/>
          </a:prstGeom>
        </p:spPr>
        <p:txBody>
          <a:bodyPr vert="horz" wrap="square" lIns="0" tIns="13970" rIns="0" bIns="0" rtlCol="0">
            <a:spAutoFit/>
          </a:bodyPr>
          <a:lstStyle/>
          <a:p>
            <a:pPr marL="184785" indent="-172720">
              <a:lnSpc>
                <a:spcPct val="100000"/>
              </a:lnSpc>
              <a:spcBef>
                <a:spcPts val="110"/>
              </a:spcBef>
              <a:buFont typeface="Arial MT"/>
              <a:buChar char="•"/>
              <a:tabLst>
                <a:tab pos="185420" algn="l"/>
              </a:tabLst>
            </a:pPr>
            <a:r>
              <a:rPr sz="1450" spc="-5" dirty="0">
                <a:solidFill>
                  <a:srgbClr val="0F469B"/>
                </a:solidFill>
                <a:latin typeface="+mj-lt"/>
                <a:cs typeface="Calibri"/>
              </a:rPr>
              <a:t>Uniformity</a:t>
            </a:r>
            <a:r>
              <a:rPr sz="1450" spc="35" dirty="0">
                <a:solidFill>
                  <a:srgbClr val="0F469B"/>
                </a:solidFill>
                <a:latin typeface="+mj-lt"/>
                <a:cs typeface="Calibri"/>
              </a:rPr>
              <a:t> </a:t>
            </a:r>
            <a:r>
              <a:rPr sz="1450" spc="5" dirty="0">
                <a:solidFill>
                  <a:srgbClr val="0F469B"/>
                </a:solidFill>
                <a:latin typeface="+mj-lt"/>
                <a:cs typeface="Calibri"/>
              </a:rPr>
              <a:t>in</a:t>
            </a:r>
            <a:r>
              <a:rPr sz="1450" spc="10" dirty="0">
                <a:solidFill>
                  <a:srgbClr val="0F469B"/>
                </a:solidFill>
                <a:latin typeface="+mj-lt"/>
                <a:cs typeface="Calibri"/>
              </a:rPr>
              <a:t> </a:t>
            </a:r>
            <a:r>
              <a:rPr sz="1450" dirty="0">
                <a:solidFill>
                  <a:srgbClr val="0F469B"/>
                </a:solidFill>
                <a:latin typeface="+mj-lt"/>
                <a:cs typeface="Calibri"/>
              </a:rPr>
              <a:t>Business</a:t>
            </a:r>
            <a:r>
              <a:rPr sz="1450" spc="15" dirty="0">
                <a:solidFill>
                  <a:srgbClr val="0F469B"/>
                </a:solidFill>
                <a:latin typeface="+mj-lt"/>
                <a:cs typeface="Calibri"/>
              </a:rPr>
              <a:t> </a:t>
            </a:r>
            <a:r>
              <a:rPr sz="1450" dirty="0">
                <a:solidFill>
                  <a:srgbClr val="0F469B"/>
                </a:solidFill>
                <a:latin typeface="+mj-lt"/>
                <a:cs typeface="Calibri"/>
              </a:rPr>
              <a:t>Communication</a:t>
            </a:r>
            <a:endParaRPr sz="1450">
              <a:latin typeface="+mj-lt"/>
              <a:cs typeface="Calibri"/>
            </a:endParaRPr>
          </a:p>
          <a:p>
            <a:pPr marL="184785" indent="-172720">
              <a:lnSpc>
                <a:spcPct val="100000"/>
              </a:lnSpc>
              <a:spcBef>
                <a:spcPts val="25"/>
              </a:spcBef>
              <a:buFont typeface="Arial MT"/>
              <a:buChar char="•"/>
              <a:tabLst>
                <a:tab pos="185420" algn="l"/>
              </a:tabLst>
            </a:pPr>
            <a:r>
              <a:rPr sz="1450" spc="-5" dirty="0">
                <a:solidFill>
                  <a:srgbClr val="0F469B"/>
                </a:solidFill>
                <a:latin typeface="+mj-lt"/>
                <a:cs typeface="Calibri"/>
              </a:rPr>
              <a:t>Accurate </a:t>
            </a:r>
            <a:r>
              <a:rPr sz="1450" spc="5" dirty="0">
                <a:solidFill>
                  <a:srgbClr val="0F469B"/>
                </a:solidFill>
                <a:latin typeface="+mj-lt"/>
                <a:cs typeface="Calibri"/>
              </a:rPr>
              <a:t>&amp;</a:t>
            </a:r>
            <a:r>
              <a:rPr sz="1450" spc="-5" dirty="0">
                <a:solidFill>
                  <a:srgbClr val="0F469B"/>
                </a:solidFill>
                <a:latin typeface="+mj-lt"/>
                <a:cs typeface="Calibri"/>
              </a:rPr>
              <a:t> </a:t>
            </a:r>
            <a:r>
              <a:rPr sz="1450" dirty="0">
                <a:solidFill>
                  <a:srgbClr val="0F469B"/>
                </a:solidFill>
                <a:latin typeface="+mj-lt"/>
                <a:cs typeface="Calibri"/>
              </a:rPr>
              <a:t>Cost</a:t>
            </a:r>
            <a:r>
              <a:rPr sz="1450" spc="15" dirty="0">
                <a:solidFill>
                  <a:srgbClr val="0F469B"/>
                </a:solidFill>
                <a:latin typeface="+mj-lt"/>
                <a:cs typeface="Calibri"/>
              </a:rPr>
              <a:t> </a:t>
            </a:r>
            <a:r>
              <a:rPr sz="1450" spc="-10" dirty="0">
                <a:solidFill>
                  <a:srgbClr val="0F469B"/>
                </a:solidFill>
                <a:latin typeface="+mj-lt"/>
                <a:cs typeface="Calibri"/>
              </a:rPr>
              <a:t>Effective</a:t>
            </a:r>
            <a:r>
              <a:rPr sz="1450" spc="-5" dirty="0">
                <a:solidFill>
                  <a:srgbClr val="0F469B"/>
                </a:solidFill>
                <a:latin typeface="+mj-lt"/>
                <a:cs typeface="Calibri"/>
              </a:rPr>
              <a:t> </a:t>
            </a:r>
            <a:r>
              <a:rPr sz="1450" dirty="0">
                <a:solidFill>
                  <a:srgbClr val="0F469B"/>
                </a:solidFill>
                <a:latin typeface="+mj-lt"/>
                <a:cs typeface="Calibri"/>
              </a:rPr>
              <a:t>Sourcing</a:t>
            </a:r>
            <a:endParaRPr sz="1450">
              <a:latin typeface="+mj-lt"/>
              <a:cs typeface="Calibri"/>
            </a:endParaRPr>
          </a:p>
          <a:p>
            <a:pPr marL="184785" indent="-172720">
              <a:lnSpc>
                <a:spcPct val="100000"/>
              </a:lnSpc>
              <a:spcBef>
                <a:spcPts val="25"/>
              </a:spcBef>
              <a:buFont typeface="Arial MT"/>
              <a:buChar char="•"/>
              <a:tabLst>
                <a:tab pos="185420" algn="l"/>
              </a:tabLst>
            </a:pPr>
            <a:r>
              <a:rPr sz="1450" dirty="0">
                <a:solidFill>
                  <a:srgbClr val="0F469B"/>
                </a:solidFill>
                <a:latin typeface="+mj-lt"/>
                <a:cs typeface="Calibri"/>
              </a:rPr>
              <a:t>Unambiguous</a:t>
            </a:r>
            <a:r>
              <a:rPr sz="1450" spc="45" dirty="0">
                <a:solidFill>
                  <a:srgbClr val="0F469B"/>
                </a:solidFill>
                <a:latin typeface="+mj-lt"/>
                <a:cs typeface="Calibri"/>
              </a:rPr>
              <a:t> </a:t>
            </a:r>
            <a:r>
              <a:rPr sz="1450" dirty="0">
                <a:solidFill>
                  <a:srgbClr val="0F469B"/>
                </a:solidFill>
                <a:latin typeface="+mj-lt"/>
                <a:cs typeface="Calibri"/>
              </a:rPr>
              <a:t>Identification</a:t>
            </a:r>
            <a:endParaRPr sz="1450">
              <a:latin typeface="+mj-lt"/>
              <a:cs typeface="Calibri"/>
            </a:endParaRPr>
          </a:p>
          <a:p>
            <a:pPr marL="184785" indent="-172720">
              <a:lnSpc>
                <a:spcPct val="100000"/>
              </a:lnSpc>
              <a:spcBef>
                <a:spcPts val="15"/>
              </a:spcBef>
              <a:buFont typeface="Arial MT"/>
              <a:buChar char="•"/>
              <a:tabLst>
                <a:tab pos="185420" algn="l"/>
              </a:tabLst>
            </a:pPr>
            <a:r>
              <a:rPr sz="1450" dirty="0">
                <a:solidFill>
                  <a:srgbClr val="0F469B"/>
                </a:solidFill>
                <a:latin typeface="+mj-lt"/>
                <a:cs typeface="Calibri"/>
              </a:rPr>
              <a:t>Consistent Sales</a:t>
            </a:r>
            <a:r>
              <a:rPr sz="1450" spc="10" dirty="0">
                <a:solidFill>
                  <a:srgbClr val="0F469B"/>
                </a:solidFill>
                <a:latin typeface="+mj-lt"/>
                <a:cs typeface="Calibri"/>
              </a:rPr>
              <a:t> </a:t>
            </a:r>
            <a:r>
              <a:rPr sz="1450" spc="5" dirty="0">
                <a:solidFill>
                  <a:srgbClr val="0F469B"/>
                </a:solidFill>
                <a:latin typeface="+mj-lt"/>
                <a:cs typeface="Calibri"/>
              </a:rPr>
              <a:t>&amp;</a:t>
            </a:r>
            <a:r>
              <a:rPr sz="1450" spc="15" dirty="0">
                <a:solidFill>
                  <a:srgbClr val="0F469B"/>
                </a:solidFill>
                <a:latin typeface="+mj-lt"/>
                <a:cs typeface="Calibri"/>
              </a:rPr>
              <a:t> </a:t>
            </a:r>
            <a:r>
              <a:rPr sz="1450" dirty="0">
                <a:solidFill>
                  <a:srgbClr val="0F469B"/>
                </a:solidFill>
                <a:latin typeface="+mj-lt"/>
                <a:cs typeface="Calibri"/>
              </a:rPr>
              <a:t>Purchase</a:t>
            </a:r>
            <a:r>
              <a:rPr sz="1450" spc="20" dirty="0">
                <a:solidFill>
                  <a:srgbClr val="0F469B"/>
                </a:solidFill>
                <a:latin typeface="+mj-lt"/>
                <a:cs typeface="Calibri"/>
              </a:rPr>
              <a:t> </a:t>
            </a:r>
            <a:r>
              <a:rPr sz="1450" spc="-5" dirty="0">
                <a:solidFill>
                  <a:srgbClr val="0F469B"/>
                </a:solidFill>
                <a:latin typeface="+mj-lt"/>
                <a:cs typeface="Calibri"/>
              </a:rPr>
              <a:t>Order</a:t>
            </a:r>
            <a:r>
              <a:rPr sz="1450" spc="20" dirty="0">
                <a:solidFill>
                  <a:srgbClr val="0F469B"/>
                </a:solidFill>
                <a:latin typeface="+mj-lt"/>
                <a:cs typeface="Calibri"/>
              </a:rPr>
              <a:t> </a:t>
            </a:r>
            <a:r>
              <a:rPr sz="1450" dirty="0">
                <a:solidFill>
                  <a:srgbClr val="0F469B"/>
                </a:solidFill>
                <a:latin typeface="+mj-lt"/>
                <a:cs typeface="Calibri"/>
              </a:rPr>
              <a:t>Descriptions</a:t>
            </a:r>
            <a:endParaRPr sz="1450">
              <a:latin typeface="+mj-lt"/>
              <a:cs typeface="Calibri"/>
            </a:endParaRPr>
          </a:p>
          <a:p>
            <a:pPr marL="184785" indent="-172720">
              <a:lnSpc>
                <a:spcPct val="100000"/>
              </a:lnSpc>
              <a:spcBef>
                <a:spcPts val="20"/>
              </a:spcBef>
              <a:buFont typeface="Arial MT"/>
              <a:buChar char="•"/>
              <a:tabLst>
                <a:tab pos="185420" algn="l"/>
              </a:tabLst>
            </a:pPr>
            <a:r>
              <a:rPr sz="1450" spc="-5" dirty="0">
                <a:solidFill>
                  <a:srgbClr val="0F469B"/>
                </a:solidFill>
                <a:latin typeface="+mj-lt"/>
                <a:cs typeface="Calibri"/>
              </a:rPr>
              <a:t>Potential</a:t>
            </a:r>
            <a:r>
              <a:rPr sz="1450" dirty="0">
                <a:solidFill>
                  <a:srgbClr val="0F469B"/>
                </a:solidFill>
                <a:latin typeface="+mj-lt"/>
                <a:cs typeface="Calibri"/>
              </a:rPr>
              <a:t> </a:t>
            </a:r>
            <a:r>
              <a:rPr sz="1450" spc="-5" dirty="0">
                <a:solidFill>
                  <a:srgbClr val="0F469B"/>
                </a:solidFill>
                <a:latin typeface="+mj-lt"/>
                <a:cs typeface="Calibri"/>
              </a:rPr>
              <a:t>Duplicate</a:t>
            </a:r>
            <a:r>
              <a:rPr sz="1450" spc="20" dirty="0">
                <a:solidFill>
                  <a:srgbClr val="0F469B"/>
                </a:solidFill>
                <a:latin typeface="+mj-lt"/>
                <a:cs typeface="Calibri"/>
              </a:rPr>
              <a:t> </a:t>
            </a:r>
            <a:r>
              <a:rPr sz="1450" dirty="0">
                <a:solidFill>
                  <a:srgbClr val="0F469B"/>
                </a:solidFill>
                <a:latin typeface="+mj-lt"/>
                <a:cs typeface="Calibri"/>
              </a:rPr>
              <a:t>Identification</a:t>
            </a:r>
            <a:endParaRPr sz="1450">
              <a:latin typeface="+mj-lt"/>
              <a:cs typeface="Calibri"/>
            </a:endParaRPr>
          </a:p>
          <a:p>
            <a:pPr marL="184785" indent="-172720">
              <a:lnSpc>
                <a:spcPct val="100000"/>
              </a:lnSpc>
              <a:spcBef>
                <a:spcPts val="30"/>
              </a:spcBef>
              <a:buFont typeface="Arial MT"/>
              <a:buChar char="•"/>
              <a:tabLst>
                <a:tab pos="185420" algn="l"/>
              </a:tabLst>
            </a:pPr>
            <a:r>
              <a:rPr sz="1450" dirty="0">
                <a:solidFill>
                  <a:srgbClr val="0F469B"/>
                </a:solidFill>
                <a:latin typeface="+mj-lt"/>
                <a:cs typeface="Calibri"/>
              </a:rPr>
              <a:t>Visibility of</a:t>
            </a:r>
            <a:r>
              <a:rPr sz="1450" spc="-15" dirty="0">
                <a:solidFill>
                  <a:srgbClr val="0F469B"/>
                </a:solidFill>
                <a:latin typeface="+mj-lt"/>
                <a:cs typeface="Calibri"/>
              </a:rPr>
              <a:t> </a:t>
            </a:r>
            <a:r>
              <a:rPr sz="1450" dirty="0">
                <a:solidFill>
                  <a:srgbClr val="0F469B"/>
                </a:solidFill>
                <a:latin typeface="+mj-lt"/>
                <a:cs typeface="Calibri"/>
              </a:rPr>
              <a:t>Spend</a:t>
            </a:r>
            <a:endParaRPr sz="1450">
              <a:latin typeface="+mj-lt"/>
              <a:cs typeface="Calibri"/>
            </a:endParaRPr>
          </a:p>
          <a:p>
            <a:pPr marL="184785" marR="847090" indent="-172720">
              <a:lnSpc>
                <a:spcPts val="1760"/>
              </a:lnSpc>
              <a:spcBef>
                <a:spcPts val="50"/>
              </a:spcBef>
              <a:buFont typeface="Arial MT"/>
              <a:buChar char="•"/>
              <a:tabLst>
                <a:tab pos="185420" algn="l"/>
              </a:tabLst>
            </a:pPr>
            <a:r>
              <a:rPr sz="1450" spc="-5" dirty="0">
                <a:solidFill>
                  <a:srgbClr val="0F469B"/>
                </a:solidFill>
                <a:latin typeface="+mj-lt"/>
                <a:cs typeface="Calibri"/>
              </a:rPr>
              <a:t>Optimized</a:t>
            </a:r>
            <a:r>
              <a:rPr sz="1450" spc="30" dirty="0">
                <a:solidFill>
                  <a:srgbClr val="0F469B"/>
                </a:solidFill>
                <a:latin typeface="+mj-lt"/>
                <a:cs typeface="Calibri"/>
              </a:rPr>
              <a:t> </a:t>
            </a:r>
            <a:r>
              <a:rPr sz="1450" spc="-5" dirty="0">
                <a:solidFill>
                  <a:srgbClr val="0F469B"/>
                </a:solidFill>
                <a:latin typeface="+mj-lt"/>
                <a:cs typeface="Calibri"/>
              </a:rPr>
              <a:t>Inventory</a:t>
            </a:r>
            <a:r>
              <a:rPr sz="1450" spc="15" dirty="0">
                <a:solidFill>
                  <a:srgbClr val="0F469B"/>
                </a:solidFill>
                <a:latin typeface="+mj-lt"/>
                <a:cs typeface="Calibri"/>
              </a:rPr>
              <a:t> </a:t>
            </a:r>
            <a:r>
              <a:rPr sz="1450" spc="5" dirty="0">
                <a:solidFill>
                  <a:srgbClr val="0F469B"/>
                </a:solidFill>
                <a:latin typeface="+mj-lt"/>
                <a:cs typeface="Calibri"/>
              </a:rPr>
              <a:t>&amp; </a:t>
            </a:r>
            <a:r>
              <a:rPr sz="1450" dirty="0">
                <a:solidFill>
                  <a:srgbClr val="0F469B"/>
                </a:solidFill>
                <a:latin typeface="+mj-lt"/>
                <a:cs typeface="Calibri"/>
              </a:rPr>
              <a:t>Supply-Chain </a:t>
            </a:r>
            <a:r>
              <a:rPr sz="1450" spc="-315" dirty="0">
                <a:solidFill>
                  <a:srgbClr val="0F469B"/>
                </a:solidFill>
                <a:latin typeface="+mj-lt"/>
                <a:cs typeface="Calibri"/>
              </a:rPr>
              <a:t> </a:t>
            </a:r>
            <a:r>
              <a:rPr sz="1450" dirty="0">
                <a:solidFill>
                  <a:srgbClr val="0F469B"/>
                </a:solidFill>
                <a:latin typeface="+mj-lt"/>
                <a:cs typeface="Calibri"/>
              </a:rPr>
              <a:t>Management</a:t>
            </a:r>
            <a:endParaRPr sz="1450">
              <a:latin typeface="+mj-lt"/>
              <a:cs typeface="Calibri"/>
            </a:endParaRPr>
          </a:p>
          <a:p>
            <a:pPr marL="184785" indent="-172720">
              <a:lnSpc>
                <a:spcPts val="1705"/>
              </a:lnSpc>
              <a:buFont typeface="Arial MT"/>
              <a:buChar char="•"/>
              <a:tabLst>
                <a:tab pos="185420" algn="l"/>
              </a:tabLst>
            </a:pPr>
            <a:r>
              <a:rPr sz="1450" spc="-5" dirty="0">
                <a:solidFill>
                  <a:srgbClr val="0F469B"/>
                </a:solidFill>
                <a:latin typeface="+mj-lt"/>
                <a:cs typeface="Calibri"/>
              </a:rPr>
              <a:t>Standardized </a:t>
            </a:r>
            <a:r>
              <a:rPr sz="1450" dirty="0">
                <a:solidFill>
                  <a:srgbClr val="0F469B"/>
                </a:solidFill>
                <a:latin typeface="+mj-lt"/>
                <a:cs typeface="Calibri"/>
              </a:rPr>
              <a:t>processes</a:t>
            </a:r>
            <a:endParaRPr sz="1450">
              <a:latin typeface="+mj-lt"/>
              <a:cs typeface="Calibri"/>
            </a:endParaRPr>
          </a:p>
        </p:txBody>
      </p:sp>
      <p:sp>
        <p:nvSpPr>
          <p:cNvPr id="28" name="object 28"/>
          <p:cNvSpPr txBox="1"/>
          <p:nvPr/>
        </p:nvSpPr>
        <p:spPr>
          <a:xfrm>
            <a:off x="341477" y="6567017"/>
            <a:ext cx="54546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mj-lt"/>
                <a:cs typeface="Arial MT"/>
              </a:rPr>
              <a:t>PiLog</a:t>
            </a:r>
            <a:endParaRPr sz="1600" dirty="0">
              <a:latin typeface="+mj-lt"/>
              <a:cs typeface="Arial MT"/>
            </a:endParaRPr>
          </a:p>
        </p:txBody>
      </p:sp>
      <p:sp>
        <p:nvSpPr>
          <p:cNvPr id="29" name="object 29"/>
          <p:cNvSpPr txBox="1"/>
          <p:nvPr/>
        </p:nvSpPr>
        <p:spPr>
          <a:xfrm>
            <a:off x="11916536" y="6587743"/>
            <a:ext cx="229870" cy="258404"/>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mj-lt"/>
                <a:cs typeface="Calibri"/>
              </a:rPr>
              <a:t>18</a:t>
            </a:r>
            <a:endParaRPr sz="1600">
              <a:latin typeface="+mj-lt"/>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6054852"/>
            <a:ext cx="5386070" cy="803275"/>
          </a:xfrm>
          <a:custGeom>
            <a:avLst/>
            <a:gdLst/>
            <a:ahLst/>
            <a:cxnLst/>
            <a:rect l="l" t="t" r="r" b="b"/>
            <a:pathLst>
              <a:path w="5386070" h="803275">
                <a:moveTo>
                  <a:pt x="5385816" y="803148"/>
                </a:moveTo>
                <a:lnTo>
                  <a:pt x="1916557" y="492937"/>
                </a:lnTo>
                <a:lnTo>
                  <a:pt x="0" y="0"/>
                </a:lnTo>
                <a:lnTo>
                  <a:pt x="0" y="321564"/>
                </a:lnTo>
                <a:lnTo>
                  <a:pt x="0" y="803148"/>
                </a:lnTo>
                <a:lnTo>
                  <a:pt x="3122676" y="803148"/>
                </a:lnTo>
                <a:lnTo>
                  <a:pt x="5385816" y="803148"/>
                </a:lnTo>
                <a:close/>
              </a:path>
            </a:pathLst>
          </a:custGeom>
          <a:solidFill>
            <a:srgbClr val="0F469B">
              <a:alpha val="72155"/>
            </a:srgbClr>
          </a:solidFill>
        </p:spPr>
        <p:txBody>
          <a:bodyPr wrap="square" lIns="0" tIns="0" rIns="0" bIns="0" rtlCol="0"/>
          <a:lstStyle/>
          <a:p>
            <a:endParaRPr/>
          </a:p>
        </p:txBody>
      </p:sp>
      <p:grpSp>
        <p:nvGrpSpPr>
          <p:cNvPr id="3" name="object 3"/>
          <p:cNvGrpSpPr/>
          <p:nvPr/>
        </p:nvGrpSpPr>
        <p:grpSpPr>
          <a:xfrm>
            <a:off x="242315" y="728726"/>
            <a:ext cx="11720830" cy="217804"/>
            <a:chOff x="242315" y="728726"/>
            <a:chExt cx="11720830" cy="217804"/>
          </a:xfrm>
        </p:grpSpPr>
        <p:pic>
          <p:nvPicPr>
            <p:cNvPr id="4" name="object 4"/>
            <p:cNvPicPr/>
            <p:nvPr/>
          </p:nvPicPr>
          <p:blipFill>
            <a:blip r:embed="rId2" cstate="print"/>
            <a:stretch>
              <a:fillRect/>
            </a:stretch>
          </p:blipFill>
          <p:spPr>
            <a:xfrm>
              <a:off x="11767058" y="728726"/>
              <a:ext cx="196088" cy="217424"/>
            </a:xfrm>
            <a:prstGeom prst="rect">
              <a:avLst/>
            </a:prstGeom>
          </p:spPr>
        </p:pic>
        <p:sp>
          <p:nvSpPr>
            <p:cNvPr id="5" name="object 5"/>
            <p:cNvSpPr/>
            <p:nvPr/>
          </p:nvSpPr>
          <p:spPr>
            <a:xfrm>
              <a:off x="242315" y="839724"/>
              <a:ext cx="11537315" cy="0"/>
            </a:xfrm>
            <a:custGeom>
              <a:avLst/>
              <a:gdLst/>
              <a:ahLst/>
              <a:cxnLst/>
              <a:rect l="l" t="t" r="r" b="b"/>
              <a:pathLst>
                <a:path w="11537315">
                  <a:moveTo>
                    <a:pt x="0" y="0"/>
                  </a:moveTo>
                  <a:lnTo>
                    <a:pt x="11537188" y="0"/>
                  </a:lnTo>
                </a:path>
              </a:pathLst>
            </a:custGeom>
            <a:ln w="6350">
              <a:solidFill>
                <a:srgbClr val="0F469B"/>
              </a:solidFill>
            </a:ln>
          </p:spPr>
          <p:txBody>
            <a:bodyPr wrap="square" lIns="0" tIns="0" rIns="0" bIns="0" rtlCol="0"/>
            <a:lstStyle/>
            <a:p>
              <a:endParaRPr/>
            </a:p>
          </p:txBody>
        </p:sp>
      </p:grpSp>
      <p:pic>
        <p:nvPicPr>
          <p:cNvPr id="6" name="object 6"/>
          <p:cNvPicPr/>
          <p:nvPr/>
        </p:nvPicPr>
        <p:blipFill>
          <a:blip r:embed="rId3" cstate="print"/>
          <a:stretch>
            <a:fillRect/>
          </a:stretch>
        </p:blipFill>
        <p:spPr>
          <a:xfrm>
            <a:off x="79247" y="6624826"/>
            <a:ext cx="196595" cy="198118"/>
          </a:xfrm>
          <a:prstGeom prst="rect">
            <a:avLst/>
          </a:prstGeom>
        </p:spPr>
      </p:pic>
      <p:sp>
        <p:nvSpPr>
          <p:cNvPr id="7" name="object 7"/>
          <p:cNvSpPr txBox="1">
            <a:spLocks noGrp="1"/>
          </p:cNvSpPr>
          <p:nvPr>
            <p:ph type="title"/>
          </p:nvPr>
        </p:nvSpPr>
        <p:spPr>
          <a:xfrm>
            <a:off x="297891" y="217678"/>
            <a:ext cx="7581900" cy="391160"/>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F469B"/>
                </a:solidFill>
                <a:latin typeface="+mj-lt"/>
              </a:rPr>
              <a:t>PPO</a:t>
            </a:r>
            <a:r>
              <a:rPr sz="2400" spc="-5" dirty="0">
                <a:solidFill>
                  <a:srgbClr val="0F469B"/>
                </a:solidFill>
                <a:latin typeface="+mj-lt"/>
              </a:rPr>
              <a:t> </a:t>
            </a:r>
            <a:r>
              <a:rPr sz="2400" dirty="0">
                <a:solidFill>
                  <a:srgbClr val="0F469B"/>
                </a:solidFill>
                <a:latin typeface="+mj-lt"/>
              </a:rPr>
              <a:t>(PiLog</a:t>
            </a:r>
            <a:r>
              <a:rPr sz="2400" spc="-10" dirty="0">
                <a:solidFill>
                  <a:srgbClr val="0F469B"/>
                </a:solidFill>
                <a:latin typeface="+mj-lt"/>
              </a:rPr>
              <a:t> </a:t>
            </a:r>
            <a:r>
              <a:rPr sz="2400" spc="-15" dirty="0">
                <a:solidFill>
                  <a:srgbClr val="0F469B"/>
                </a:solidFill>
                <a:latin typeface="+mj-lt"/>
              </a:rPr>
              <a:t>Preferred</a:t>
            </a:r>
            <a:r>
              <a:rPr sz="2400" spc="-20" dirty="0">
                <a:solidFill>
                  <a:srgbClr val="0F469B"/>
                </a:solidFill>
                <a:latin typeface="+mj-lt"/>
              </a:rPr>
              <a:t> </a:t>
            </a:r>
            <a:r>
              <a:rPr sz="2400" spc="-10" dirty="0">
                <a:solidFill>
                  <a:srgbClr val="0F469B"/>
                </a:solidFill>
                <a:latin typeface="+mj-lt"/>
              </a:rPr>
              <a:t>Ontology)</a:t>
            </a:r>
            <a:r>
              <a:rPr sz="2400" spc="-5" dirty="0">
                <a:solidFill>
                  <a:srgbClr val="0F469B"/>
                </a:solidFill>
                <a:latin typeface="+mj-lt"/>
              </a:rPr>
              <a:t> </a:t>
            </a:r>
            <a:r>
              <a:rPr sz="2400" spc="-10" dirty="0">
                <a:solidFill>
                  <a:srgbClr val="0F469B"/>
                </a:solidFill>
                <a:latin typeface="+mj-lt"/>
              </a:rPr>
              <a:t>Examples…</a:t>
            </a:r>
            <a:r>
              <a:rPr sz="2400" spc="-5" dirty="0">
                <a:solidFill>
                  <a:srgbClr val="0F469B"/>
                </a:solidFill>
                <a:latin typeface="+mj-lt"/>
              </a:rPr>
              <a:t> </a:t>
            </a:r>
            <a:r>
              <a:rPr sz="2400" dirty="0">
                <a:solidFill>
                  <a:srgbClr val="0F469B"/>
                </a:solidFill>
                <a:latin typeface="+mj-lt"/>
              </a:rPr>
              <a:t>(Noun,</a:t>
            </a:r>
            <a:r>
              <a:rPr sz="2400" spc="-15" dirty="0">
                <a:solidFill>
                  <a:srgbClr val="0F469B"/>
                </a:solidFill>
                <a:latin typeface="+mj-lt"/>
              </a:rPr>
              <a:t> </a:t>
            </a:r>
            <a:r>
              <a:rPr sz="2400" spc="-10" dirty="0">
                <a:solidFill>
                  <a:srgbClr val="0F469B"/>
                </a:solidFill>
                <a:latin typeface="+mj-lt"/>
              </a:rPr>
              <a:t>Modifer)</a:t>
            </a:r>
            <a:endParaRPr sz="2400" dirty="0">
              <a:latin typeface="+mj-lt"/>
            </a:endParaRPr>
          </a:p>
        </p:txBody>
      </p:sp>
      <p:graphicFrame>
        <p:nvGraphicFramePr>
          <p:cNvPr id="8" name="object 8"/>
          <p:cNvGraphicFramePr>
            <a:graphicFrameLocks noGrp="1"/>
          </p:cNvGraphicFramePr>
          <p:nvPr>
            <p:extLst>
              <p:ext uri="{D42A27DB-BD31-4B8C-83A1-F6EECF244321}">
                <p14:modId xmlns:p14="http://schemas.microsoft.com/office/powerpoint/2010/main" val="4259446614"/>
              </p:ext>
            </p:extLst>
          </p:nvPr>
        </p:nvGraphicFramePr>
        <p:xfrm>
          <a:off x="256717" y="2102611"/>
          <a:ext cx="2257883" cy="3921692"/>
        </p:xfrm>
        <a:graphic>
          <a:graphicData uri="http://schemas.openxmlformats.org/drawingml/2006/table">
            <a:tbl>
              <a:tblPr firstRow="1" bandRow="1">
                <a:tableStyleId>{2D5ABB26-0587-4C30-8999-92F81FD0307C}</a:tableStyleId>
              </a:tblPr>
              <a:tblGrid>
                <a:gridCol w="1096010">
                  <a:extLst>
                    <a:ext uri="{9D8B030D-6E8A-4147-A177-3AD203B41FA5}">
                      <a16:colId xmlns:a16="http://schemas.microsoft.com/office/drawing/2014/main" val="20000"/>
                    </a:ext>
                  </a:extLst>
                </a:gridCol>
                <a:gridCol w="1161873">
                  <a:extLst>
                    <a:ext uri="{9D8B030D-6E8A-4147-A177-3AD203B41FA5}">
                      <a16:colId xmlns:a16="http://schemas.microsoft.com/office/drawing/2014/main" val="20001"/>
                    </a:ext>
                  </a:extLst>
                </a:gridCol>
              </a:tblGrid>
              <a:tr h="416560">
                <a:tc>
                  <a:txBody>
                    <a:bodyPr/>
                    <a:lstStyle/>
                    <a:p>
                      <a:pPr marL="10160" marR="451484">
                        <a:lnSpc>
                          <a:spcPct val="100000"/>
                        </a:lnSpc>
                        <a:spcBef>
                          <a:spcPts val="45"/>
                        </a:spcBef>
                      </a:pPr>
                      <a:r>
                        <a:rPr sz="1300" dirty="0">
                          <a:solidFill>
                            <a:srgbClr val="001F5F"/>
                          </a:solidFill>
                          <a:latin typeface="Calibri"/>
                          <a:cs typeface="Calibri"/>
                        </a:rPr>
                        <a:t>C</a:t>
                      </a:r>
                      <a:r>
                        <a:rPr sz="1300" spc="-10" dirty="0">
                          <a:solidFill>
                            <a:srgbClr val="001F5F"/>
                          </a:solidFill>
                          <a:latin typeface="Calibri"/>
                          <a:cs typeface="Calibri"/>
                        </a:rPr>
                        <a:t>SA</a:t>
                      </a:r>
                      <a:r>
                        <a:rPr sz="1300" spc="-95" dirty="0">
                          <a:solidFill>
                            <a:srgbClr val="001F5F"/>
                          </a:solidFill>
                          <a:latin typeface="Calibri"/>
                          <a:cs typeface="Calibri"/>
                        </a:rPr>
                        <a:t>P</a:t>
                      </a:r>
                      <a:r>
                        <a:rPr sz="1300" spc="-20" dirty="0">
                          <a:solidFill>
                            <a:srgbClr val="001F5F"/>
                          </a:solidFill>
                          <a:latin typeface="Calibri"/>
                          <a:cs typeface="Calibri"/>
                        </a:rPr>
                        <a:t>Á</a:t>
                      </a:r>
                      <a:r>
                        <a:rPr sz="1300" spc="-30" dirty="0">
                          <a:solidFill>
                            <a:srgbClr val="001F5F"/>
                          </a:solidFill>
                          <a:latin typeface="Calibri"/>
                          <a:cs typeface="Calibri"/>
                        </a:rPr>
                        <a:t>G</a:t>
                      </a:r>
                      <a:r>
                        <a:rPr sz="1300" spc="-155" dirty="0">
                          <a:solidFill>
                            <a:srgbClr val="001F5F"/>
                          </a:solidFill>
                          <a:latin typeface="Calibri"/>
                          <a:cs typeface="Calibri"/>
                        </a:rPr>
                        <a:t>Y</a:t>
                      </a:r>
                      <a:r>
                        <a:rPr sz="1300" dirty="0">
                          <a:solidFill>
                            <a:srgbClr val="001F5F"/>
                          </a:solidFill>
                          <a:latin typeface="Calibri"/>
                          <a:cs typeface="Calibri"/>
                        </a:rPr>
                        <a:t>,  </a:t>
                      </a:r>
                      <a:r>
                        <a:rPr sz="1300" spc="-35" dirty="0">
                          <a:solidFill>
                            <a:srgbClr val="001F5F"/>
                          </a:solidFill>
                          <a:latin typeface="Calibri"/>
                          <a:cs typeface="Calibri"/>
                        </a:rPr>
                        <a:t>GOLYÓ</a:t>
                      </a:r>
                      <a:endParaRPr sz="1300">
                        <a:latin typeface="Calibri"/>
                        <a:cs typeface="Calibri"/>
                      </a:endParaRPr>
                    </a:p>
                  </a:txBody>
                  <a:tcPr marL="0" marR="0" marT="57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25"/>
                        </a:spcBef>
                      </a:pPr>
                      <a:r>
                        <a:rPr sz="1300" spc="-10" dirty="0">
                          <a:solidFill>
                            <a:srgbClr val="001F5F"/>
                          </a:solidFill>
                          <a:latin typeface="Calibri"/>
                          <a:cs typeface="Calibri"/>
                        </a:rPr>
                        <a:t>Hungarian</a:t>
                      </a:r>
                      <a:r>
                        <a:rPr sz="1300" spc="-5" dirty="0">
                          <a:solidFill>
                            <a:srgbClr val="001F5F"/>
                          </a:solidFill>
                          <a:latin typeface="Calibri"/>
                          <a:cs typeface="Calibri"/>
                        </a:rPr>
                        <a:t> </a:t>
                      </a:r>
                      <a:r>
                        <a:rPr sz="1300" spc="-10" dirty="0">
                          <a:solidFill>
                            <a:srgbClr val="001F5F"/>
                          </a:solidFill>
                          <a:latin typeface="Calibri"/>
                          <a:cs typeface="Calibri"/>
                        </a:rPr>
                        <a:t>HU</a:t>
                      </a:r>
                      <a:endParaRPr sz="1300">
                        <a:latin typeface="Calibri"/>
                        <a:cs typeface="Calibri"/>
                      </a:endParaRPr>
                    </a:p>
                  </a:txBody>
                  <a:tcPr marL="0" marR="0" marT="1047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16560">
                <a:tc>
                  <a:txBody>
                    <a:bodyPr/>
                    <a:lstStyle/>
                    <a:p>
                      <a:pPr marL="10160" marR="332740">
                        <a:lnSpc>
                          <a:spcPct val="100000"/>
                        </a:lnSpc>
                        <a:spcBef>
                          <a:spcPts val="50"/>
                        </a:spcBef>
                      </a:pPr>
                      <a:r>
                        <a:rPr sz="1300" spc="-20" dirty="0">
                          <a:solidFill>
                            <a:srgbClr val="001F5F"/>
                          </a:solidFill>
                          <a:latin typeface="Calibri"/>
                          <a:cs typeface="Calibri"/>
                        </a:rPr>
                        <a:t>LOŽISKO, </a:t>
                      </a:r>
                      <a:r>
                        <a:rPr sz="1300" spc="-15" dirty="0">
                          <a:solidFill>
                            <a:srgbClr val="001F5F"/>
                          </a:solidFill>
                          <a:latin typeface="Calibri"/>
                          <a:cs typeface="Calibri"/>
                        </a:rPr>
                        <a:t> </a:t>
                      </a:r>
                      <a:r>
                        <a:rPr sz="1300" spc="-30" dirty="0">
                          <a:solidFill>
                            <a:srgbClr val="001F5F"/>
                          </a:solidFill>
                          <a:latin typeface="Calibri"/>
                          <a:cs typeface="Calibri"/>
                        </a:rPr>
                        <a:t>K</a:t>
                      </a:r>
                      <a:r>
                        <a:rPr sz="1300" spc="-5" dirty="0">
                          <a:solidFill>
                            <a:srgbClr val="001F5F"/>
                          </a:solidFill>
                          <a:latin typeface="Calibri"/>
                          <a:cs typeface="Calibri"/>
                        </a:rPr>
                        <a:t>UL</a:t>
                      </a:r>
                      <a:r>
                        <a:rPr sz="1300" dirty="0">
                          <a:solidFill>
                            <a:srgbClr val="001F5F"/>
                          </a:solidFill>
                          <a:latin typeface="Calibri"/>
                          <a:cs typeface="Calibri"/>
                        </a:rPr>
                        <a:t>IČ</a:t>
                      </a:r>
                      <a:r>
                        <a:rPr sz="1300" spc="-60" dirty="0">
                          <a:solidFill>
                            <a:srgbClr val="001F5F"/>
                          </a:solidFill>
                          <a:latin typeface="Calibri"/>
                          <a:cs typeface="Calibri"/>
                        </a:rPr>
                        <a:t>K</a:t>
                      </a:r>
                      <a:r>
                        <a:rPr sz="1300" spc="-10" dirty="0">
                          <a:solidFill>
                            <a:srgbClr val="001F5F"/>
                          </a:solidFill>
                          <a:latin typeface="Calibri"/>
                          <a:cs typeface="Calibri"/>
                        </a:rPr>
                        <a:t>O</a:t>
                      </a:r>
                      <a:r>
                        <a:rPr sz="1300" spc="-5" dirty="0">
                          <a:solidFill>
                            <a:srgbClr val="001F5F"/>
                          </a:solidFill>
                          <a:latin typeface="Calibri"/>
                          <a:cs typeface="Calibri"/>
                        </a:rPr>
                        <a:t>VÉ</a:t>
                      </a:r>
                      <a:endParaRPr sz="1300">
                        <a:latin typeface="Calibri"/>
                        <a:cs typeface="Calibri"/>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25"/>
                        </a:spcBef>
                      </a:pPr>
                      <a:r>
                        <a:rPr sz="1300" spc="-5" dirty="0">
                          <a:solidFill>
                            <a:srgbClr val="001F5F"/>
                          </a:solidFill>
                          <a:latin typeface="Calibri"/>
                          <a:cs typeface="Calibri"/>
                        </a:rPr>
                        <a:t>Czech</a:t>
                      </a:r>
                      <a:r>
                        <a:rPr sz="1300" spc="-45" dirty="0">
                          <a:solidFill>
                            <a:srgbClr val="001F5F"/>
                          </a:solidFill>
                          <a:latin typeface="Calibri"/>
                          <a:cs typeface="Calibri"/>
                        </a:rPr>
                        <a:t> </a:t>
                      </a:r>
                      <a:r>
                        <a:rPr sz="1300" spc="-10" dirty="0">
                          <a:solidFill>
                            <a:srgbClr val="001F5F"/>
                          </a:solidFill>
                          <a:latin typeface="Calibri"/>
                          <a:cs typeface="Calibri"/>
                        </a:rPr>
                        <a:t>EU</a:t>
                      </a:r>
                      <a:endParaRPr sz="1300">
                        <a:latin typeface="Calibri"/>
                        <a:cs typeface="Calibri"/>
                      </a:endParaRPr>
                    </a:p>
                  </a:txBody>
                  <a:tcPr marL="0" marR="0" marT="1047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16559">
                <a:tc>
                  <a:txBody>
                    <a:bodyPr/>
                    <a:lstStyle/>
                    <a:p>
                      <a:pPr marL="10160" marR="244475">
                        <a:lnSpc>
                          <a:spcPct val="100000"/>
                        </a:lnSpc>
                        <a:spcBef>
                          <a:spcPts val="60"/>
                        </a:spcBef>
                      </a:pPr>
                      <a:r>
                        <a:rPr sz="1300" spc="-5" dirty="0">
                          <a:solidFill>
                            <a:srgbClr val="001F5F"/>
                          </a:solidFill>
                          <a:latin typeface="MS PGothic"/>
                          <a:cs typeface="MS PGothic"/>
                        </a:rPr>
                        <a:t>ベア</a:t>
                      </a:r>
                      <a:r>
                        <a:rPr sz="1300" dirty="0">
                          <a:solidFill>
                            <a:srgbClr val="001F5F"/>
                          </a:solidFill>
                          <a:latin typeface="MS PGothic"/>
                          <a:cs typeface="MS PGothic"/>
                        </a:rPr>
                        <a:t>リ</a:t>
                      </a:r>
                      <a:r>
                        <a:rPr sz="1300" spc="-5" dirty="0">
                          <a:solidFill>
                            <a:srgbClr val="001F5F"/>
                          </a:solidFill>
                          <a:latin typeface="MS PGothic"/>
                          <a:cs typeface="MS PGothic"/>
                        </a:rPr>
                        <a:t>ング、 </a:t>
                      </a:r>
                      <a:r>
                        <a:rPr sz="1300" spc="-10" dirty="0">
                          <a:solidFill>
                            <a:srgbClr val="001F5F"/>
                          </a:solidFill>
                          <a:latin typeface="MS PGothic"/>
                          <a:cs typeface="MS PGothic"/>
                        </a:rPr>
                        <a:t>ボール</a:t>
                      </a:r>
                      <a:endParaRPr sz="1300">
                        <a:latin typeface="MS PGothic"/>
                        <a:cs typeface="MS PGothic"/>
                      </a:endParaRPr>
                    </a:p>
                  </a:txBody>
                  <a:tcPr marL="0" marR="0" marT="7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0"/>
                        </a:spcBef>
                      </a:pPr>
                      <a:r>
                        <a:rPr sz="1300" spc="-5" dirty="0">
                          <a:solidFill>
                            <a:srgbClr val="001F5F"/>
                          </a:solidFill>
                          <a:latin typeface="Calibri"/>
                          <a:cs typeface="Calibri"/>
                        </a:rPr>
                        <a:t>Japanese</a:t>
                      </a:r>
                      <a:r>
                        <a:rPr sz="1300" dirty="0">
                          <a:solidFill>
                            <a:srgbClr val="001F5F"/>
                          </a:solidFill>
                          <a:latin typeface="Calibri"/>
                          <a:cs typeface="Calibri"/>
                        </a:rPr>
                        <a:t> </a:t>
                      </a:r>
                      <a:r>
                        <a:rPr sz="1300" spc="-5" dirty="0">
                          <a:solidFill>
                            <a:srgbClr val="001F5F"/>
                          </a:solidFill>
                          <a:latin typeface="Calibri"/>
                          <a:cs typeface="Calibri"/>
                        </a:rPr>
                        <a:t>JP</a:t>
                      </a:r>
                      <a:endParaRPr sz="1300">
                        <a:latin typeface="Calibri"/>
                        <a:cs typeface="Calibri"/>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16560">
                <a:tc>
                  <a:txBody>
                    <a:bodyPr/>
                    <a:lstStyle/>
                    <a:p>
                      <a:pPr marL="10160" marR="171450">
                        <a:lnSpc>
                          <a:spcPct val="100000"/>
                        </a:lnSpc>
                        <a:spcBef>
                          <a:spcPts val="50"/>
                        </a:spcBef>
                      </a:pPr>
                      <a:r>
                        <a:rPr sz="1300" spc="-10" dirty="0">
                          <a:solidFill>
                            <a:srgbClr val="001F5F"/>
                          </a:solidFill>
                          <a:latin typeface="Calibri"/>
                          <a:cs typeface="Calibri"/>
                        </a:rPr>
                        <a:t>RULMENT </a:t>
                      </a:r>
                      <a:r>
                        <a:rPr sz="1300" spc="-5" dirty="0">
                          <a:solidFill>
                            <a:srgbClr val="001F5F"/>
                          </a:solidFill>
                          <a:latin typeface="Calibri"/>
                          <a:cs typeface="Calibri"/>
                        </a:rPr>
                        <a:t>CU </a:t>
                      </a:r>
                      <a:r>
                        <a:rPr sz="1300" spc="-285" dirty="0">
                          <a:solidFill>
                            <a:srgbClr val="001F5F"/>
                          </a:solidFill>
                          <a:latin typeface="Calibri"/>
                          <a:cs typeface="Calibri"/>
                        </a:rPr>
                        <a:t> </a:t>
                      </a:r>
                      <a:r>
                        <a:rPr sz="1300" spc="-5" dirty="0">
                          <a:solidFill>
                            <a:srgbClr val="001F5F"/>
                          </a:solidFill>
                          <a:latin typeface="Calibri"/>
                          <a:cs typeface="Calibri"/>
                        </a:rPr>
                        <a:t>BILE</a:t>
                      </a:r>
                      <a:endParaRPr sz="1300">
                        <a:latin typeface="Calibri"/>
                        <a:cs typeface="Calibri"/>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0"/>
                        </a:spcBef>
                      </a:pPr>
                      <a:r>
                        <a:rPr sz="1300" spc="-10" dirty="0">
                          <a:solidFill>
                            <a:srgbClr val="001F5F"/>
                          </a:solidFill>
                          <a:latin typeface="Calibri"/>
                          <a:cs typeface="Calibri"/>
                        </a:rPr>
                        <a:t>Romanian RO</a:t>
                      </a:r>
                      <a:endParaRPr sz="1300">
                        <a:latin typeface="Calibri"/>
                        <a:cs typeface="Calibri"/>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16560">
                <a:tc>
                  <a:txBody>
                    <a:bodyPr/>
                    <a:lstStyle/>
                    <a:p>
                      <a:pPr marL="10160" marR="80645">
                        <a:lnSpc>
                          <a:spcPct val="100000"/>
                        </a:lnSpc>
                        <a:spcBef>
                          <a:spcPts val="50"/>
                        </a:spcBef>
                      </a:pPr>
                      <a:r>
                        <a:rPr sz="1300" spc="-10" dirty="0">
                          <a:solidFill>
                            <a:srgbClr val="001F5F"/>
                          </a:solidFill>
                          <a:latin typeface="Calibri"/>
                          <a:cs typeface="Calibri"/>
                        </a:rPr>
                        <a:t>ROULEMENT </a:t>
                      </a:r>
                      <a:r>
                        <a:rPr sz="1300" spc="-5" dirty="0">
                          <a:solidFill>
                            <a:srgbClr val="001F5F"/>
                          </a:solidFill>
                          <a:latin typeface="Calibri"/>
                          <a:cs typeface="Calibri"/>
                        </a:rPr>
                        <a:t>À </a:t>
                      </a:r>
                      <a:r>
                        <a:rPr sz="1300" spc="-280" dirty="0">
                          <a:solidFill>
                            <a:srgbClr val="001F5F"/>
                          </a:solidFill>
                          <a:latin typeface="Calibri"/>
                          <a:cs typeface="Calibri"/>
                        </a:rPr>
                        <a:t> </a:t>
                      </a:r>
                      <a:r>
                        <a:rPr sz="1300" spc="-10" dirty="0">
                          <a:solidFill>
                            <a:srgbClr val="001F5F"/>
                          </a:solidFill>
                          <a:latin typeface="Calibri"/>
                          <a:cs typeface="Calibri"/>
                        </a:rPr>
                        <a:t>BILLES</a:t>
                      </a:r>
                      <a:endParaRPr sz="1300">
                        <a:latin typeface="Calibri"/>
                        <a:cs typeface="Calibri"/>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0"/>
                        </a:spcBef>
                      </a:pPr>
                      <a:r>
                        <a:rPr sz="1300" spc="-5" dirty="0">
                          <a:solidFill>
                            <a:srgbClr val="001F5F"/>
                          </a:solidFill>
                          <a:latin typeface="Calibri"/>
                          <a:cs typeface="Calibri"/>
                        </a:rPr>
                        <a:t>French</a:t>
                      </a:r>
                      <a:r>
                        <a:rPr sz="1300" spc="-25" dirty="0">
                          <a:solidFill>
                            <a:srgbClr val="001F5F"/>
                          </a:solidFill>
                          <a:latin typeface="Calibri"/>
                          <a:cs typeface="Calibri"/>
                        </a:rPr>
                        <a:t> </a:t>
                      </a:r>
                      <a:r>
                        <a:rPr sz="1300" spc="-5" dirty="0">
                          <a:solidFill>
                            <a:srgbClr val="001F5F"/>
                          </a:solidFill>
                          <a:latin typeface="Calibri"/>
                          <a:cs typeface="Calibri"/>
                        </a:rPr>
                        <a:t>CA</a:t>
                      </a:r>
                      <a:endParaRPr sz="1300">
                        <a:latin typeface="Calibri"/>
                        <a:cs typeface="Calibri"/>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16560">
                <a:tc>
                  <a:txBody>
                    <a:bodyPr/>
                    <a:lstStyle/>
                    <a:p>
                      <a:pPr marL="10160" marR="166370">
                        <a:lnSpc>
                          <a:spcPct val="100000"/>
                        </a:lnSpc>
                        <a:spcBef>
                          <a:spcPts val="50"/>
                        </a:spcBef>
                      </a:pPr>
                      <a:r>
                        <a:rPr sz="1300" spc="-10" dirty="0">
                          <a:solidFill>
                            <a:srgbClr val="001F5F"/>
                          </a:solidFill>
                          <a:latin typeface="Calibri"/>
                          <a:cs typeface="Calibri"/>
                        </a:rPr>
                        <a:t>R</a:t>
                      </a:r>
                      <a:r>
                        <a:rPr sz="1300" spc="5" dirty="0">
                          <a:solidFill>
                            <a:srgbClr val="001F5F"/>
                          </a:solidFill>
                          <a:latin typeface="Calibri"/>
                          <a:cs typeface="Calibri"/>
                        </a:rPr>
                        <a:t>O</a:t>
                      </a:r>
                      <a:r>
                        <a:rPr sz="1300" spc="-5" dirty="0">
                          <a:solidFill>
                            <a:srgbClr val="001F5F"/>
                          </a:solidFill>
                          <a:latin typeface="Calibri"/>
                          <a:cs typeface="Calibri"/>
                        </a:rPr>
                        <a:t>L</a:t>
                      </a:r>
                      <a:r>
                        <a:rPr sz="1300" spc="-10" dirty="0">
                          <a:solidFill>
                            <a:srgbClr val="001F5F"/>
                          </a:solidFill>
                          <a:latin typeface="Calibri"/>
                          <a:cs typeface="Calibri"/>
                        </a:rPr>
                        <a:t>A</a:t>
                      </a:r>
                      <a:r>
                        <a:rPr sz="1300" spc="-5" dirty="0">
                          <a:solidFill>
                            <a:srgbClr val="001F5F"/>
                          </a:solidFill>
                          <a:latin typeface="Calibri"/>
                          <a:cs typeface="Calibri"/>
                        </a:rPr>
                        <a:t>ME</a:t>
                      </a:r>
                      <a:r>
                        <a:rPr sz="1300" dirty="0">
                          <a:solidFill>
                            <a:srgbClr val="001F5F"/>
                          </a:solidFill>
                          <a:latin typeface="Calibri"/>
                          <a:cs typeface="Calibri"/>
                        </a:rPr>
                        <a:t>N</a:t>
                      </a:r>
                      <a:r>
                        <a:rPr sz="1300" spc="-35" dirty="0">
                          <a:solidFill>
                            <a:srgbClr val="001F5F"/>
                          </a:solidFill>
                          <a:latin typeface="Calibri"/>
                          <a:cs typeface="Calibri"/>
                        </a:rPr>
                        <a:t>T</a:t>
                      </a:r>
                      <a:r>
                        <a:rPr sz="1300" spc="-30" dirty="0">
                          <a:solidFill>
                            <a:srgbClr val="001F5F"/>
                          </a:solidFill>
                          <a:latin typeface="Calibri"/>
                          <a:cs typeface="Calibri"/>
                        </a:rPr>
                        <a:t>O</a:t>
                      </a:r>
                      <a:r>
                        <a:rPr sz="1300" dirty="0">
                          <a:solidFill>
                            <a:srgbClr val="001F5F"/>
                          </a:solidFill>
                          <a:latin typeface="Calibri"/>
                          <a:cs typeface="Calibri"/>
                        </a:rPr>
                        <a:t>,  </a:t>
                      </a:r>
                      <a:r>
                        <a:rPr sz="1300" spc="-5" dirty="0">
                          <a:solidFill>
                            <a:srgbClr val="001F5F"/>
                          </a:solidFill>
                          <a:latin typeface="Calibri"/>
                          <a:cs typeface="Calibri"/>
                        </a:rPr>
                        <a:t>ESFERAS</a:t>
                      </a:r>
                      <a:endParaRPr sz="1300">
                        <a:latin typeface="Calibri"/>
                        <a:cs typeface="Calibri"/>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0"/>
                        </a:spcBef>
                      </a:pPr>
                      <a:r>
                        <a:rPr sz="1300" spc="-5" dirty="0">
                          <a:solidFill>
                            <a:srgbClr val="001F5F"/>
                          </a:solidFill>
                          <a:latin typeface="Calibri"/>
                          <a:cs typeface="Calibri"/>
                        </a:rPr>
                        <a:t>Portuguese</a:t>
                      </a:r>
                      <a:r>
                        <a:rPr sz="1300" spc="-10" dirty="0">
                          <a:solidFill>
                            <a:srgbClr val="001F5F"/>
                          </a:solidFill>
                          <a:latin typeface="Calibri"/>
                          <a:cs typeface="Calibri"/>
                        </a:rPr>
                        <a:t> EU</a:t>
                      </a:r>
                      <a:endParaRPr sz="1300">
                        <a:latin typeface="Calibri"/>
                        <a:cs typeface="Calibri"/>
                      </a:endParaRPr>
                    </a:p>
                  </a:txBody>
                  <a:tcPr marL="0" marR="0" marT="1054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294639">
                <a:tc>
                  <a:txBody>
                    <a:bodyPr/>
                    <a:lstStyle/>
                    <a:p>
                      <a:pPr marL="10160">
                        <a:lnSpc>
                          <a:spcPct val="100000"/>
                        </a:lnSpc>
                        <a:spcBef>
                          <a:spcPts val="434"/>
                        </a:spcBef>
                      </a:pPr>
                      <a:r>
                        <a:rPr sz="1300" spc="-5" dirty="0">
                          <a:solidFill>
                            <a:srgbClr val="001F5F"/>
                          </a:solidFill>
                          <a:latin typeface="Microsoft JhengHei"/>
                          <a:cs typeface="Microsoft JhengHei"/>
                        </a:rPr>
                        <a:t>滚</a:t>
                      </a:r>
                      <a:r>
                        <a:rPr sz="1950" spc="-7" baseline="2136" dirty="0">
                          <a:solidFill>
                            <a:srgbClr val="001F5F"/>
                          </a:solidFill>
                          <a:latin typeface="MS PGothic"/>
                          <a:cs typeface="MS PGothic"/>
                        </a:rPr>
                        <a:t>珠</a:t>
                      </a:r>
                      <a:r>
                        <a:rPr sz="1300" spc="-5" dirty="0">
                          <a:solidFill>
                            <a:srgbClr val="001F5F"/>
                          </a:solidFill>
                          <a:latin typeface="Microsoft JhengHei"/>
                          <a:cs typeface="Microsoft JhengHei"/>
                        </a:rPr>
                        <a:t>轴</a:t>
                      </a:r>
                      <a:r>
                        <a:rPr sz="1950" spc="-7" baseline="2136" dirty="0">
                          <a:solidFill>
                            <a:srgbClr val="001F5F"/>
                          </a:solidFill>
                          <a:latin typeface="MS PGothic"/>
                          <a:cs typeface="MS PGothic"/>
                        </a:rPr>
                        <a:t>承</a:t>
                      </a:r>
                      <a:endParaRPr sz="1950" baseline="2136">
                        <a:latin typeface="MS PGothic"/>
                        <a:cs typeface="MS PGothic"/>
                      </a:endParaRPr>
                    </a:p>
                  </a:txBody>
                  <a:tcPr marL="0" marR="0" marT="5524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350"/>
                        </a:spcBef>
                      </a:pPr>
                      <a:r>
                        <a:rPr sz="1300" spc="-5" dirty="0">
                          <a:solidFill>
                            <a:srgbClr val="001F5F"/>
                          </a:solidFill>
                          <a:latin typeface="Calibri"/>
                          <a:cs typeface="Calibri"/>
                        </a:rPr>
                        <a:t>Chinese</a:t>
                      </a:r>
                      <a:r>
                        <a:rPr sz="1300" spc="-25" dirty="0">
                          <a:solidFill>
                            <a:srgbClr val="001F5F"/>
                          </a:solidFill>
                          <a:latin typeface="Calibri"/>
                          <a:cs typeface="Calibri"/>
                        </a:rPr>
                        <a:t> </a:t>
                      </a:r>
                      <a:r>
                        <a:rPr sz="1300" spc="-5" dirty="0">
                          <a:solidFill>
                            <a:srgbClr val="001F5F"/>
                          </a:solidFill>
                          <a:latin typeface="Calibri"/>
                          <a:cs typeface="Calibri"/>
                        </a:rPr>
                        <a:t>CN</a:t>
                      </a:r>
                      <a:endParaRPr sz="1300">
                        <a:latin typeface="Calibri"/>
                        <a:cs typeface="Calibri"/>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94639">
                <a:tc>
                  <a:txBody>
                    <a:bodyPr/>
                    <a:lstStyle/>
                    <a:p>
                      <a:pPr marL="10160">
                        <a:lnSpc>
                          <a:spcPct val="100000"/>
                        </a:lnSpc>
                        <a:spcBef>
                          <a:spcPts val="459"/>
                        </a:spcBef>
                      </a:pPr>
                      <a:r>
                        <a:rPr sz="1300" spc="-5" dirty="0">
                          <a:solidFill>
                            <a:srgbClr val="001F5F"/>
                          </a:solidFill>
                          <a:latin typeface="Malgun Gothic"/>
                          <a:cs typeface="Malgun Gothic"/>
                        </a:rPr>
                        <a:t>베어링</a:t>
                      </a:r>
                      <a:r>
                        <a:rPr sz="1950" spc="-7" baseline="4273" dirty="0">
                          <a:solidFill>
                            <a:srgbClr val="001F5F"/>
                          </a:solidFill>
                          <a:latin typeface="Calibri"/>
                          <a:cs typeface="Calibri"/>
                        </a:rPr>
                        <a:t>,</a:t>
                      </a:r>
                      <a:r>
                        <a:rPr sz="1950" spc="-37" baseline="4273" dirty="0">
                          <a:solidFill>
                            <a:srgbClr val="001F5F"/>
                          </a:solidFill>
                          <a:latin typeface="Calibri"/>
                          <a:cs typeface="Calibri"/>
                        </a:rPr>
                        <a:t> </a:t>
                      </a:r>
                      <a:r>
                        <a:rPr sz="1300" spc="-5" dirty="0">
                          <a:solidFill>
                            <a:srgbClr val="001F5F"/>
                          </a:solidFill>
                          <a:latin typeface="Malgun Gothic"/>
                          <a:cs typeface="Malgun Gothic"/>
                        </a:rPr>
                        <a:t>볼</a:t>
                      </a:r>
                      <a:endParaRPr sz="1300">
                        <a:latin typeface="Malgun Gothic"/>
                        <a:cs typeface="Malgun Gothic"/>
                      </a:endParaRPr>
                    </a:p>
                  </a:txBody>
                  <a:tcPr marL="0" marR="0" marT="5841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355"/>
                        </a:spcBef>
                      </a:pPr>
                      <a:r>
                        <a:rPr sz="1300" spc="-10" dirty="0">
                          <a:solidFill>
                            <a:srgbClr val="001F5F"/>
                          </a:solidFill>
                          <a:latin typeface="Calibri"/>
                          <a:cs typeface="Calibri"/>
                        </a:rPr>
                        <a:t>Korean</a:t>
                      </a:r>
                      <a:r>
                        <a:rPr sz="1300" spc="-35" dirty="0">
                          <a:solidFill>
                            <a:srgbClr val="001F5F"/>
                          </a:solidFill>
                          <a:latin typeface="Calibri"/>
                          <a:cs typeface="Calibri"/>
                        </a:rPr>
                        <a:t> </a:t>
                      </a:r>
                      <a:r>
                        <a:rPr sz="1300" spc="-5" dirty="0">
                          <a:solidFill>
                            <a:srgbClr val="001F5F"/>
                          </a:solidFill>
                          <a:latin typeface="Calibri"/>
                          <a:cs typeface="Calibri"/>
                        </a:rPr>
                        <a:t>KR</a:t>
                      </a:r>
                      <a:endParaRPr sz="1300">
                        <a:latin typeface="Calibri"/>
                        <a:cs typeface="Calibri"/>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416496">
                <a:tc>
                  <a:txBody>
                    <a:bodyPr/>
                    <a:lstStyle/>
                    <a:p>
                      <a:pPr marL="10160" marR="400050">
                        <a:lnSpc>
                          <a:spcPct val="100000"/>
                        </a:lnSpc>
                        <a:spcBef>
                          <a:spcPts val="55"/>
                        </a:spcBef>
                      </a:pPr>
                      <a:r>
                        <a:rPr sz="1300" spc="-10" dirty="0">
                          <a:solidFill>
                            <a:srgbClr val="001F5F"/>
                          </a:solidFill>
                          <a:latin typeface="Calibri"/>
                          <a:cs typeface="Calibri"/>
                        </a:rPr>
                        <a:t>CO</a:t>
                      </a:r>
                      <a:r>
                        <a:rPr sz="1300" spc="-5" dirty="0">
                          <a:solidFill>
                            <a:srgbClr val="001F5F"/>
                          </a:solidFill>
                          <a:latin typeface="Calibri"/>
                          <a:cs typeface="Calibri"/>
                        </a:rPr>
                        <a:t>J</a:t>
                      </a:r>
                      <a:r>
                        <a:rPr sz="1300" dirty="0">
                          <a:solidFill>
                            <a:srgbClr val="001F5F"/>
                          </a:solidFill>
                          <a:latin typeface="Calibri"/>
                          <a:cs typeface="Calibri"/>
                        </a:rPr>
                        <a:t>INE</a:t>
                      </a:r>
                      <a:r>
                        <a:rPr sz="1300" spc="5" dirty="0">
                          <a:solidFill>
                            <a:srgbClr val="001F5F"/>
                          </a:solidFill>
                          <a:latin typeface="Calibri"/>
                          <a:cs typeface="Calibri"/>
                        </a:rPr>
                        <a:t>T</a:t>
                      </a:r>
                      <a:r>
                        <a:rPr sz="1300" spc="-5" dirty="0">
                          <a:solidFill>
                            <a:srgbClr val="001F5F"/>
                          </a:solidFill>
                          <a:latin typeface="Calibri"/>
                          <a:cs typeface="Calibri"/>
                        </a:rPr>
                        <a:t>E,  BOLA</a:t>
                      </a:r>
                      <a:endParaRPr sz="1300">
                        <a:latin typeface="Calibri"/>
                        <a:cs typeface="Calibri"/>
                      </a:endParaRPr>
                    </a:p>
                  </a:txBody>
                  <a:tcPr marL="0" marR="0" marT="69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5"/>
                        </a:spcBef>
                      </a:pPr>
                      <a:r>
                        <a:rPr sz="1300" spc="-5" dirty="0">
                          <a:solidFill>
                            <a:srgbClr val="001F5F"/>
                          </a:solidFill>
                          <a:latin typeface="Calibri"/>
                          <a:cs typeface="Calibri"/>
                        </a:rPr>
                        <a:t>Spanish</a:t>
                      </a:r>
                      <a:r>
                        <a:rPr sz="1300" spc="-15" dirty="0">
                          <a:solidFill>
                            <a:srgbClr val="001F5F"/>
                          </a:solidFill>
                          <a:latin typeface="Calibri"/>
                          <a:cs typeface="Calibri"/>
                        </a:rPr>
                        <a:t> </a:t>
                      </a:r>
                      <a:r>
                        <a:rPr sz="1300" spc="-10" dirty="0">
                          <a:solidFill>
                            <a:srgbClr val="001F5F"/>
                          </a:solidFill>
                          <a:latin typeface="Calibri"/>
                          <a:cs typeface="Calibri"/>
                        </a:rPr>
                        <a:t>MX</a:t>
                      </a:r>
                      <a:endParaRPr sz="1300">
                        <a:latin typeface="Calibri"/>
                        <a:cs typeface="Calibri"/>
                      </a:endParaRPr>
                    </a:p>
                  </a:txBody>
                  <a:tcPr marL="0" marR="0" marT="1060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416559">
                <a:tc>
                  <a:txBody>
                    <a:bodyPr/>
                    <a:lstStyle/>
                    <a:p>
                      <a:pPr marL="10160">
                        <a:lnSpc>
                          <a:spcPct val="100000"/>
                        </a:lnSpc>
                        <a:spcBef>
                          <a:spcPts val="835"/>
                        </a:spcBef>
                      </a:pPr>
                      <a:r>
                        <a:rPr sz="1300" spc="-10" dirty="0">
                          <a:solidFill>
                            <a:srgbClr val="001F5F"/>
                          </a:solidFill>
                          <a:latin typeface="Calibri"/>
                          <a:cs typeface="Calibri"/>
                        </a:rPr>
                        <a:t>LAGER,</a:t>
                      </a:r>
                      <a:r>
                        <a:rPr sz="1300" dirty="0">
                          <a:solidFill>
                            <a:srgbClr val="001F5F"/>
                          </a:solidFill>
                          <a:latin typeface="Calibri"/>
                          <a:cs typeface="Calibri"/>
                        </a:rPr>
                        <a:t> </a:t>
                      </a:r>
                      <a:r>
                        <a:rPr sz="1300" spc="-15" dirty="0">
                          <a:solidFill>
                            <a:srgbClr val="001F5F"/>
                          </a:solidFill>
                          <a:latin typeface="Calibri"/>
                          <a:cs typeface="Calibri"/>
                        </a:rPr>
                        <a:t>KULE</a:t>
                      </a:r>
                      <a:endParaRPr sz="1300">
                        <a:latin typeface="Calibri"/>
                        <a:cs typeface="Calibri"/>
                      </a:endParaRPr>
                    </a:p>
                  </a:txBody>
                  <a:tcPr marL="0" marR="0" marT="1060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nSpc>
                          <a:spcPct val="100000"/>
                        </a:lnSpc>
                        <a:spcBef>
                          <a:spcPts val="835"/>
                        </a:spcBef>
                      </a:pPr>
                      <a:r>
                        <a:rPr sz="1300" spc="-5" dirty="0">
                          <a:solidFill>
                            <a:srgbClr val="001F5F"/>
                          </a:solidFill>
                          <a:latin typeface="Calibri"/>
                          <a:cs typeface="Calibri"/>
                        </a:rPr>
                        <a:t>Norwegian</a:t>
                      </a:r>
                      <a:r>
                        <a:rPr sz="1300" spc="-25" dirty="0">
                          <a:solidFill>
                            <a:srgbClr val="001F5F"/>
                          </a:solidFill>
                          <a:latin typeface="Calibri"/>
                          <a:cs typeface="Calibri"/>
                        </a:rPr>
                        <a:t> </a:t>
                      </a:r>
                      <a:r>
                        <a:rPr sz="1300" spc="-5" dirty="0">
                          <a:solidFill>
                            <a:srgbClr val="001F5F"/>
                          </a:solidFill>
                          <a:latin typeface="Calibri"/>
                          <a:cs typeface="Calibri"/>
                        </a:rPr>
                        <a:t>NO</a:t>
                      </a:r>
                      <a:endParaRPr sz="1300" dirty="0">
                        <a:latin typeface="Calibri"/>
                        <a:cs typeface="Calibri"/>
                      </a:endParaRPr>
                    </a:p>
                  </a:txBody>
                  <a:tcPr marL="0" marR="0" marT="1060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sp>
        <p:nvSpPr>
          <p:cNvPr id="16" name="object 16"/>
          <p:cNvSpPr txBox="1"/>
          <p:nvPr/>
        </p:nvSpPr>
        <p:spPr>
          <a:xfrm>
            <a:off x="360984" y="6567017"/>
            <a:ext cx="5454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Arial MT"/>
                <a:cs typeface="Arial MT"/>
              </a:rPr>
              <a:t>PiLog</a:t>
            </a:r>
            <a:endParaRPr sz="1600" dirty="0">
              <a:latin typeface="Arial MT"/>
              <a:cs typeface="Arial MT"/>
            </a:endParaRPr>
          </a:p>
        </p:txBody>
      </p:sp>
      <p:sp>
        <p:nvSpPr>
          <p:cNvPr id="17" name="object 17"/>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001F5F"/>
                </a:solidFill>
                <a:latin typeface="Verdana"/>
                <a:cs typeface="Verdana"/>
                <a:hlinkClick r:id="rId4"/>
              </a:rPr>
              <a:t>ww</a:t>
            </a:r>
            <a:r>
              <a:rPr sz="1300" dirty="0">
                <a:solidFill>
                  <a:srgbClr val="001F5F"/>
                </a:solidFill>
                <a:latin typeface="Verdana"/>
                <a:cs typeface="Verdana"/>
                <a:hlinkClick r:id="rId4"/>
              </a:rPr>
              <a:t>w</a:t>
            </a:r>
            <a:r>
              <a:rPr sz="1300" spc="-130" dirty="0">
                <a:solidFill>
                  <a:srgbClr val="001F5F"/>
                </a:solidFill>
                <a:latin typeface="Verdana"/>
                <a:cs typeface="Verdana"/>
                <a:hlinkClick r:id="rId4"/>
              </a:rPr>
              <a:t>.</a:t>
            </a:r>
            <a:r>
              <a:rPr sz="1300" spc="-20" dirty="0">
                <a:solidFill>
                  <a:srgbClr val="001F5F"/>
                </a:solidFill>
                <a:latin typeface="Verdana"/>
                <a:cs typeface="Verdana"/>
                <a:hlinkClick r:id="rId4"/>
              </a:rPr>
              <a:t>p</a:t>
            </a:r>
            <a:r>
              <a:rPr sz="1300" spc="5" dirty="0">
                <a:solidFill>
                  <a:srgbClr val="001F5F"/>
                </a:solidFill>
                <a:latin typeface="Verdana"/>
                <a:cs typeface="Verdana"/>
                <a:hlinkClick r:id="rId4"/>
              </a:rPr>
              <a:t>i</a:t>
            </a:r>
            <a:r>
              <a:rPr sz="1300" spc="-100" dirty="0">
                <a:solidFill>
                  <a:srgbClr val="001F5F"/>
                </a:solidFill>
                <a:latin typeface="Verdana"/>
                <a:cs typeface="Verdana"/>
                <a:hlinkClick r:id="rId4"/>
              </a:rPr>
              <a:t>l</a:t>
            </a:r>
            <a:r>
              <a:rPr sz="1300" spc="60" dirty="0">
                <a:solidFill>
                  <a:srgbClr val="001F5F"/>
                </a:solidFill>
                <a:latin typeface="Verdana"/>
                <a:cs typeface="Verdana"/>
                <a:hlinkClick r:id="rId4"/>
              </a:rPr>
              <a:t>og</a:t>
            </a:r>
            <a:r>
              <a:rPr sz="1300" spc="65" dirty="0">
                <a:solidFill>
                  <a:srgbClr val="001F5F"/>
                </a:solidFill>
                <a:latin typeface="Verdana"/>
                <a:cs typeface="Verdana"/>
                <a:hlinkClick r:id="rId4"/>
              </a:rPr>
              <a:t>g</a:t>
            </a:r>
            <a:r>
              <a:rPr sz="1300" spc="-175" dirty="0">
                <a:solidFill>
                  <a:srgbClr val="001F5F"/>
                </a:solidFill>
                <a:latin typeface="Verdana"/>
                <a:cs typeface="Verdana"/>
                <a:hlinkClick r:id="rId4"/>
              </a:rPr>
              <a:t>r</a:t>
            </a:r>
            <a:r>
              <a:rPr sz="1300" spc="10" dirty="0">
                <a:solidFill>
                  <a:srgbClr val="001F5F"/>
                </a:solidFill>
                <a:latin typeface="Verdana"/>
                <a:cs typeface="Verdana"/>
                <a:hlinkClick r:id="rId4"/>
              </a:rPr>
              <a:t>ou</a:t>
            </a:r>
            <a:r>
              <a:rPr sz="1300" spc="-30" dirty="0">
                <a:solidFill>
                  <a:srgbClr val="001F5F"/>
                </a:solidFill>
                <a:latin typeface="Verdana"/>
                <a:cs typeface="Verdana"/>
                <a:hlinkClick r:id="rId4"/>
              </a:rPr>
              <a:t>p</a:t>
            </a:r>
            <a:r>
              <a:rPr sz="1300" spc="-25" dirty="0">
                <a:solidFill>
                  <a:srgbClr val="001F5F"/>
                </a:solidFill>
                <a:latin typeface="Verdana"/>
                <a:cs typeface="Verdana"/>
                <a:hlinkClick r:id="rId4"/>
              </a:rPr>
              <a:t>.</a:t>
            </a:r>
            <a:r>
              <a:rPr sz="1300" spc="55" dirty="0">
                <a:solidFill>
                  <a:srgbClr val="001F5F"/>
                </a:solidFill>
                <a:latin typeface="Verdana"/>
                <a:cs typeface="Verdana"/>
                <a:hlinkClick r:id="rId4"/>
              </a:rPr>
              <a:t>com</a:t>
            </a:r>
            <a:endParaRPr sz="1300">
              <a:latin typeface="Verdana"/>
              <a:cs typeface="Verdana"/>
            </a:endParaRPr>
          </a:p>
        </p:txBody>
      </p:sp>
      <p:sp>
        <p:nvSpPr>
          <p:cNvPr id="18" name="object 18"/>
          <p:cNvSpPr txBox="1"/>
          <p:nvPr/>
        </p:nvSpPr>
        <p:spPr>
          <a:xfrm>
            <a:off x="11916536" y="6587743"/>
            <a:ext cx="229870"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Calibri"/>
                <a:cs typeface="Calibri"/>
              </a:rPr>
              <a:t>19</a:t>
            </a:r>
            <a:endParaRPr sz="1600">
              <a:latin typeface="Calibri"/>
              <a:cs typeface="Calibri"/>
            </a:endParaRPr>
          </a:p>
        </p:txBody>
      </p:sp>
      <p:sp>
        <p:nvSpPr>
          <p:cNvPr id="22" name="TextBox 21">
            <a:extLst>
              <a:ext uri="{FF2B5EF4-FFF2-40B4-BE49-F238E27FC236}">
                <a16:creationId xmlns:a16="http://schemas.microsoft.com/office/drawing/2014/main" id="{B7E3A7D4-2E74-2A4F-0AAA-A7E6AA22B3A8}"/>
              </a:ext>
            </a:extLst>
          </p:cNvPr>
          <p:cNvSpPr txBox="1"/>
          <p:nvPr/>
        </p:nvSpPr>
        <p:spPr>
          <a:xfrm>
            <a:off x="850724" y="1070611"/>
            <a:ext cx="6130212" cy="369332"/>
          </a:xfrm>
          <a:prstGeom prst="rect">
            <a:avLst/>
          </a:prstGeom>
          <a:noFill/>
        </p:spPr>
        <p:txBody>
          <a:bodyPr wrap="square">
            <a:spAutoFit/>
          </a:bodyPr>
          <a:lstStyle/>
          <a:p>
            <a:endParaRPr lang="en-IN" dirty="0"/>
          </a:p>
        </p:txBody>
      </p:sp>
      <p:pic>
        <p:nvPicPr>
          <p:cNvPr id="26" name="Picture 25">
            <a:extLst>
              <a:ext uri="{FF2B5EF4-FFF2-40B4-BE49-F238E27FC236}">
                <a16:creationId xmlns:a16="http://schemas.microsoft.com/office/drawing/2014/main" id="{F43698AA-760A-499B-DA38-2366248D1D28}"/>
              </a:ext>
            </a:extLst>
          </p:cNvPr>
          <p:cNvPicPr>
            <a:picLocks noChangeAspect="1"/>
          </p:cNvPicPr>
          <p:nvPr/>
        </p:nvPicPr>
        <p:blipFill>
          <a:blip r:embed="rId5"/>
          <a:stretch>
            <a:fillRect/>
          </a:stretch>
        </p:blipFill>
        <p:spPr>
          <a:xfrm>
            <a:off x="202135" y="970203"/>
            <a:ext cx="7720885" cy="901521"/>
          </a:xfrm>
          <a:prstGeom prst="rect">
            <a:avLst/>
          </a:prstGeom>
        </p:spPr>
      </p:pic>
      <p:pic>
        <p:nvPicPr>
          <p:cNvPr id="34" name="Picture 33">
            <a:extLst>
              <a:ext uri="{FF2B5EF4-FFF2-40B4-BE49-F238E27FC236}">
                <a16:creationId xmlns:a16="http://schemas.microsoft.com/office/drawing/2014/main" id="{B625026E-7DC9-5771-FE32-22C3B1E4C180}"/>
              </a:ext>
            </a:extLst>
          </p:cNvPr>
          <p:cNvPicPr>
            <a:picLocks noChangeAspect="1"/>
          </p:cNvPicPr>
          <p:nvPr/>
        </p:nvPicPr>
        <p:blipFill>
          <a:blip r:embed="rId6"/>
          <a:stretch>
            <a:fillRect/>
          </a:stretch>
        </p:blipFill>
        <p:spPr>
          <a:xfrm>
            <a:off x="5638800" y="1779033"/>
            <a:ext cx="6473953" cy="4828965"/>
          </a:xfrm>
          <a:prstGeom prst="rect">
            <a:avLst/>
          </a:prstGeom>
        </p:spPr>
      </p:pic>
      <p:pic>
        <p:nvPicPr>
          <p:cNvPr id="36" name="Picture 35">
            <a:extLst>
              <a:ext uri="{FF2B5EF4-FFF2-40B4-BE49-F238E27FC236}">
                <a16:creationId xmlns:a16="http://schemas.microsoft.com/office/drawing/2014/main" id="{2C33AC2D-2810-7A12-C3D5-9B4FBDC524C9}"/>
              </a:ext>
            </a:extLst>
          </p:cNvPr>
          <p:cNvPicPr>
            <a:picLocks noChangeAspect="1"/>
          </p:cNvPicPr>
          <p:nvPr/>
        </p:nvPicPr>
        <p:blipFill>
          <a:blip r:embed="rId7"/>
          <a:stretch>
            <a:fillRect/>
          </a:stretch>
        </p:blipFill>
        <p:spPr>
          <a:xfrm>
            <a:off x="2642871" y="2400300"/>
            <a:ext cx="2743199" cy="20573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239395"/>
            <a:ext cx="4164329" cy="436880"/>
          </a:xfrm>
          <a:prstGeom prst="rect">
            <a:avLst/>
          </a:prstGeom>
        </p:spPr>
        <p:txBody>
          <a:bodyPr vert="horz" wrap="square" lIns="0" tIns="12700" rIns="0" bIns="0" rtlCol="0">
            <a:spAutoFit/>
          </a:bodyPr>
          <a:lstStyle/>
          <a:p>
            <a:pPr marL="12700">
              <a:lnSpc>
                <a:spcPct val="100000"/>
              </a:lnSpc>
              <a:spcBef>
                <a:spcPts val="100"/>
              </a:spcBef>
            </a:pPr>
            <a:r>
              <a:rPr sz="2700" spc="-10" dirty="0">
                <a:solidFill>
                  <a:srgbClr val="0F469B"/>
                </a:solidFill>
                <a:latin typeface="+mj-lt"/>
              </a:rPr>
              <a:t>Codification</a:t>
            </a:r>
            <a:r>
              <a:rPr sz="2700" spc="-5" dirty="0">
                <a:solidFill>
                  <a:srgbClr val="0F469B"/>
                </a:solidFill>
                <a:latin typeface="+mj-lt"/>
              </a:rPr>
              <a:t> </a:t>
            </a:r>
            <a:r>
              <a:rPr sz="2700" spc="-40" dirty="0">
                <a:solidFill>
                  <a:srgbClr val="0F469B"/>
                </a:solidFill>
                <a:latin typeface="+mj-lt"/>
              </a:rPr>
              <a:t>Vs.</a:t>
            </a:r>
            <a:r>
              <a:rPr sz="2700" spc="-15" dirty="0">
                <a:solidFill>
                  <a:srgbClr val="0F469B"/>
                </a:solidFill>
                <a:latin typeface="+mj-lt"/>
              </a:rPr>
              <a:t> </a:t>
            </a:r>
            <a:r>
              <a:rPr sz="2700" spc="-10" dirty="0">
                <a:solidFill>
                  <a:srgbClr val="0F469B"/>
                </a:solidFill>
                <a:latin typeface="+mj-lt"/>
              </a:rPr>
              <a:t>Classification</a:t>
            </a:r>
            <a:endParaRPr sz="2700" dirty="0">
              <a:latin typeface="+mj-lt"/>
            </a:endParaRPr>
          </a:p>
        </p:txBody>
      </p:sp>
      <p:pic>
        <p:nvPicPr>
          <p:cNvPr id="3" name="object 3"/>
          <p:cNvPicPr/>
          <p:nvPr/>
        </p:nvPicPr>
        <p:blipFill>
          <a:blip r:embed="rId2" cstate="print"/>
          <a:stretch>
            <a:fillRect/>
          </a:stretch>
        </p:blipFill>
        <p:spPr>
          <a:xfrm>
            <a:off x="281940" y="1013460"/>
            <a:ext cx="10501884" cy="5350764"/>
          </a:xfrm>
          <a:prstGeom prst="rect">
            <a:avLst/>
          </a:prstGeom>
        </p:spPr>
      </p:pic>
      <p:graphicFrame>
        <p:nvGraphicFramePr>
          <p:cNvPr id="4" name="object 4"/>
          <p:cNvGraphicFramePr>
            <a:graphicFrameLocks noGrp="1"/>
          </p:cNvGraphicFramePr>
          <p:nvPr>
            <p:extLst>
              <p:ext uri="{D42A27DB-BD31-4B8C-83A1-F6EECF244321}">
                <p14:modId xmlns:p14="http://schemas.microsoft.com/office/powerpoint/2010/main" val="2053045610"/>
              </p:ext>
            </p:extLst>
          </p:nvPr>
        </p:nvGraphicFramePr>
        <p:xfrm>
          <a:off x="272415" y="1003935"/>
          <a:ext cx="10511790" cy="5360287"/>
        </p:xfrm>
        <a:graphic>
          <a:graphicData uri="http://schemas.openxmlformats.org/drawingml/2006/table">
            <a:tbl>
              <a:tblPr firstRow="1" bandRow="1">
                <a:tableStyleId>{2D5ABB26-0587-4C30-8999-92F81FD0307C}</a:tableStyleId>
              </a:tblPr>
              <a:tblGrid>
                <a:gridCol w="4563110">
                  <a:extLst>
                    <a:ext uri="{9D8B030D-6E8A-4147-A177-3AD203B41FA5}">
                      <a16:colId xmlns:a16="http://schemas.microsoft.com/office/drawing/2014/main" val="20000"/>
                    </a:ext>
                  </a:extLst>
                </a:gridCol>
                <a:gridCol w="5948680">
                  <a:extLst>
                    <a:ext uri="{9D8B030D-6E8A-4147-A177-3AD203B41FA5}">
                      <a16:colId xmlns:a16="http://schemas.microsoft.com/office/drawing/2014/main" val="20001"/>
                    </a:ext>
                  </a:extLst>
                </a:gridCol>
              </a:tblGrid>
              <a:tr h="3927538">
                <a:tc gridSpan="2">
                  <a:txBody>
                    <a:bodyPr/>
                    <a:lstStyle/>
                    <a:p>
                      <a:pPr>
                        <a:lnSpc>
                          <a:spcPct val="100000"/>
                        </a:lnSpc>
                      </a:pPr>
                      <a:endParaRPr sz="1900" dirty="0">
                        <a:latin typeface="+mj-lt"/>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359663">
                <a:tc>
                  <a:txBody>
                    <a:bodyPr/>
                    <a:lstStyle/>
                    <a:p>
                      <a:pPr>
                        <a:lnSpc>
                          <a:spcPct val="100000"/>
                        </a:lnSpc>
                      </a:pPr>
                      <a:endParaRPr sz="1900">
                        <a:latin typeface="+mj-lt"/>
                        <a:cs typeface="Times New Roman"/>
                      </a:endParaRPr>
                    </a:p>
                  </a:txBody>
                  <a:tcPr marL="0" marR="0" marT="0" marB="0">
                    <a:lnL w="9525">
                      <a:solidFill>
                        <a:srgbClr val="000000"/>
                      </a:solidFill>
                      <a:prstDash val="solid"/>
                    </a:lnL>
                    <a:lnR w="9525">
                      <a:solidFill>
                        <a:srgbClr val="000000"/>
                      </a:solidFill>
                      <a:prstDash val="solid"/>
                    </a:lnR>
                  </a:tcPr>
                </a:tc>
                <a:tc>
                  <a:txBody>
                    <a:bodyPr/>
                    <a:lstStyle/>
                    <a:p>
                      <a:pPr algn="ctr">
                        <a:lnSpc>
                          <a:spcPct val="100000"/>
                        </a:lnSpc>
                        <a:spcBef>
                          <a:spcPts val="420"/>
                        </a:spcBef>
                      </a:pPr>
                      <a:r>
                        <a:rPr sz="1600" b="1" spc="-5" dirty="0">
                          <a:latin typeface="+mj-lt"/>
                          <a:cs typeface="Arial"/>
                        </a:rPr>
                        <a:t>Standardised</a:t>
                      </a:r>
                      <a:r>
                        <a:rPr sz="1600" b="1" spc="-10" dirty="0">
                          <a:latin typeface="+mj-lt"/>
                          <a:cs typeface="Arial"/>
                        </a:rPr>
                        <a:t> </a:t>
                      </a:r>
                      <a:r>
                        <a:rPr sz="1600" b="1" spc="-5" dirty="0">
                          <a:latin typeface="+mj-lt"/>
                          <a:cs typeface="Arial"/>
                        </a:rPr>
                        <a:t>Description</a:t>
                      </a:r>
                      <a:endParaRPr sz="1600">
                        <a:latin typeface="+mj-lt"/>
                        <a:cs typeface="Arial"/>
                      </a:endParaRPr>
                    </a:p>
                  </a:txBody>
                  <a:tcPr marL="0" marR="0" marT="53340" marB="0">
                    <a:lnL w="9525">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solidFill>
                      <a:srgbClr val="D6E3BC"/>
                    </a:solidFill>
                  </a:tcPr>
                </a:tc>
                <a:extLst>
                  <a:ext uri="{0D108BD9-81ED-4DB2-BD59-A6C34878D82A}">
                    <a16:rowId xmlns:a16="http://schemas.microsoft.com/office/drawing/2014/main" val="10001"/>
                  </a:ext>
                </a:extLst>
              </a:tr>
              <a:tr h="1073086">
                <a:tc gridSpan="2">
                  <a:txBody>
                    <a:bodyPr/>
                    <a:lstStyle/>
                    <a:p>
                      <a:pPr>
                        <a:lnSpc>
                          <a:spcPct val="100000"/>
                        </a:lnSpc>
                      </a:pPr>
                      <a:endParaRPr sz="1900" dirty="0">
                        <a:latin typeface="+mj-lt"/>
                        <a:cs typeface="Times New Roman"/>
                      </a:endParaRPr>
                    </a:p>
                  </a:txBody>
                  <a:tcPr marL="0" marR="0" marT="0" marB="0">
                    <a:lnL w="9525">
                      <a:solidFill>
                        <a:srgbClr val="000000"/>
                      </a:solidFill>
                      <a:prstDash val="solid"/>
                    </a:lnL>
                    <a:lnR w="9525">
                      <a:solidFill>
                        <a:srgbClr val="000000"/>
                      </a:solidFill>
                      <a:prstDash val="solid"/>
                    </a:lnR>
                    <a:lnB w="952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5" name="object 5"/>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08224E"/>
                </a:solidFill>
                <a:latin typeface="Verdana"/>
                <a:cs typeface="Verdana"/>
                <a:hlinkClick r:id="rId3"/>
              </a:rPr>
              <a:t>ww</a:t>
            </a:r>
            <a:r>
              <a:rPr sz="1300" dirty="0">
                <a:solidFill>
                  <a:srgbClr val="08224E"/>
                </a:solidFill>
                <a:latin typeface="Verdana"/>
                <a:cs typeface="Verdana"/>
                <a:hlinkClick r:id="rId3"/>
              </a:rPr>
              <a:t>w</a:t>
            </a:r>
            <a:r>
              <a:rPr sz="1300" spc="-130" dirty="0">
                <a:solidFill>
                  <a:srgbClr val="08224E"/>
                </a:solidFill>
                <a:latin typeface="Verdana"/>
                <a:cs typeface="Verdana"/>
                <a:hlinkClick r:id="rId3"/>
              </a:rPr>
              <a:t>.</a:t>
            </a:r>
            <a:r>
              <a:rPr sz="1300" spc="-20" dirty="0">
                <a:solidFill>
                  <a:srgbClr val="08224E"/>
                </a:solidFill>
                <a:latin typeface="Verdana"/>
                <a:cs typeface="Verdana"/>
                <a:hlinkClick r:id="rId3"/>
              </a:rPr>
              <a:t>p</a:t>
            </a:r>
            <a:r>
              <a:rPr sz="1300" spc="5" dirty="0">
                <a:solidFill>
                  <a:srgbClr val="08224E"/>
                </a:solidFill>
                <a:latin typeface="Verdana"/>
                <a:cs typeface="Verdana"/>
                <a:hlinkClick r:id="rId3"/>
              </a:rPr>
              <a:t>i</a:t>
            </a:r>
            <a:r>
              <a:rPr sz="1300" spc="-100" dirty="0">
                <a:solidFill>
                  <a:srgbClr val="08224E"/>
                </a:solidFill>
                <a:latin typeface="Verdana"/>
                <a:cs typeface="Verdana"/>
                <a:hlinkClick r:id="rId3"/>
              </a:rPr>
              <a:t>l</a:t>
            </a:r>
            <a:r>
              <a:rPr sz="1300" spc="60" dirty="0">
                <a:solidFill>
                  <a:srgbClr val="08224E"/>
                </a:solidFill>
                <a:latin typeface="Verdana"/>
                <a:cs typeface="Verdana"/>
                <a:hlinkClick r:id="rId3"/>
              </a:rPr>
              <a:t>og</a:t>
            </a:r>
            <a:r>
              <a:rPr sz="1300" spc="65" dirty="0">
                <a:solidFill>
                  <a:srgbClr val="08224E"/>
                </a:solidFill>
                <a:latin typeface="Verdana"/>
                <a:cs typeface="Verdana"/>
                <a:hlinkClick r:id="rId3"/>
              </a:rPr>
              <a:t>g</a:t>
            </a:r>
            <a:r>
              <a:rPr sz="1300" spc="-175" dirty="0">
                <a:solidFill>
                  <a:srgbClr val="08224E"/>
                </a:solidFill>
                <a:latin typeface="Verdana"/>
                <a:cs typeface="Verdana"/>
                <a:hlinkClick r:id="rId3"/>
              </a:rPr>
              <a:t>r</a:t>
            </a:r>
            <a:r>
              <a:rPr sz="1300" spc="10" dirty="0">
                <a:solidFill>
                  <a:srgbClr val="08224E"/>
                </a:solidFill>
                <a:latin typeface="Verdana"/>
                <a:cs typeface="Verdana"/>
                <a:hlinkClick r:id="rId3"/>
              </a:rPr>
              <a:t>ou</a:t>
            </a:r>
            <a:r>
              <a:rPr sz="1300" spc="-30" dirty="0">
                <a:solidFill>
                  <a:srgbClr val="08224E"/>
                </a:solidFill>
                <a:latin typeface="Verdana"/>
                <a:cs typeface="Verdana"/>
                <a:hlinkClick r:id="rId3"/>
              </a:rPr>
              <a:t>p</a:t>
            </a:r>
            <a:r>
              <a:rPr sz="1300" spc="-25" dirty="0">
                <a:solidFill>
                  <a:srgbClr val="08224E"/>
                </a:solidFill>
                <a:latin typeface="Verdana"/>
                <a:cs typeface="Verdana"/>
                <a:hlinkClick r:id="rId3"/>
              </a:rPr>
              <a:t>.</a:t>
            </a:r>
            <a:r>
              <a:rPr sz="1300" spc="55" dirty="0">
                <a:solidFill>
                  <a:srgbClr val="08224E"/>
                </a:solidFill>
                <a:latin typeface="Verdana"/>
                <a:cs typeface="Verdana"/>
                <a:hlinkClick r:id="rId3"/>
              </a:rPr>
              <a:t>com</a:t>
            </a:r>
            <a:endParaRPr sz="1300">
              <a:latin typeface="Verdana"/>
              <a:cs typeface="Verdana"/>
            </a:endParaRPr>
          </a:p>
        </p:txBody>
      </p:sp>
      <p:sp>
        <p:nvSpPr>
          <p:cNvPr id="6" name="object 6"/>
          <p:cNvSpPr txBox="1"/>
          <p:nvPr/>
        </p:nvSpPr>
        <p:spPr>
          <a:xfrm>
            <a:off x="11982704" y="6623405"/>
            <a:ext cx="180975"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FFFFFF"/>
                </a:solidFill>
                <a:latin typeface="Calibri"/>
                <a:cs typeface="Calibri"/>
              </a:rPr>
              <a:t>20</a:t>
            </a:r>
            <a:endParaRPr sz="1200">
              <a:latin typeface="Calibri"/>
              <a:cs typeface="Calibri"/>
            </a:endParaRPr>
          </a:p>
        </p:txBody>
      </p:sp>
      <p:sp>
        <p:nvSpPr>
          <p:cNvPr id="7" name="object 7"/>
          <p:cNvSpPr txBox="1"/>
          <p:nvPr/>
        </p:nvSpPr>
        <p:spPr>
          <a:xfrm>
            <a:off x="341477" y="6567017"/>
            <a:ext cx="5454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Arial MT"/>
                <a:cs typeface="Arial MT"/>
              </a:rPr>
              <a:t>PiLog</a:t>
            </a:r>
            <a:endParaRPr sz="1600" dirty="0">
              <a:latin typeface="Arial MT"/>
              <a:cs typeface="Arial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935206" y="6574637"/>
            <a:ext cx="229870"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Calibri"/>
                <a:cs typeface="Calibri"/>
              </a:rPr>
              <a:t>21</a:t>
            </a:r>
            <a:endParaRPr sz="1600">
              <a:latin typeface="Calibri"/>
              <a:cs typeface="Calibri"/>
            </a:endParaRPr>
          </a:p>
        </p:txBody>
      </p:sp>
      <p:sp>
        <p:nvSpPr>
          <p:cNvPr id="3" name="object 3"/>
          <p:cNvSpPr txBox="1"/>
          <p:nvPr/>
        </p:nvSpPr>
        <p:spPr>
          <a:xfrm>
            <a:off x="360984" y="6567017"/>
            <a:ext cx="54546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Arial MT"/>
                <a:cs typeface="Arial MT"/>
              </a:rPr>
              <a:t>PiLog</a:t>
            </a:r>
            <a:endParaRPr sz="1600" dirty="0">
              <a:latin typeface="Arial MT"/>
              <a:cs typeface="Arial MT"/>
            </a:endParaRPr>
          </a:p>
        </p:txBody>
      </p:sp>
      <p:sp>
        <p:nvSpPr>
          <p:cNvPr id="4" name="object 4"/>
          <p:cNvSpPr txBox="1">
            <a:spLocks noGrp="1"/>
          </p:cNvSpPr>
          <p:nvPr>
            <p:ph type="title"/>
          </p:nvPr>
        </p:nvSpPr>
        <p:spPr>
          <a:xfrm>
            <a:off x="320751" y="215341"/>
            <a:ext cx="6037580" cy="377190"/>
          </a:xfrm>
          <a:prstGeom prst="rect">
            <a:avLst/>
          </a:prstGeom>
        </p:spPr>
        <p:txBody>
          <a:bodyPr vert="horz" wrap="square" lIns="0" tIns="13335" rIns="0" bIns="0" rtlCol="0">
            <a:spAutoFit/>
          </a:bodyPr>
          <a:lstStyle/>
          <a:p>
            <a:pPr marL="12700">
              <a:lnSpc>
                <a:spcPct val="100000"/>
              </a:lnSpc>
              <a:spcBef>
                <a:spcPts val="105"/>
              </a:spcBef>
            </a:pPr>
            <a:r>
              <a:rPr sz="2300" spc="-315" dirty="0">
                <a:solidFill>
                  <a:srgbClr val="0F469B"/>
                </a:solidFill>
              </a:rPr>
              <a:t>T</a:t>
            </a:r>
            <a:r>
              <a:rPr sz="2300" spc="-170" dirty="0">
                <a:solidFill>
                  <a:srgbClr val="0F469B"/>
                </a:solidFill>
              </a:rPr>
              <a:t>a</a:t>
            </a:r>
            <a:r>
              <a:rPr sz="2300" spc="-195" dirty="0">
                <a:solidFill>
                  <a:srgbClr val="0F469B"/>
                </a:solidFill>
              </a:rPr>
              <a:t>x</a:t>
            </a:r>
            <a:r>
              <a:rPr sz="2300" spc="-150" dirty="0">
                <a:solidFill>
                  <a:srgbClr val="0F469B"/>
                </a:solidFill>
              </a:rPr>
              <a:t>onomi</a:t>
            </a:r>
            <a:r>
              <a:rPr sz="2300" spc="-145" dirty="0">
                <a:solidFill>
                  <a:srgbClr val="0F469B"/>
                </a:solidFill>
              </a:rPr>
              <a:t>e</a:t>
            </a:r>
            <a:r>
              <a:rPr sz="2300" dirty="0">
                <a:solidFill>
                  <a:srgbClr val="0F469B"/>
                </a:solidFill>
              </a:rPr>
              <a:t>s</a:t>
            </a:r>
            <a:r>
              <a:rPr sz="2300" spc="-290" dirty="0">
                <a:solidFill>
                  <a:srgbClr val="0F469B"/>
                </a:solidFill>
              </a:rPr>
              <a:t> </a:t>
            </a:r>
            <a:r>
              <a:rPr sz="2300" dirty="0">
                <a:solidFill>
                  <a:srgbClr val="0F469B"/>
                </a:solidFill>
              </a:rPr>
              <a:t>&amp;</a:t>
            </a:r>
            <a:r>
              <a:rPr sz="2300" spc="-290" dirty="0">
                <a:solidFill>
                  <a:srgbClr val="0F469B"/>
                </a:solidFill>
              </a:rPr>
              <a:t> </a:t>
            </a:r>
            <a:r>
              <a:rPr sz="2300" spc="-145" dirty="0">
                <a:solidFill>
                  <a:srgbClr val="0F469B"/>
                </a:solidFill>
              </a:rPr>
              <a:t>C</a:t>
            </a:r>
            <a:r>
              <a:rPr sz="2300" spc="-150" dirty="0">
                <a:solidFill>
                  <a:srgbClr val="0F469B"/>
                </a:solidFill>
              </a:rPr>
              <a:t>l</a:t>
            </a:r>
            <a:r>
              <a:rPr sz="2300" spc="-145" dirty="0">
                <a:solidFill>
                  <a:srgbClr val="0F469B"/>
                </a:solidFill>
              </a:rPr>
              <a:t>ass</a:t>
            </a:r>
            <a:r>
              <a:rPr sz="2300" spc="-160" dirty="0">
                <a:solidFill>
                  <a:srgbClr val="0F469B"/>
                </a:solidFill>
              </a:rPr>
              <a:t>i</a:t>
            </a:r>
            <a:r>
              <a:rPr sz="2300" spc="-145" dirty="0">
                <a:solidFill>
                  <a:srgbClr val="0F469B"/>
                </a:solidFill>
              </a:rPr>
              <a:t>f</a:t>
            </a:r>
            <a:r>
              <a:rPr sz="2300" spc="-150" dirty="0">
                <a:solidFill>
                  <a:srgbClr val="0F469B"/>
                </a:solidFill>
              </a:rPr>
              <a:t>i</a:t>
            </a:r>
            <a:r>
              <a:rPr sz="2300" spc="-165" dirty="0">
                <a:solidFill>
                  <a:srgbClr val="0F469B"/>
                </a:solidFill>
              </a:rPr>
              <a:t>c</a:t>
            </a:r>
            <a:r>
              <a:rPr sz="2300" spc="-170" dirty="0">
                <a:solidFill>
                  <a:srgbClr val="0F469B"/>
                </a:solidFill>
              </a:rPr>
              <a:t>a</a:t>
            </a:r>
            <a:r>
              <a:rPr sz="2300" spc="-155" dirty="0">
                <a:solidFill>
                  <a:srgbClr val="0F469B"/>
                </a:solidFill>
              </a:rPr>
              <a:t>t</a:t>
            </a:r>
            <a:r>
              <a:rPr sz="2300" spc="-150" dirty="0">
                <a:solidFill>
                  <a:srgbClr val="0F469B"/>
                </a:solidFill>
              </a:rPr>
              <a:t>ion</a:t>
            </a:r>
            <a:r>
              <a:rPr sz="2300" dirty="0">
                <a:solidFill>
                  <a:srgbClr val="0F469B"/>
                </a:solidFill>
              </a:rPr>
              <a:t>s</a:t>
            </a:r>
            <a:r>
              <a:rPr sz="2300" spc="-325" dirty="0">
                <a:solidFill>
                  <a:srgbClr val="0F469B"/>
                </a:solidFill>
              </a:rPr>
              <a:t> </a:t>
            </a:r>
            <a:r>
              <a:rPr sz="2300" spc="-150" dirty="0">
                <a:solidFill>
                  <a:srgbClr val="0F469B"/>
                </a:solidFill>
              </a:rPr>
              <a:t>i</a:t>
            </a:r>
            <a:r>
              <a:rPr sz="2300" dirty="0">
                <a:solidFill>
                  <a:srgbClr val="0F469B"/>
                </a:solidFill>
              </a:rPr>
              <a:t>n</a:t>
            </a:r>
            <a:r>
              <a:rPr sz="2300" spc="-285" dirty="0">
                <a:solidFill>
                  <a:srgbClr val="0F469B"/>
                </a:solidFill>
              </a:rPr>
              <a:t> </a:t>
            </a:r>
            <a:r>
              <a:rPr sz="2300" spc="-140" dirty="0">
                <a:solidFill>
                  <a:srgbClr val="0F469B"/>
                </a:solidFill>
              </a:rPr>
              <a:t>t</a:t>
            </a:r>
            <a:r>
              <a:rPr sz="2300" spc="-150" dirty="0">
                <a:solidFill>
                  <a:srgbClr val="0F469B"/>
                </a:solidFill>
              </a:rPr>
              <a:t>h</a:t>
            </a:r>
            <a:r>
              <a:rPr sz="2300" dirty="0">
                <a:solidFill>
                  <a:srgbClr val="0F469B"/>
                </a:solidFill>
              </a:rPr>
              <a:t>e</a:t>
            </a:r>
            <a:r>
              <a:rPr sz="2300" spc="-280" dirty="0">
                <a:solidFill>
                  <a:srgbClr val="0F469B"/>
                </a:solidFill>
              </a:rPr>
              <a:t> </a:t>
            </a:r>
            <a:r>
              <a:rPr sz="2300" spc="-150" dirty="0">
                <a:solidFill>
                  <a:srgbClr val="0F469B"/>
                </a:solidFill>
              </a:rPr>
              <a:t>I</a:t>
            </a:r>
            <a:r>
              <a:rPr sz="2300" spc="-170" dirty="0">
                <a:solidFill>
                  <a:srgbClr val="0F469B"/>
                </a:solidFill>
              </a:rPr>
              <a:t>n</a:t>
            </a:r>
            <a:r>
              <a:rPr sz="2300" spc="-165" dirty="0">
                <a:solidFill>
                  <a:srgbClr val="0F469B"/>
                </a:solidFill>
              </a:rPr>
              <a:t>t</a:t>
            </a:r>
            <a:r>
              <a:rPr sz="2300" spc="-145" dirty="0">
                <a:solidFill>
                  <a:srgbClr val="0F469B"/>
                </a:solidFill>
              </a:rPr>
              <a:t>e</a:t>
            </a:r>
            <a:r>
              <a:rPr sz="2300" spc="-150" dirty="0">
                <a:solidFill>
                  <a:srgbClr val="0F469B"/>
                </a:solidFill>
              </a:rPr>
              <a:t>rn</a:t>
            </a:r>
            <a:r>
              <a:rPr sz="2300" spc="-170" dirty="0">
                <a:solidFill>
                  <a:srgbClr val="0F469B"/>
                </a:solidFill>
              </a:rPr>
              <a:t>a</a:t>
            </a:r>
            <a:r>
              <a:rPr sz="2300" spc="-140" dirty="0">
                <a:solidFill>
                  <a:srgbClr val="0F469B"/>
                </a:solidFill>
              </a:rPr>
              <a:t>t</a:t>
            </a:r>
            <a:r>
              <a:rPr sz="2300" spc="-150" dirty="0">
                <a:solidFill>
                  <a:srgbClr val="0F469B"/>
                </a:solidFill>
              </a:rPr>
              <a:t>ion</a:t>
            </a:r>
            <a:r>
              <a:rPr sz="2300" spc="-145" dirty="0">
                <a:solidFill>
                  <a:srgbClr val="0F469B"/>
                </a:solidFill>
              </a:rPr>
              <a:t>a</a:t>
            </a:r>
            <a:r>
              <a:rPr sz="2300" dirty="0">
                <a:solidFill>
                  <a:srgbClr val="0F469B"/>
                </a:solidFill>
              </a:rPr>
              <a:t>l</a:t>
            </a:r>
            <a:r>
              <a:rPr sz="2300" spc="-310" dirty="0">
                <a:solidFill>
                  <a:srgbClr val="0F469B"/>
                </a:solidFill>
              </a:rPr>
              <a:t> </a:t>
            </a:r>
            <a:r>
              <a:rPr sz="2300" spc="-145" dirty="0">
                <a:solidFill>
                  <a:srgbClr val="0F469B"/>
                </a:solidFill>
              </a:rPr>
              <a:t>ma</a:t>
            </a:r>
            <a:r>
              <a:rPr sz="2300" spc="-150" dirty="0">
                <a:solidFill>
                  <a:srgbClr val="0F469B"/>
                </a:solidFill>
              </a:rPr>
              <a:t>r</a:t>
            </a:r>
            <a:r>
              <a:rPr sz="2300" spc="-210" dirty="0">
                <a:solidFill>
                  <a:srgbClr val="0F469B"/>
                </a:solidFill>
              </a:rPr>
              <a:t>k</a:t>
            </a:r>
            <a:r>
              <a:rPr sz="2300" spc="-155" dirty="0">
                <a:solidFill>
                  <a:srgbClr val="0F469B"/>
                </a:solidFill>
              </a:rPr>
              <a:t>e</a:t>
            </a:r>
            <a:r>
              <a:rPr sz="2300" spc="-140" dirty="0">
                <a:solidFill>
                  <a:srgbClr val="0F469B"/>
                </a:solidFill>
              </a:rPr>
              <a:t>t</a:t>
            </a:r>
            <a:r>
              <a:rPr sz="2300" dirty="0">
                <a:solidFill>
                  <a:srgbClr val="0F469B"/>
                </a:solidFill>
              </a:rPr>
              <a:t>…</a:t>
            </a:r>
            <a:endParaRPr sz="2300"/>
          </a:p>
        </p:txBody>
      </p:sp>
      <p:grpSp>
        <p:nvGrpSpPr>
          <p:cNvPr id="5" name="object 5"/>
          <p:cNvGrpSpPr/>
          <p:nvPr/>
        </p:nvGrpSpPr>
        <p:grpSpPr>
          <a:xfrm>
            <a:off x="383793" y="1051305"/>
            <a:ext cx="11195050" cy="5571490"/>
            <a:chOff x="383793" y="1051305"/>
            <a:chExt cx="11195050" cy="5571490"/>
          </a:xfrm>
        </p:grpSpPr>
        <p:pic>
          <p:nvPicPr>
            <p:cNvPr id="6" name="object 6"/>
            <p:cNvPicPr/>
            <p:nvPr/>
          </p:nvPicPr>
          <p:blipFill>
            <a:blip r:embed="rId2" cstate="print"/>
            <a:stretch>
              <a:fillRect/>
            </a:stretch>
          </p:blipFill>
          <p:spPr>
            <a:xfrm>
              <a:off x="394715" y="1074419"/>
              <a:ext cx="11183874" cy="5548122"/>
            </a:xfrm>
            <a:prstGeom prst="rect">
              <a:avLst/>
            </a:prstGeom>
          </p:spPr>
        </p:pic>
        <p:pic>
          <p:nvPicPr>
            <p:cNvPr id="7" name="object 7"/>
            <p:cNvPicPr/>
            <p:nvPr/>
          </p:nvPicPr>
          <p:blipFill>
            <a:blip r:embed="rId3" cstate="print"/>
            <a:stretch>
              <a:fillRect/>
            </a:stretch>
          </p:blipFill>
          <p:spPr>
            <a:xfrm>
              <a:off x="390143" y="1057718"/>
              <a:ext cx="11170920" cy="5533519"/>
            </a:xfrm>
            <a:prstGeom prst="rect">
              <a:avLst/>
            </a:prstGeom>
          </p:spPr>
        </p:pic>
        <p:sp>
          <p:nvSpPr>
            <p:cNvPr id="8" name="object 8"/>
            <p:cNvSpPr/>
            <p:nvPr/>
          </p:nvSpPr>
          <p:spPr>
            <a:xfrm>
              <a:off x="390143" y="1057655"/>
              <a:ext cx="11170920" cy="5534025"/>
            </a:xfrm>
            <a:custGeom>
              <a:avLst/>
              <a:gdLst/>
              <a:ahLst/>
              <a:cxnLst/>
              <a:rect l="l" t="t" r="r" b="b"/>
              <a:pathLst>
                <a:path w="11170920" h="5534025">
                  <a:moveTo>
                    <a:pt x="11170920" y="634111"/>
                  </a:moveTo>
                  <a:lnTo>
                    <a:pt x="11157368" y="678620"/>
                  </a:lnTo>
                  <a:lnTo>
                    <a:pt x="11127400" y="713636"/>
                  </a:lnTo>
                  <a:lnTo>
                    <a:pt x="11094068" y="739519"/>
                  </a:lnTo>
                  <a:lnTo>
                    <a:pt x="11051647" y="765052"/>
                  </a:lnTo>
                  <a:lnTo>
                    <a:pt x="11000331" y="790214"/>
                  </a:lnTo>
                  <a:lnTo>
                    <a:pt x="10961273" y="806771"/>
                  </a:lnTo>
                  <a:lnTo>
                    <a:pt x="10918406" y="823147"/>
                  </a:lnTo>
                  <a:lnTo>
                    <a:pt x="10871787" y="839334"/>
                  </a:lnTo>
                  <a:lnTo>
                    <a:pt x="10821472" y="855328"/>
                  </a:lnTo>
                  <a:lnTo>
                    <a:pt x="10767520" y="871120"/>
                  </a:lnTo>
                  <a:lnTo>
                    <a:pt x="10709987" y="886705"/>
                  </a:lnTo>
                  <a:lnTo>
                    <a:pt x="10648932" y="902076"/>
                  </a:lnTo>
                  <a:lnTo>
                    <a:pt x="10584412" y="917226"/>
                  </a:lnTo>
                  <a:lnTo>
                    <a:pt x="10516483" y="932149"/>
                  </a:lnTo>
                  <a:lnTo>
                    <a:pt x="10445205" y="946839"/>
                  </a:lnTo>
                  <a:lnTo>
                    <a:pt x="10370633" y="961288"/>
                  </a:lnTo>
                  <a:lnTo>
                    <a:pt x="10332130" y="968421"/>
                  </a:lnTo>
                  <a:lnTo>
                    <a:pt x="10292826" y="975491"/>
                  </a:lnTo>
                  <a:lnTo>
                    <a:pt x="10252727" y="982498"/>
                  </a:lnTo>
                  <a:lnTo>
                    <a:pt x="10211841" y="989441"/>
                  </a:lnTo>
                  <a:lnTo>
                    <a:pt x="10170175" y="996319"/>
                  </a:lnTo>
                  <a:lnTo>
                    <a:pt x="10127735" y="1003131"/>
                  </a:lnTo>
                  <a:lnTo>
                    <a:pt x="10084530" y="1009877"/>
                  </a:lnTo>
                  <a:lnTo>
                    <a:pt x="10040566" y="1016555"/>
                  </a:lnTo>
                  <a:lnTo>
                    <a:pt x="9995851" y="1023165"/>
                  </a:lnTo>
                  <a:lnTo>
                    <a:pt x="9950392" y="1029706"/>
                  </a:lnTo>
                  <a:lnTo>
                    <a:pt x="9904195" y="1036177"/>
                  </a:lnTo>
                  <a:lnTo>
                    <a:pt x="9857269" y="1042578"/>
                  </a:lnTo>
                  <a:lnTo>
                    <a:pt x="9809620" y="1048907"/>
                  </a:lnTo>
                  <a:lnTo>
                    <a:pt x="9761256" y="1055164"/>
                  </a:lnTo>
                  <a:lnTo>
                    <a:pt x="9712183" y="1061348"/>
                  </a:lnTo>
                  <a:lnTo>
                    <a:pt x="9662409" y="1067458"/>
                  </a:lnTo>
                  <a:lnTo>
                    <a:pt x="9611941" y="1073493"/>
                  </a:lnTo>
                  <a:lnTo>
                    <a:pt x="9560786" y="1079453"/>
                  </a:lnTo>
                  <a:lnTo>
                    <a:pt x="9508951" y="1085337"/>
                  </a:lnTo>
                  <a:lnTo>
                    <a:pt x="9456445" y="1091143"/>
                  </a:lnTo>
                  <a:lnTo>
                    <a:pt x="9403272" y="1096872"/>
                  </a:lnTo>
                  <a:lnTo>
                    <a:pt x="9349442" y="1102521"/>
                  </a:lnTo>
                  <a:lnTo>
                    <a:pt x="9294961" y="1108091"/>
                  </a:lnTo>
                  <a:lnTo>
                    <a:pt x="9239836" y="1113581"/>
                  </a:lnTo>
                  <a:lnTo>
                    <a:pt x="9184075" y="1118989"/>
                  </a:lnTo>
                  <a:lnTo>
                    <a:pt x="9127684" y="1124316"/>
                  </a:lnTo>
                  <a:lnTo>
                    <a:pt x="9070672" y="1129559"/>
                  </a:lnTo>
                  <a:lnTo>
                    <a:pt x="9013044" y="1134719"/>
                  </a:lnTo>
                  <a:lnTo>
                    <a:pt x="8954808" y="1139794"/>
                  </a:lnTo>
                  <a:lnTo>
                    <a:pt x="8895972" y="1144784"/>
                  </a:lnTo>
                  <a:lnTo>
                    <a:pt x="8836542" y="1149688"/>
                  </a:lnTo>
                  <a:lnTo>
                    <a:pt x="8776526" y="1154506"/>
                  </a:lnTo>
                  <a:lnTo>
                    <a:pt x="8715931" y="1159235"/>
                  </a:lnTo>
                  <a:lnTo>
                    <a:pt x="8654764" y="1163876"/>
                  </a:lnTo>
                  <a:lnTo>
                    <a:pt x="8593032" y="1168427"/>
                  </a:lnTo>
                  <a:lnTo>
                    <a:pt x="8530743" y="1172888"/>
                  </a:lnTo>
                  <a:lnTo>
                    <a:pt x="8467904" y="1177259"/>
                  </a:lnTo>
                  <a:lnTo>
                    <a:pt x="8404521" y="1181537"/>
                  </a:lnTo>
                  <a:lnTo>
                    <a:pt x="8340602" y="1185723"/>
                  </a:lnTo>
                  <a:lnTo>
                    <a:pt x="8276154" y="1189815"/>
                  </a:lnTo>
                  <a:lnTo>
                    <a:pt x="8211185" y="1193813"/>
                  </a:lnTo>
                  <a:lnTo>
                    <a:pt x="8145702" y="1197716"/>
                  </a:lnTo>
                  <a:lnTo>
                    <a:pt x="8079711" y="1201523"/>
                  </a:lnTo>
                  <a:lnTo>
                    <a:pt x="8013220" y="1205234"/>
                  </a:lnTo>
                  <a:lnTo>
                    <a:pt x="7946236" y="1208847"/>
                  </a:lnTo>
                  <a:lnTo>
                    <a:pt x="7878766" y="1212361"/>
                  </a:lnTo>
                  <a:lnTo>
                    <a:pt x="7810818" y="1215777"/>
                  </a:lnTo>
                  <a:lnTo>
                    <a:pt x="7742398" y="1219092"/>
                  </a:lnTo>
                  <a:lnTo>
                    <a:pt x="7673514" y="1222307"/>
                  </a:lnTo>
                  <a:lnTo>
                    <a:pt x="7604173" y="1225420"/>
                  </a:lnTo>
                  <a:lnTo>
                    <a:pt x="7534383" y="1228431"/>
                  </a:lnTo>
                  <a:lnTo>
                    <a:pt x="7464149" y="1231338"/>
                  </a:lnTo>
                  <a:lnTo>
                    <a:pt x="7393481" y="1234142"/>
                  </a:lnTo>
                  <a:lnTo>
                    <a:pt x="7322384" y="1236840"/>
                  </a:lnTo>
                  <a:lnTo>
                    <a:pt x="7250865" y="1239433"/>
                  </a:lnTo>
                  <a:lnTo>
                    <a:pt x="7178933" y="1241920"/>
                  </a:lnTo>
                  <a:lnTo>
                    <a:pt x="7106594" y="1244299"/>
                  </a:lnTo>
                  <a:lnTo>
                    <a:pt x="7033856" y="1246570"/>
                  </a:lnTo>
                  <a:lnTo>
                    <a:pt x="6960725" y="1248732"/>
                  </a:lnTo>
                  <a:lnTo>
                    <a:pt x="6887209" y="1250784"/>
                  </a:lnTo>
                  <a:lnTo>
                    <a:pt x="6813315" y="1252726"/>
                  </a:lnTo>
                  <a:lnTo>
                    <a:pt x="6739050" y="1254557"/>
                  </a:lnTo>
                  <a:lnTo>
                    <a:pt x="6664422" y="1256275"/>
                  </a:lnTo>
                  <a:lnTo>
                    <a:pt x="6589437" y="1257880"/>
                  </a:lnTo>
                  <a:lnTo>
                    <a:pt x="6514103" y="1259372"/>
                  </a:lnTo>
                  <a:lnTo>
                    <a:pt x="6438426" y="1260748"/>
                  </a:lnTo>
                  <a:lnTo>
                    <a:pt x="6362415" y="1262010"/>
                  </a:lnTo>
                  <a:lnTo>
                    <a:pt x="6286076" y="1263155"/>
                  </a:lnTo>
                  <a:lnTo>
                    <a:pt x="6209416" y="1264183"/>
                  </a:lnTo>
                  <a:lnTo>
                    <a:pt x="6132443" y="1265093"/>
                  </a:lnTo>
                  <a:lnTo>
                    <a:pt x="6055164" y="1265884"/>
                  </a:lnTo>
                  <a:lnTo>
                    <a:pt x="5977585" y="1266556"/>
                  </a:lnTo>
                  <a:lnTo>
                    <a:pt x="5899715" y="1267108"/>
                  </a:lnTo>
                  <a:lnTo>
                    <a:pt x="5821560" y="1267538"/>
                  </a:lnTo>
                  <a:lnTo>
                    <a:pt x="5743128" y="1267847"/>
                  </a:lnTo>
                  <a:lnTo>
                    <a:pt x="5664425" y="1268032"/>
                  </a:lnTo>
                  <a:lnTo>
                    <a:pt x="5585459" y="1268095"/>
                  </a:lnTo>
                  <a:lnTo>
                    <a:pt x="5506494" y="1268032"/>
                  </a:lnTo>
                  <a:lnTo>
                    <a:pt x="5427791" y="1267847"/>
                  </a:lnTo>
                  <a:lnTo>
                    <a:pt x="5349359" y="1267538"/>
                  </a:lnTo>
                  <a:lnTo>
                    <a:pt x="5271204" y="1267108"/>
                  </a:lnTo>
                  <a:lnTo>
                    <a:pt x="5193334" y="1266556"/>
                  </a:lnTo>
                  <a:lnTo>
                    <a:pt x="5115755" y="1265884"/>
                  </a:lnTo>
                  <a:lnTo>
                    <a:pt x="5038476" y="1265093"/>
                  </a:lnTo>
                  <a:lnTo>
                    <a:pt x="4961503" y="1264183"/>
                  </a:lnTo>
                  <a:lnTo>
                    <a:pt x="4884843" y="1263155"/>
                  </a:lnTo>
                  <a:lnTo>
                    <a:pt x="4808504" y="1262010"/>
                  </a:lnTo>
                  <a:lnTo>
                    <a:pt x="4732493" y="1260748"/>
                  </a:lnTo>
                  <a:lnTo>
                    <a:pt x="4656816" y="1259372"/>
                  </a:lnTo>
                  <a:lnTo>
                    <a:pt x="4581482" y="1257880"/>
                  </a:lnTo>
                  <a:lnTo>
                    <a:pt x="4506497" y="1256275"/>
                  </a:lnTo>
                  <a:lnTo>
                    <a:pt x="4431869" y="1254557"/>
                  </a:lnTo>
                  <a:lnTo>
                    <a:pt x="4357604" y="1252726"/>
                  </a:lnTo>
                  <a:lnTo>
                    <a:pt x="4283710" y="1250784"/>
                  </a:lnTo>
                  <a:lnTo>
                    <a:pt x="4210194" y="1248732"/>
                  </a:lnTo>
                  <a:lnTo>
                    <a:pt x="4137063" y="1246570"/>
                  </a:lnTo>
                  <a:lnTo>
                    <a:pt x="4064325" y="1244299"/>
                  </a:lnTo>
                  <a:lnTo>
                    <a:pt x="3991986" y="1241920"/>
                  </a:lnTo>
                  <a:lnTo>
                    <a:pt x="3920054" y="1239433"/>
                  </a:lnTo>
                  <a:lnTo>
                    <a:pt x="3848535" y="1236840"/>
                  </a:lnTo>
                  <a:lnTo>
                    <a:pt x="3777438" y="1234142"/>
                  </a:lnTo>
                  <a:lnTo>
                    <a:pt x="3706770" y="1231338"/>
                  </a:lnTo>
                  <a:lnTo>
                    <a:pt x="3636536" y="1228431"/>
                  </a:lnTo>
                  <a:lnTo>
                    <a:pt x="3566746" y="1225420"/>
                  </a:lnTo>
                  <a:lnTo>
                    <a:pt x="3497405" y="1222307"/>
                  </a:lnTo>
                  <a:lnTo>
                    <a:pt x="3428521" y="1219092"/>
                  </a:lnTo>
                  <a:lnTo>
                    <a:pt x="3360101" y="1215777"/>
                  </a:lnTo>
                  <a:lnTo>
                    <a:pt x="3292153" y="1212361"/>
                  </a:lnTo>
                  <a:lnTo>
                    <a:pt x="3224683" y="1208847"/>
                  </a:lnTo>
                  <a:lnTo>
                    <a:pt x="3157699" y="1205234"/>
                  </a:lnTo>
                  <a:lnTo>
                    <a:pt x="3091208" y="1201523"/>
                  </a:lnTo>
                  <a:lnTo>
                    <a:pt x="3025217" y="1197716"/>
                  </a:lnTo>
                  <a:lnTo>
                    <a:pt x="2959734" y="1193813"/>
                  </a:lnTo>
                  <a:lnTo>
                    <a:pt x="2894765" y="1189815"/>
                  </a:lnTo>
                  <a:lnTo>
                    <a:pt x="2830317" y="1185723"/>
                  </a:lnTo>
                  <a:lnTo>
                    <a:pt x="2766398" y="1181537"/>
                  </a:lnTo>
                  <a:lnTo>
                    <a:pt x="2703015" y="1177259"/>
                  </a:lnTo>
                  <a:lnTo>
                    <a:pt x="2640176" y="1172888"/>
                  </a:lnTo>
                  <a:lnTo>
                    <a:pt x="2577887" y="1168427"/>
                  </a:lnTo>
                  <a:lnTo>
                    <a:pt x="2516155" y="1163876"/>
                  </a:lnTo>
                  <a:lnTo>
                    <a:pt x="2454988" y="1159235"/>
                  </a:lnTo>
                  <a:lnTo>
                    <a:pt x="2394393" y="1154506"/>
                  </a:lnTo>
                  <a:lnTo>
                    <a:pt x="2334377" y="1149688"/>
                  </a:lnTo>
                  <a:lnTo>
                    <a:pt x="2274947" y="1144784"/>
                  </a:lnTo>
                  <a:lnTo>
                    <a:pt x="2216111" y="1139794"/>
                  </a:lnTo>
                  <a:lnTo>
                    <a:pt x="2157875" y="1134719"/>
                  </a:lnTo>
                  <a:lnTo>
                    <a:pt x="2100247" y="1129559"/>
                  </a:lnTo>
                  <a:lnTo>
                    <a:pt x="2043235" y="1124316"/>
                  </a:lnTo>
                  <a:lnTo>
                    <a:pt x="1986844" y="1118989"/>
                  </a:lnTo>
                  <a:lnTo>
                    <a:pt x="1931083" y="1113581"/>
                  </a:lnTo>
                  <a:lnTo>
                    <a:pt x="1875958" y="1108091"/>
                  </a:lnTo>
                  <a:lnTo>
                    <a:pt x="1821477" y="1102521"/>
                  </a:lnTo>
                  <a:lnTo>
                    <a:pt x="1767647" y="1096872"/>
                  </a:lnTo>
                  <a:lnTo>
                    <a:pt x="1714474" y="1091143"/>
                  </a:lnTo>
                  <a:lnTo>
                    <a:pt x="1661968" y="1085337"/>
                  </a:lnTo>
                  <a:lnTo>
                    <a:pt x="1610133" y="1079453"/>
                  </a:lnTo>
                  <a:lnTo>
                    <a:pt x="1558978" y="1073493"/>
                  </a:lnTo>
                  <a:lnTo>
                    <a:pt x="1508510" y="1067458"/>
                  </a:lnTo>
                  <a:lnTo>
                    <a:pt x="1458736" y="1061348"/>
                  </a:lnTo>
                  <a:lnTo>
                    <a:pt x="1409663" y="1055164"/>
                  </a:lnTo>
                  <a:lnTo>
                    <a:pt x="1361299" y="1048907"/>
                  </a:lnTo>
                  <a:lnTo>
                    <a:pt x="1313650" y="1042578"/>
                  </a:lnTo>
                  <a:lnTo>
                    <a:pt x="1266724" y="1036177"/>
                  </a:lnTo>
                  <a:lnTo>
                    <a:pt x="1220527" y="1029706"/>
                  </a:lnTo>
                  <a:lnTo>
                    <a:pt x="1175068" y="1023165"/>
                  </a:lnTo>
                  <a:lnTo>
                    <a:pt x="1130353" y="1016555"/>
                  </a:lnTo>
                  <a:lnTo>
                    <a:pt x="1086389" y="1009877"/>
                  </a:lnTo>
                  <a:lnTo>
                    <a:pt x="1043184" y="1003131"/>
                  </a:lnTo>
                  <a:lnTo>
                    <a:pt x="1000744" y="996319"/>
                  </a:lnTo>
                  <a:lnTo>
                    <a:pt x="959078" y="989441"/>
                  </a:lnTo>
                  <a:lnTo>
                    <a:pt x="918192" y="982498"/>
                  </a:lnTo>
                  <a:lnTo>
                    <a:pt x="878093" y="975491"/>
                  </a:lnTo>
                  <a:lnTo>
                    <a:pt x="838789" y="968421"/>
                  </a:lnTo>
                  <a:lnTo>
                    <a:pt x="800286" y="961288"/>
                  </a:lnTo>
                  <a:lnTo>
                    <a:pt x="762592" y="954094"/>
                  </a:lnTo>
                  <a:lnTo>
                    <a:pt x="689660" y="939524"/>
                  </a:lnTo>
                  <a:lnTo>
                    <a:pt x="620049" y="924716"/>
                  </a:lnTo>
                  <a:lnTo>
                    <a:pt x="553818" y="909679"/>
                  </a:lnTo>
                  <a:lnTo>
                    <a:pt x="491023" y="894418"/>
                  </a:lnTo>
                  <a:lnTo>
                    <a:pt x="431722" y="878939"/>
                  </a:lnTo>
                  <a:lnTo>
                    <a:pt x="375972" y="863249"/>
                  </a:lnTo>
                  <a:lnTo>
                    <a:pt x="323831" y="847356"/>
                  </a:lnTo>
                  <a:lnTo>
                    <a:pt x="275357" y="831264"/>
                  </a:lnTo>
                  <a:lnTo>
                    <a:pt x="230606" y="814982"/>
                  </a:lnTo>
                  <a:lnTo>
                    <a:pt x="189637" y="798515"/>
                  </a:lnTo>
                  <a:lnTo>
                    <a:pt x="152506" y="781869"/>
                  </a:lnTo>
                  <a:lnTo>
                    <a:pt x="104133" y="756581"/>
                  </a:lnTo>
                  <a:lnTo>
                    <a:pt x="64721" y="730929"/>
                  </a:lnTo>
                  <a:lnTo>
                    <a:pt x="34462" y="704935"/>
                  </a:lnTo>
                  <a:lnTo>
                    <a:pt x="8692" y="669781"/>
                  </a:lnTo>
                  <a:lnTo>
                    <a:pt x="0" y="634111"/>
                  </a:lnTo>
                  <a:lnTo>
                    <a:pt x="546" y="625144"/>
                  </a:lnTo>
                  <a:lnTo>
                    <a:pt x="19471" y="580777"/>
                  </a:lnTo>
                  <a:lnTo>
                    <a:pt x="53608" y="545890"/>
                  </a:lnTo>
                  <a:lnTo>
                    <a:pt x="89991" y="520113"/>
                  </a:lnTo>
                  <a:lnTo>
                    <a:pt x="135398" y="494694"/>
                  </a:lnTo>
                  <a:lnTo>
                    <a:pt x="170588" y="477957"/>
                  </a:lnTo>
                  <a:lnTo>
                    <a:pt x="209646" y="461396"/>
                  </a:lnTo>
                  <a:lnTo>
                    <a:pt x="252513" y="445015"/>
                  </a:lnTo>
                  <a:lnTo>
                    <a:pt x="299132" y="428823"/>
                  </a:lnTo>
                  <a:lnTo>
                    <a:pt x="349447" y="412826"/>
                  </a:lnTo>
                  <a:lnTo>
                    <a:pt x="403399" y="397030"/>
                  </a:lnTo>
                  <a:lnTo>
                    <a:pt x="460932" y="381441"/>
                  </a:lnTo>
                  <a:lnTo>
                    <a:pt x="521987" y="366067"/>
                  </a:lnTo>
                  <a:lnTo>
                    <a:pt x="586507" y="350913"/>
                  </a:lnTo>
                  <a:lnTo>
                    <a:pt x="654436" y="335987"/>
                  </a:lnTo>
                  <a:lnTo>
                    <a:pt x="725714" y="321294"/>
                  </a:lnTo>
                  <a:lnTo>
                    <a:pt x="800286" y="306842"/>
                  </a:lnTo>
                  <a:lnTo>
                    <a:pt x="838789" y="299708"/>
                  </a:lnTo>
                  <a:lnTo>
                    <a:pt x="878093" y="292636"/>
                  </a:lnTo>
                  <a:lnTo>
                    <a:pt x="918192" y="285628"/>
                  </a:lnTo>
                  <a:lnTo>
                    <a:pt x="959078" y="278684"/>
                  </a:lnTo>
                  <a:lnTo>
                    <a:pt x="1000744" y="271805"/>
                  </a:lnTo>
                  <a:lnTo>
                    <a:pt x="1043184" y="264991"/>
                  </a:lnTo>
                  <a:lnTo>
                    <a:pt x="1086389" y="258245"/>
                  </a:lnTo>
                  <a:lnTo>
                    <a:pt x="1130353" y="251565"/>
                  </a:lnTo>
                  <a:lnTo>
                    <a:pt x="1175068" y="244954"/>
                  </a:lnTo>
                  <a:lnTo>
                    <a:pt x="1220527" y="238412"/>
                  </a:lnTo>
                  <a:lnTo>
                    <a:pt x="1266724" y="231939"/>
                  </a:lnTo>
                  <a:lnTo>
                    <a:pt x="1313650" y="225538"/>
                  </a:lnTo>
                  <a:lnTo>
                    <a:pt x="1361299" y="219208"/>
                  </a:lnTo>
                  <a:lnTo>
                    <a:pt x="1409663" y="212950"/>
                  </a:lnTo>
                  <a:lnTo>
                    <a:pt x="1458736" y="206765"/>
                  </a:lnTo>
                  <a:lnTo>
                    <a:pt x="1508510" y="200654"/>
                  </a:lnTo>
                  <a:lnTo>
                    <a:pt x="1558978" y="194618"/>
                  </a:lnTo>
                  <a:lnTo>
                    <a:pt x="1610133" y="188657"/>
                  </a:lnTo>
                  <a:lnTo>
                    <a:pt x="1661968" y="182773"/>
                  </a:lnTo>
                  <a:lnTo>
                    <a:pt x="1714474" y="176966"/>
                  </a:lnTo>
                  <a:lnTo>
                    <a:pt x="1767647" y="171236"/>
                  </a:lnTo>
                  <a:lnTo>
                    <a:pt x="1821477" y="165586"/>
                  </a:lnTo>
                  <a:lnTo>
                    <a:pt x="1875958" y="160015"/>
                  </a:lnTo>
                  <a:lnTo>
                    <a:pt x="1931083" y="154525"/>
                  </a:lnTo>
                  <a:lnTo>
                    <a:pt x="1986844" y="149116"/>
                  </a:lnTo>
                  <a:lnTo>
                    <a:pt x="2043235" y="143789"/>
                  </a:lnTo>
                  <a:lnTo>
                    <a:pt x="2100247" y="138545"/>
                  </a:lnTo>
                  <a:lnTo>
                    <a:pt x="2157875" y="133384"/>
                  </a:lnTo>
                  <a:lnTo>
                    <a:pt x="2216111" y="128308"/>
                  </a:lnTo>
                  <a:lnTo>
                    <a:pt x="2274947" y="123318"/>
                  </a:lnTo>
                  <a:lnTo>
                    <a:pt x="2334377" y="118413"/>
                  </a:lnTo>
                  <a:lnTo>
                    <a:pt x="2394393" y="113596"/>
                  </a:lnTo>
                  <a:lnTo>
                    <a:pt x="2454988" y="108866"/>
                  </a:lnTo>
                  <a:lnTo>
                    <a:pt x="2516155" y="104225"/>
                  </a:lnTo>
                  <a:lnTo>
                    <a:pt x="2577887" y="99673"/>
                  </a:lnTo>
                  <a:lnTo>
                    <a:pt x="2640176" y="95211"/>
                  </a:lnTo>
                  <a:lnTo>
                    <a:pt x="2703015" y="90841"/>
                  </a:lnTo>
                  <a:lnTo>
                    <a:pt x="2766398" y="86562"/>
                  </a:lnTo>
                  <a:lnTo>
                    <a:pt x="2830317" y="82376"/>
                  </a:lnTo>
                  <a:lnTo>
                    <a:pt x="2894765" y="78283"/>
                  </a:lnTo>
                  <a:lnTo>
                    <a:pt x="2959734" y="74284"/>
                  </a:lnTo>
                  <a:lnTo>
                    <a:pt x="3025217" y="70381"/>
                  </a:lnTo>
                  <a:lnTo>
                    <a:pt x="3091208" y="66574"/>
                  </a:lnTo>
                  <a:lnTo>
                    <a:pt x="3157699" y="62863"/>
                  </a:lnTo>
                  <a:lnTo>
                    <a:pt x="3224683" y="59250"/>
                  </a:lnTo>
                  <a:lnTo>
                    <a:pt x="3292153" y="55735"/>
                  </a:lnTo>
                  <a:lnTo>
                    <a:pt x="3360101" y="52319"/>
                  </a:lnTo>
                  <a:lnTo>
                    <a:pt x="3428521" y="49004"/>
                  </a:lnTo>
                  <a:lnTo>
                    <a:pt x="3497405" y="45789"/>
                  </a:lnTo>
                  <a:lnTo>
                    <a:pt x="3566746" y="42675"/>
                  </a:lnTo>
                  <a:lnTo>
                    <a:pt x="3636536" y="39665"/>
                  </a:lnTo>
                  <a:lnTo>
                    <a:pt x="3706770" y="36757"/>
                  </a:lnTo>
                  <a:lnTo>
                    <a:pt x="3777438" y="33953"/>
                  </a:lnTo>
                  <a:lnTo>
                    <a:pt x="3848535" y="31255"/>
                  </a:lnTo>
                  <a:lnTo>
                    <a:pt x="3920054" y="28662"/>
                  </a:lnTo>
                  <a:lnTo>
                    <a:pt x="3991986" y="26175"/>
                  </a:lnTo>
                  <a:lnTo>
                    <a:pt x="4064325" y="23796"/>
                  </a:lnTo>
                  <a:lnTo>
                    <a:pt x="4137063" y="21525"/>
                  </a:lnTo>
                  <a:lnTo>
                    <a:pt x="4210194" y="19362"/>
                  </a:lnTo>
                  <a:lnTo>
                    <a:pt x="4283710" y="17310"/>
                  </a:lnTo>
                  <a:lnTo>
                    <a:pt x="4357604" y="15368"/>
                  </a:lnTo>
                  <a:lnTo>
                    <a:pt x="4431869" y="13538"/>
                  </a:lnTo>
                  <a:lnTo>
                    <a:pt x="4506497" y="11819"/>
                  </a:lnTo>
                  <a:lnTo>
                    <a:pt x="4581482" y="10214"/>
                  </a:lnTo>
                  <a:lnTo>
                    <a:pt x="4656816" y="8723"/>
                  </a:lnTo>
                  <a:lnTo>
                    <a:pt x="4732493" y="7346"/>
                  </a:lnTo>
                  <a:lnTo>
                    <a:pt x="4808504" y="6084"/>
                  </a:lnTo>
                  <a:lnTo>
                    <a:pt x="4884843" y="4939"/>
                  </a:lnTo>
                  <a:lnTo>
                    <a:pt x="4961503" y="3911"/>
                  </a:lnTo>
                  <a:lnTo>
                    <a:pt x="5038476" y="3001"/>
                  </a:lnTo>
                  <a:lnTo>
                    <a:pt x="5115755" y="2210"/>
                  </a:lnTo>
                  <a:lnTo>
                    <a:pt x="5193334" y="1538"/>
                  </a:lnTo>
                  <a:lnTo>
                    <a:pt x="5271204" y="986"/>
                  </a:lnTo>
                  <a:lnTo>
                    <a:pt x="5349359" y="556"/>
                  </a:lnTo>
                  <a:lnTo>
                    <a:pt x="5427791" y="247"/>
                  </a:lnTo>
                  <a:lnTo>
                    <a:pt x="5506494" y="62"/>
                  </a:lnTo>
                  <a:lnTo>
                    <a:pt x="5585459" y="0"/>
                  </a:lnTo>
                  <a:lnTo>
                    <a:pt x="5664425" y="62"/>
                  </a:lnTo>
                  <a:lnTo>
                    <a:pt x="5743128" y="247"/>
                  </a:lnTo>
                  <a:lnTo>
                    <a:pt x="5821560" y="556"/>
                  </a:lnTo>
                  <a:lnTo>
                    <a:pt x="5899715" y="986"/>
                  </a:lnTo>
                  <a:lnTo>
                    <a:pt x="5977585" y="1538"/>
                  </a:lnTo>
                  <a:lnTo>
                    <a:pt x="6055164" y="2210"/>
                  </a:lnTo>
                  <a:lnTo>
                    <a:pt x="6132443" y="3001"/>
                  </a:lnTo>
                  <a:lnTo>
                    <a:pt x="6209416" y="3911"/>
                  </a:lnTo>
                  <a:lnTo>
                    <a:pt x="6286076" y="4939"/>
                  </a:lnTo>
                  <a:lnTo>
                    <a:pt x="6362415" y="6084"/>
                  </a:lnTo>
                  <a:lnTo>
                    <a:pt x="6438426" y="7346"/>
                  </a:lnTo>
                  <a:lnTo>
                    <a:pt x="6514103" y="8723"/>
                  </a:lnTo>
                  <a:lnTo>
                    <a:pt x="6589437" y="10214"/>
                  </a:lnTo>
                  <a:lnTo>
                    <a:pt x="6664422" y="11819"/>
                  </a:lnTo>
                  <a:lnTo>
                    <a:pt x="6739050" y="13538"/>
                  </a:lnTo>
                  <a:lnTo>
                    <a:pt x="6813315" y="15368"/>
                  </a:lnTo>
                  <a:lnTo>
                    <a:pt x="6887209" y="17310"/>
                  </a:lnTo>
                  <a:lnTo>
                    <a:pt x="6960725" y="19362"/>
                  </a:lnTo>
                  <a:lnTo>
                    <a:pt x="7033856" y="21525"/>
                  </a:lnTo>
                  <a:lnTo>
                    <a:pt x="7106594" y="23796"/>
                  </a:lnTo>
                  <a:lnTo>
                    <a:pt x="7178933" y="26175"/>
                  </a:lnTo>
                  <a:lnTo>
                    <a:pt x="7250865" y="28662"/>
                  </a:lnTo>
                  <a:lnTo>
                    <a:pt x="7322384" y="31255"/>
                  </a:lnTo>
                  <a:lnTo>
                    <a:pt x="7393481" y="33953"/>
                  </a:lnTo>
                  <a:lnTo>
                    <a:pt x="7464149" y="36757"/>
                  </a:lnTo>
                  <a:lnTo>
                    <a:pt x="7534383" y="39665"/>
                  </a:lnTo>
                  <a:lnTo>
                    <a:pt x="7604173" y="42675"/>
                  </a:lnTo>
                  <a:lnTo>
                    <a:pt x="7673514" y="45789"/>
                  </a:lnTo>
                  <a:lnTo>
                    <a:pt x="7742398" y="49004"/>
                  </a:lnTo>
                  <a:lnTo>
                    <a:pt x="7810818" y="52319"/>
                  </a:lnTo>
                  <a:lnTo>
                    <a:pt x="7878766" y="55735"/>
                  </a:lnTo>
                  <a:lnTo>
                    <a:pt x="7946236" y="59250"/>
                  </a:lnTo>
                  <a:lnTo>
                    <a:pt x="8013220" y="62863"/>
                  </a:lnTo>
                  <a:lnTo>
                    <a:pt x="8079711" y="66574"/>
                  </a:lnTo>
                  <a:lnTo>
                    <a:pt x="8145702" y="70381"/>
                  </a:lnTo>
                  <a:lnTo>
                    <a:pt x="8211185" y="74284"/>
                  </a:lnTo>
                  <a:lnTo>
                    <a:pt x="8276154" y="78283"/>
                  </a:lnTo>
                  <a:lnTo>
                    <a:pt x="8340602" y="82376"/>
                  </a:lnTo>
                  <a:lnTo>
                    <a:pt x="8404521" y="86562"/>
                  </a:lnTo>
                  <a:lnTo>
                    <a:pt x="8467904" y="90841"/>
                  </a:lnTo>
                  <a:lnTo>
                    <a:pt x="8530743" y="95211"/>
                  </a:lnTo>
                  <a:lnTo>
                    <a:pt x="8593032" y="99673"/>
                  </a:lnTo>
                  <a:lnTo>
                    <a:pt x="8654764" y="104225"/>
                  </a:lnTo>
                  <a:lnTo>
                    <a:pt x="8715931" y="108866"/>
                  </a:lnTo>
                  <a:lnTo>
                    <a:pt x="8776526" y="113596"/>
                  </a:lnTo>
                  <a:lnTo>
                    <a:pt x="8836542" y="118413"/>
                  </a:lnTo>
                  <a:lnTo>
                    <a:pt x="8895972" y="123318"/>
                  </a:lnTo>
                  <a:lnTo>
                    <a:pt x="8954808" y="128308"/>
                  </a:lnTo>
                  <a:lnTo>
                    <a:pt x="9013044" y="133384"/>
                  </a:lnTo>
                  <a:lnTo>
                    <a:pt x="9070672" y="138545"/>
                  </a:lnTo>
                  <a:lnTo>
                    <a:pt x="9127684" y="143789"/>
                  </a:lnTo>
                  <a:lnTo>
                    <a:pt x="9184075" y="149116"/>
                  </a:lnTo>
                  <a:lnTo>
                    <a:pt x="9239836" y="154525"/>
                  </a:lnTo>
                  <a:lnTo>
                    <a:pt x="9294961" y="160015"/>
                  </a:lnTo>
                  <a:lnTo>
                    <a:pt x="9349442" y="165586"/>
                  </a:lnTo>
                  <a:lnTo>
                    <a:pt x="9403272" y="171236"/>
                  </a:lnTo>
                  <a:lnTo>
                    <a:pt x="9456445" y="176966"/>
                  </a:lnTo>
                  <a:lnTo>
                    <a:pt x="9508951" y="182773"/>
                  </a:lnTo>
                  <a:lnTo>
                    <a:pt x="9560786" y="188657"/>
                  </a:lnTo>
                  <a:lnTo>
                    <a:pt x="9611941" y="194618"/>
                  </a:lnTo>
                  <a:lnTo>
                    <a:pt x="9662409" y="200654"/>
                  </a:lnTo>
                  <a:lnTo>
                    <a:pt x="9712183" y="206765"/>
                  </a:lnTo>
                  <a:lnTo>
                    <a:pt x="9761256" y="212950"/>
                  </a:lnTo>
                  <a:lnTo>
                    <a:pt x="9809620" y="219208"/>
                  </a:lnTo>
                  <a:lnTo>
                    <a:pt x="9857269" y="225538"/>
                  </a:lnTo>
                  <a:lnTo>
                    <a:pt x="9904195" y="231939"/>
                  </a:lnTo>
                  <a:lnTo>
                    <a:pt x="9950392" y="238412"/>
                  </a:lnTo>
                  <a:lnTo>
                    <a:pt x="9995851" y="244954"/>
                  </a:lnTo>
                  <a:lnTo>
                    <a:pt x="10040566" y="251565"/>
                  </a:lnTo>
                  <a:lnTo>
                    <a:pt x="10084530" y="258245"/>
                  </a:lnTo>
                  <a:lnTo>
                    <a:pt x="10127735" y="264991"/>
                  </a:lnTo>
                  <a:lnTo>
                    <a:pt x="10170175" y="271805"/>
                  </a:lnTo>
                  <a:lnTo>
                    <a:pt x="10211841" y="278684"/>
                  </a:lnTo>
                  <a:lnTo>
                    <a:pt x="10252727" y="285628"/>
                  </a:lnTo>
                  <a:lnTo>
                    <a:pt x="10292826" y="292636"/>
                  </a:lnTo>
                  <a:lnTo>
                    <a:pt x="10332130" y="299708"/>
                  </a:lnTo>
                  <a:lnTo>
                    <a:pt x="10370633" y="306842"/>
                  </a:lnTo>
                  <a:lnTo>
                    <a:pt x="10408327" y="314038"/>
                  </a:lnTo>
                  <a:lnTo>
                    <a:pt x="10481259" y="328611"/>
                  </a:lnTo>
                  <a:lnTo>
                    <a:pt x="10550870" y="343421"/>
                  </a:lnTo>
                  <a:lnTo>
                    <a:pt x="10617101" y="358462"/>
                  </a:lnTo>
                  <a:lnTo>
                    <a:pt x="10679896" y="373727"/>
                  </a:lnTo>
                  <a:lnTo>
                    <a:pt x="10739197" y="389209"/>
                  </a:lnTo>
                  <a:lnTo>
                    <a:pt x="10794947" y="404902"/>
                  </a:lnTo>
                  <a:lnTo>
                    <a:pt x="10847088" y="420800"/>
                  </a:lnTo>
                  <a:lnTo>
                    <a:pt x="10895562" y="436895"/>
                  </a:lnTo>
                  <a:lnTo>
                    <a:pt x="10940313" y="453182"/>
                  </a:lnTo>
                  <a:lnTo>
                    <a:pt x="10981282" y="469654"/>
                  </a:lnTo>
                  <a:lnTo>
                    <a:pt x="11018413" y="486304"/>
                  </a:lnTo>
                  <a:lnTo>
                    <a:pt x="11066786" y="511600"/>
                  </a:lnTo>
                  <a:lnTo>
                    <a:pt x="11106198" y="537260"/>
                  </a:lnTo>
                  <a:lnTo>
                    <a:pt x="11136457" y="563262"/>
                  </a:lnTo>
                  <a:lnTo>
                    <a:pt x="11162227" y="598427"/>
                  </a:lnTo>
                  <a:lnTo>
                    <a:pt x="11170920" y="634111"/>
                  </a:lnTo>
                  <a:lnTo>
                    <a:pt x="11170920" y="4899571"/>
                  </a:lnTo>
                  <a:lnTo>
                    <a:pt x="11157368" y="4944086"/>
                  </a:lnTo>
                  <a:lnTo>
                    <a:pt x="11127400" y="4979108"/>
                  </a:lnTo>
                  <a:lnTo>
                    <a:pt x="11094068" y="5004994"/>
                  </a:lnTo>
                  <a:lnTo>
                    <a:pt x="11051647" y="5030531"/>
                  </a:lnTo>
                  <a:lnTo>
                    <a:pt x="11000331" y="5055696"/>
                  </a:lnTo>
                  <a:lnTo>
                    <a:pt x="10961273" y="5072256"/>
                  </a:lnTo>
                  <a:lnTo>
                    <a:pt x="10918406" y="5088634"/>
                  </a:lnTo>
                  <a:lnTo>
                    <a:pt x="10871787" y="5104824"/>
                  </a:lnTo>
                  <a:lnTo>
                    <a:pt x="10821472" y="5120820"/>
                  </a:lnTo>
                  <a:lnTo>
                    <a:pt x="10767520" y="5136614"/>
                  </a:lnTo>
                  <a:lnTo>
                    <a:pt x="10709987" y="5152201"/>
                  </a:lnTo>
                  <a:lnTo>
                    <a:pt x="10648932" y="5167574"/>
                  </a:lnTo>
                  <a:lnTo>
                    <a:pt x="10584412" y="5182727"/>
                  </a:lnTo>
                  <a:lnTo>
                    <a:pt x="10516483" y="5197652"/>
                  </a:lnTo>
                  <a:lnTo>
                    <a:pt x="10445205" y="5212344"/>
                  </a:lnTo>
                  <a:lnTo>
                    <a:pt x="10370633" y="5226795"/>
                  </a:lnTo>
                  <a:lnTo>
                    <a:pt x="10332130" y="5233929"/>
                  </a:lnTo>
                  <a:lnTo>
                    <a:pt x="10292826" y="5241000"/>
                  </a:lnTo>
                  <a:lnTo>
                    <a:pt x="10252727" y="5248008"/>
                  </a:lnTo>
                  <a:lnTo>
                    <a:pt x="10211841" y="5254952"/>
                  </a:lnTo>
                  <a:lnTo>
                    <a:pt x="10170175" y="5261831"/>
                  </a:lnTo>
                  <a:lnTo>
                    <a:pt x="10127735" y="5268644"/>
                  </a:lnTo>
                  <a:lnTo>
                    <a:pt x="10084530" y="5275390"/>
                  </a:lnTo>
                  <a:lnTo>
                    <a:pt x="10040566" y="5282069"/>
                  </a:lnTo>
                  <a:lnTo>
                    <a:pt x="9995851" y="5288680"/>
                  </a:lnTo>
                  <a:lnTo>
                    <a:pt x="9950392" y="5295222"/>
                  </a:lnTo>
                  <a:lnTo>
                    <a:pt x="9904195" y="5301695"/>
                  </a:lnTo>
                  <a:lnTo>
                    <a:pt x="9857269" y="5308096"/>
                  </a:lnTo>
                  <a:lnTo>
                    <a:pt x="9809620" y="5314426"/>
                  </a:lnTo>
                  <a:lnTo>
                    <a:pt x="9761256" y="5320684"/>
                  </a:lnTo>
                  <a:lnTo>
                    <a:pt x="9712183" y="5326869"/>
                  </a:lnTo>
                  <a:lnTo>
                    <a:pt x="9662409" y="5332980"/>
                  </a:lnTo>
                  <a:lnTo>
                    <a:pt x="9611941" y="5339016"/>
                  </a:lnTo>
                  <a:lnTo>
                    <a:pt x="9560786" y="5344976"/>
                  </a:lnTo>
                  <a:lnTo>
                    <a:pt x="9508951" y="5350861"/>
                  </a:lnTo>
                  <a:lnTo>
                    <a:pt x="9456445" y="5356668"/>
                  </a:lnTo>
                  <a:lnTo>
                    <a:pt x="9403272" y="5362397"/>
                  </a:lnTo>
                  <a:lnTo>
                    <a:pt x="9349442" y="5368048"/>
                  </a:lnTo>
                  <a:lnTo>
                    <a:pt x="9294961" y="5373618"/>
                  </a:lnTo>
                  <a:lnTo>
                    <a:pt x="9239836" y="5379109"/>
                  </a:lnTo>
                  <a:lnTo>
                    <a:pt x="9184075" y="5384518"/>
                  </a:lnTo>
                  <a:lnTo>
                    <a:pt x="9127684" y="5389845"/>
                  </a:lnTo>
                  <a:lnTo>
                    <a:pt x="9070672" y="5395089"/>
                  </a:lnTo>
                  <a:lnTo>
                    <a:pt x="9013044" y="5400250"/>
                  </a:lnTo>
                  <a:lnTo>
                    <a:pt x="8954808" y="5405326"/>
                  </a:lnTo>
                  <a:lnTo>
                    <a:pt x="8895972" y="5410317"/>
                  </a:lnTo>
                  <a:lnTo>
                    <a:pt x="8836542" y="5415221"/>
                  </a:lnTo>
                  <a:lnTo>
                    <a:pt x="8776526" y="5420039"/>
                  </a:lnTo>
                  <a:lnTo>
                    <a:pt x="8715931" y="5424769"/>
                  </a:lnTo>
                  <a:lnTo>
                    <a:pt x="8654764" y="5429410"/>
                  </a:lnTo>
                  <a:lnTo>
                    <a:pt x="8593032" y="5433962"/>
                  </a:lnTo>
                  <a:lnTo>
                    <a:pt x="8530743" y="5438424"/>
                  </a:lnTo>
                  <a:lnTo>
                    <a:pt x="8467904" y="5442795"/>
                  </a:lnTo>
                  <a:lnTo>
                    <a:pt x="8404521" y="5447074"/>
                  </a:lnTo>
                  <a:lnTo>
                    <a:pt x="8340602" y="5451261"/>
                  </a:lnTo>
                  <a:lnTo>
                    <a:pt x="8276154" y="5455353"/>
                  </a:lnTo>
                  <a:lnTo>
                    <a:pt x="8211185" y="5459352"/>
                  </a:lnTo>
                  <a:lnTo>
                    <a:pt x="8145702" y="5463256"/>
                  </a:lnTo>
                  <a:lnTo>
                    <a:pt x="8079711" y="5467063"/>
                  </a:lnTo>
                  <a:lnTo>
                    <a:pt x="8013220" y="5470774"/>
                  </a:lnTo>
                  <a:lnTo>
                    <a:pt x="7946236" y="5474388"/>
                  </a:lnTo>
                  <a:lnTo>
                    <a:pt x="7878766" y="5477903"/>
                  </a:lnTo>
                  <a:lnTo>
                    <a:pt x="7810818" y="5481319"/>
                  </a:lnTo>
                  <a:lnTo>
                    <a:pt x="7742398" y="5484635"/>
                  </a:lnTo>
                  <a:lnTo>
                    <a:pt x="7673514" y="5487850"/>
                  </a:lnTo>
                  <a:lnTo>
                    <a:pt x="7604173" y="5490963"/>
                  </a:lnTo>
                  <a:lnTo>
                    <a:pt x="7534383" y="5493974"/>
                  </a:lnTo>
                  <a:lnTo>
                    <a:pt x="7464149" y="5496882"/>
                  </a:lnTo>
                  <a:lnTo>
                    <a:pt x="7393481" y="5499686"/>
                  </a:lnTo>
                  <a:lnTo>
                    <a:pt x="7322384" y="5502385"/>
                  </a:lnTo>
                  <a:lnTo>
                    <a:pt x="7250865" y="5504978"/>
                  </a:lnTo>
                  <a:lnTo>
                    <a:pt x="7178933" y="5507465"/>
                  </a:lnTo>
                  <a:lnTo>
                    <a:pt x="7106594" y="5509845"/>
                  </a:lnTo>
                  <a:lnTo>
                    <a:pt x="7033856" y="5512116"/>
                  </a:lnTo>
                  <a:lnTo>
                    <a:pt x="6960725" y="5514278"/>
                  </a:lnTo>
                  <a:lnTo>
                    <a:pt x="6887209" y="5516331"/>
                  </a:lnTo>
                  <a:lnTo>
                    <a:pt x="6813315" y="5518273"/>
                  </a:lnTo>
                  <a:lnTo>
                    <a:pt x="6739050" y="5520104"/>
                  </a:lnTo>
                  <a:lnTo>
                    <a:pt x="6664422" y="5521822"/>
                  </a:lnTo>
                  <a:lnTo>
                    <a:pt x="6589437" y="5523428"/>
                  </a:lnTo>
                  <a:lnTo>
                    <a:pt x="6514103" y="5524919"/>
                  </a:lnTo>
                  <a:lnTo>
                    <a:pt x="6438426" y="5526296"/>
                  </a:lnTo>
                  <a:lnTo>
                    <a:pt x="6362415" y="5527558"/>
                  </a:lnTo>
                  <a:lnTo>
                    <a:pt x="6286076" y="5528703"/>
                  </a:lnTo>
                  <a:lnTo>
                    <a:pt x="6209416" y="5529731"/>
                  </a:lnTo>
                  <a:lnTo>
                    <a:pt x="6132443" y="5530642"/>
                  </a:lnTo>
                  <a:lnTo>
                    <a:pt x="6055164" y="5531433"/>
                  </a:lnTo>
                  <a:lnTo>
                    <a:pt x="5977585" y="5532105"/>
                  </a:lnTo>
                  <a:lnTo>
                    <a:pt x="5899715" y="5532657"/>
                  </a:lnTo>
                  <a:lnTo>
                    <a:pt x="5821560" y="5533087"/>
                  </a:lnTo>
                  <a:lnTo>
                    <a:pt x="5743128" y="5533396"/>
                  </a:lnTo>
                  <a:lnTo>
                    <a:pt x="5664425" y="5533581"/>
                  </a:lnTo>
                  <a:lnTo>
                    <a:pt x="5585459" y="5533644"/>
                  </a:lnTo>
                  <a:lnTo>
                    <a:pt x="5506494" y="5533581"/>
                  </a:lnTo>
                  <a:lnTo>
                    <a:pt x="5427791" y="5533396"/>
                  </a:lnTo>
                  <a:lnTo>
                    <a:pt x="5349359" y="5533087"/>
                  </a:lnTo>
                  <a:lnTo>
                    <a:pt x="5271204" y="5532657"/>
                  </a:lnTo>
                  <a:lnTo>
                    <a:pt x="5193334" y="5532105"/>
                  </a:lnTo>
                  <a:lnTo>
                    <a:pt x="5115755" y="5531433"/>
                  </a:lnTo>
                  <a:lnTo>
                    <a:pt x="5038476" y="5530642"/>
                  </a:lnTo>
                  <a:lnTo>
                    <a:pt x="4961503" y="5529731"/>
                  </a:lnTo>
                  <a:lnTo>
                    <a:pt x="4884843" y="5528703"/>
                  </a:lnTo>
                  <a:lnTo>
                    <a:pt x="4808504" y="5527558"/>
                  </a:lnTo>
                  <a:lnTo>
                    <a:pt x="4732493" y="5526296"/>
                  </a:lnTo>
                  <a:lnTo>
                    <a:pt x="4656816" y="5524919"/>
                  </a:lnTo>
                  <a:lnTo>
                    <a:pt x="4581482" y="5523428"/>
                  </a:lnTo>
                  <a:lnTo>
                    <a:pt x="4506497" y="5521822"/>
                  </a:lnTo>
                  <a:lnTo>
                    <a:pt x="4431869" y="5520104"/>
                  </a:lnTo>
                  <a:lnTo>
                    <a:pt x="4357604" y="5518273"/>
                  </a:lnTo>
                  <a:lnTo>
                    <a:pt x="4283710" y="5516331"/>
                  </a:lnTo>
                  <a:lnTo>
                    <a:pt x="4210194" y="5514278"/>
                  </a:lnTo>
                  <a:lnTo>
                    <a:pt x="4137063" y="5512116"/>
                  </a:lnTo>
                  <a:lnTo>
                    <a:pt x="4064325" y="5509845"/>
                  </a:lnTo>
                  <a:lnTo>
                    <a:pt x="3991986" y="5507465"/>
                  </a:lnTo>
                  <a:lnTo>
                    <a:pt x="3920054" y="5504978"/>
                  </a:lnTo>
                  <a:lnTo>
                    <a:pt x="3848535" y="5502385"/>
                  </a:lnTo>
                  <a:lnTo>
                    <a:pt x="3777438" y="5499686"/>
                  </a:lnTo>
                  <a:lnTo>
                    <a:pt x="3706770" y="5496882"/>
                  </a:lnTo>
                  <a:lnTo>
                    <a:pt x="3636536" y="5493974"/>
                  </a:lnTo>
                  <a:lnTo>
                    <a:pt x="3566746" y="5490963"/>
                  </a:lnTo>
                  <a:lnTo>
                    <a:pt x="3497405" y="5487850"/>
                  </a:lnTo>
                  <a:lnTo>
                    <a:pt x="3428521" y="5484635"/>
                  </a:lnTo>
                  <a:lnTo>
                    <a:pt x="3360101" y="5481319"/>
                  </a:lnTo>
                  <a:lnTo>
                    <a:pt x="3292153" y="5477903"/>
                  </a:lnTo>
                  <a:lnTo>
                    <a:pt x="3224683" y="5474388"/>
                  </a:lnTo>
                  <a:lnTo>
                    <a:pt x="3157699" y="5470774"/>
                  </a:lnTo>
                  <a:lnTo>
                    <a:pt x="3091208" y="5467063"/>
                  </a:lnTo>
                  <a:lnTo>
                    <a:pt x="3025217" y="5463256"/>
                  </a:lnTo>
                  <a:lnTo>
                    <a:pt x="2959734" y="5459352"/>
                  </a:lnTo>
                  <a:lnTo>
                    <a:pt x="2894765" y="5455353"/>
                  </a:lnTo>
                  <a:lnTo>
                    <a:pt x="2830317" y="5451261"/>
                  </a:lnTo>
                  <a:lnTo>
                    <a:pt x="2766398" y="5447074"/>
                  </a:lnTo>
                  <a:lnTo>
                    <a:pt x="2703015" y="5442795"/>
                  </a:lnTo>
                  <a:lnTo>
                    <a:pt x="2640176" y="5438424"/>
                  </a:lnTo>
                  <a:lnTo>
                    <a:pt x="2577887" y="5433962"/>
                  </a:lnTo>
                  <a:lnTo>
                    <a:pt x="2516155" y="5429410"/>
                  </a:lnTo>
                  <a:lnTo>
                    <a:pt x="2454988" y="5424769"/>
                  </a:lnTo>
                  <a:lnTo>
                    <a:pt x="2394393" y="5420039"/>
                  </a:lnTo>
                  <a:lnTo>
                    <a:pt x="2334377" y="5415221"/>
                  </a:lnTo>
                  <a:lnTo>
                    <a:pt x="2274947" y="5410317"/>
                  </a:lnTo>
                  <a:lnTo>
                    <a:pt x="2216111" y="5405326"/>
                  </a:lnTo>
                  <a:lnTo>
                    <a:pt x="2157875" y="5400250"/>
                  </a:lnTo>
                  <a:lnTo>
                    <a:pt x="2100247" y="5395089"/>
                  </a:lnTo>
                  <a:lnTo>
                    <a:pt x="2043235" y="5389845"/>
                  </a:lnTo>
                  <a:lnTo>
                    <a:pt x="1986844" y="5384518"/>
                  </a:lnTo>
                  <a:lnTo>
                    <a:pt x="1931083" y="5379109"/>
                  </a:lnTo>
                  <a:lnTo>
                    <a:pt x="1875958" y="5373618"/>
                  </a:lnTo>
                  <a:lnTo>
                    <a:pt x="1821477" y="5368048"/>
                  </a:lnTo>
                  <a:lnTo>
                    <a:pt x="1767647" y="5362397"/>
                  </a:lnTo>
                  <a:lnTo>
                    <a:pt x="1714474" y="5356668"/>
                  </a:lnTo>
                  <a:lnTo>
                    <a:pt x="1661968" y="5350861"/>
                  </a:lnTo>
                  <a:lnTo>
                    <a:pt x="1610133" y="5344976"/>
                  </a:lnTo>
                  <a:lnTo>
                    <a:pt x="1558978" y="5339016"/>
                  </a:lnTo>
                  <a:lnTo>
                    <a:pt x="1508510" y="5332980"/>
                  </a:lnTo>
                  <a:lnTo>
                    <a:pt x="1458736" y="5326869"/>
                  </a:lnTo>
                  <a:lnTo>
                    <a:pt x="1409663" y="5320684"/>
                  </a:lnTo>
                  <a:lnTo>
                    <a:pt x="1361299" y="5314426"/>
                  </a:lnTo>
                  <a:lnTo>
                    <a:pt x="1313650" y="5308096"/>
                  </a:lnTo>
                  <a:lnTo>
                    <a:pt x="1266724" y="5301695"/>
                  </a:lnTo>
                  <a:lnTo>
                    <a:pt x="1220527" y="5295222"/>
                  </a:lnTo>
                  <a:lnTo>
                    <a:pt x="1175068" y="5288680"/>
                  </a:lnTo>
                  <a:lnTo>
                    <a:pt x="1130353" y="5282069"/>
                  </a:lnTo>
                  <a:lnTo>
                    <a:pt x="1086389" y="5275390"/>
                  </a:lnTo>
                  <a:lnTo>
                    <a:pt x="1043184" y="5268644"/>
                  </a:lnTo>
                  <a:lnTo>
                    <a:pt x="1000744" y="5261831"/>
                  </a:lnTo>
                  <a:lnTo>
                    <a:pt x="959078" y="5254952"/>
                  </a:lnTo>
                  <a:lnTo>
                    <a:pt x="918192" y="5248008"/>
                  </a:lnTo>
                  <a:lnTo>
                    <a:pt x="878093" y="5241000"/>
                  </a:lnTo>
                  <a:lnTo>
                    <a:pt x="838789" y="5233929"/>
                  </a:lnTo>
                  <a:lnTo>
                    <a:pt x="800286" y="5226795"/>
                  </a:lnTo>
                  <a:lnTo>
                    <a:pt x="762592" y="5219600"/>
                  </a:lnTo>
                  <a:lnTo>
                    <a:pt x="689660" y="5205027"/>
                  </a:lnTo>
                  <a:lnTo>
                    <a:pt x="620049" y="5190218"/>
                  </a:lnTo>
                  <a:lnTo>
                    <a:pt x="553818" y="5175178"/>
                  </a:lnTo>
                  <a:lnTo>
                    <a:pt x="491023" y="5159915"/>
                  </a:lnTo>
                  <a:lnTo>
                    <a:pt x="431722" y="5144434"/>
                  </a:lnTo>
                  <a:lnTo>
                    <a:pt x="375972" y="5128742"/>
                  </a:lnTo>
                  <a:lnTo>
                    <a:pt x="323831" y="5112846"/>
                  </a:lnTo>
                  <a:lnTo>
                    <a:pt x="275357" y="5096753"/>
                  </a:lnTo>
                  <a:lnTo>
                    <a:pt x="230606" y="5080468"/>
                  </a:lnTo>
                  <a:lnTo>
                    <a:pt x="189637" y="5063998"/>
                  </a:lnTo>
                  <a:lnTo>
                    <a:pt x="152506" y="5047350"/>
                  </a:lnTo>
                  <a:lnTo>
                    <a:pt x="104133" y="5022059"/>
                  </a:lnTo>
                  <a:lnTo>
                    <a:pt x="64721" y="4996403"/>
                  </a:lnTo>
                  <a:lnTo>
                    <a:pt x="34462" y="4970405"/>
                  </a:lnTo>
                  <a:lnTo>
                    <a:pt x="8692" y="4935246"/>
                  </a:lnTo>
                  <a:lnTo>
                    <a:pt x="0" y="4899571"/>
                  </a:lnTo>
                  <a:lnTo>
                    <a:pt x="0" y="634111"/>
                  </a:lnTo>
                </a:path>
              </a:pathLst>
            </a:custGeom>
            <a:ln w="12700">
              <a:solidFill>
                <a:srgbClr val="94B3D6"/>
              </a:solidFill>
            </a:ln>
          </p:spPr>
          <p:txBody>
            <a:bodyPr wrap="square" lIns="0" tIns="0" rIns="0" bIns="0" rtlCol="0"/>
            <a:lstStyle/>
            <a:p>
              <a:endParaRPr/>
            </a:p>
          </p:txBody>
        </p:sp>
      </p:grpSp>
      <p:sp>
        <p:nvSpPr>
          <p:cNvPr id="9" name="object 9"/>
          <p:cNvSpPr txBox="1"/>
          <p:nvPr/>
        </p:nvSpPr>
        <p:spPr>
          <a:xfrm>
            <a:off x="416051" y="3550920"/>
            <a:ext cx="1278890" cy="1175385"/>
          </a:xfrm>
          <a:prstGeom prst="rect">
            <a:avLst/>
          </a:prstGeom>
          <a:solidFill>
            <a:srgbClr val="CCEBFF"/>
          </a:solidFill>
          <a:ln w="9525">
            <a:solidFill>
              <a:srgbClr val="000000"/>
            </a:solidFill>
          </a:ln>
        </p:spPr>
        <p:txBody>
          <a:bodyPr vert="horz" wrap="square" lIns="0" tIns="21590" rIns="0" bIns="0" rtlCol="0">
            <a:spAutoFit/>
          </a:bodyPr>
          <a:lstStyle/>
          <a:p>
            <a:pPr marL="59055">
              <a:lnSpc>
                <a:spcPct val="100000"/>
              </a:lnSpc>
              <a:spcBef>
                <a:spcPts val="170"/>
              </a:spcBef>
            </a:pPr>
            <a:r>
              <a:rPr sz="1200" b="1" spc="-5" dirty="0">
                <a:latin typeface="Calibri"/>
                <a:cs typeface="Calibri"/>
              </a:rPr>
              <a:t>UNSPSC</a:t>
            </a:r>
            <a:endParaRPr sz="1200">
              <a:latin typeface="Calibri"/>
              <a:cs typeface="Calibri"/>
            </a:endParaRPr>
          </a:p>
          <a:p>
            <a:pPr marL="59055" marR="488950">
              <a:lnSpc>
                <a:spcPct val="100000"/>
              </a:lnSpc>
            </a:pPr>
            <a:r>
              <a:rPr sz="1200" spc="-5" dirty="0">
                <a:latin typeface="Calibri"/>
                <a:cs typeface="Calibri"/>
              </a:rPr>
              <a:t>Segment </a:t>
            </a:r>
            <a:r>
              <a:rPr sz="1200" dirty="0">
                <a:latin typeface="Calibri"/>
                <a:cs typeface="Calibri"/>
              </a:rPr>
              <a:t> </a:t>
            </a:r>
            <a:r>
              <a:rPr sz="1200" spc="-10" dirty="0">
                <a:latin typeface="Calibri"/>
                <a:cs typeface="Calibri"/>
              </a:rPr>
              <a:t>Family </a:t>
            </a:r>
            <a:r>
              <a:rPr sz="1200" spc="-5" dirty="0">
                <a:latin typeface="Calibri"/>
                <a:cs typeface="Calibri"/>
              </a:rPr>
              <a:t> Class </a:t>
            </a:r>
            <a:r>
              <a:rPr sz="1200" dirty="0">
                <a:latin typeface="Calibri"/>
                <a:cs typeface="Calibri"/>
              </a:rPr>
              <a:t> </a:t>
            </a:r>
            <a:r>
              <a:rPr sz="1200" spc="-5" dirty="0">
                <a:latin typeface="Calibri"/>
                <a:cs typeface="Calibri"/>
              </a:rPr>
              <a:t>Co</a:t>
            </a:r>
            <a:r>
              <a:rPr sz="1200" spc="5" dirty="0">
                <a:latin typeface="Calibri"/>
                <a:cs typeface="Calibri"/>
              </a:rPr>
              <a:t>m</a:t>
            </a:r>
            <a:r>
              <a:rPr sz="1200" dirty="0">
                <a:latin typeface="Calibri"/>
                <a:cs typeface="Calibri"/>
              </a:rPr>
              <a:t>m</a:t>
            </a:r>
            <a:r>
              <a:rPr sz="1200" spc="5" dirty="0">
                <a:latin typeface="Calibri"/>
                <a:cs typeface="Calibri"/>
              </a:rPr>
              <a:t>o</a:t>
            </a:r>
            <a:r>
              <a:rPr sz="1200" dirty="0">
                <a:latin typeface="Calibri"/>
                <a:cs typeface="Calibri"/>
              </a:rPr>
              <a:t>di</a:t>
            </a:r>
            <a:r>
              <a:rPr sz="1200" spc="5" dirty="0">
                <a:latin typeface="Calibri"/>
                <a:cs typeface="Calibri"/>
              </a:rPr>
              <a:t>t</a:t>
            </a:r>
            <a:r>
              <a:rPr sz="1200" dirty="0">
                <a:latin typeface="Calibri"/>
                <a:cs typeface="Calibri"/>
              </a:rPr>
              <a:t>y</a:t>
            </a:r>
            <a:endParaRPr sz="1200">
              <a:latin typeface="Calibri"/>
              <a:cs typeface="Calibri"/>
            </a:endParaRPr>
          </a:p>
          <a:p>
            <a:pPr marL="59055">
              <a:lnSpc>
                <a:spcPct val="100000"/>
              </a:lnSpc>
            </a:pPr>
            <a:r>
              <a:rPr sz="1200" spc="-5" dirty="0">
                <a:latin typeface="Calibri"/>
                <a:cs typeface="Calibri"/>
              </a:rPr>
              <a:t>Item</a:t>
            </a:r>
            <a:r>
              <a:rPr sz="1200" spc="-40" dirty="0">
                <a:latin typeface="Calibri"/>
                <a:cs typeface="Calibri"/>
              </a:rPr>
              <a:t> </a:t>
            </a:r>
            <a:r>
              <a:rPr sz="1200" dirty="0">
                <a:latin typeface="Calibri"/>
                <a:cs typeface="Calibri"/>
              </a:rPr>
              <a:t>Description</a:t>
            </a:r>
            <a:endParaRPr sz="1200">
              <a:latin typeface="Calibri"/>
              <a:cs typeface="Calibri"/>
            </a:endParaRPr>
          </a:p>
        </p:txBody>
      </p:sp>
      <p:sp>
        <p:nvSpPr>
          <p:cNvPr id="10" name="object 10"/>
          <p:cNvSpPr txBox="1"/>
          <p:nvPr/>
        </p:nvSpPr>
        <p:spPr>
          <a:xfrm>
            <a:off x="1121663" y="4812791"/>
            <a:ext cx="1394460" cy="1335405"/>
          </a:xfrm>
          <a:prstGeom prst="rect">
            <a:avLst/>
          </a:prstGeom>
          <a:solidFill>
            <a:srgbClr val="CCEBFF"/>
          </a:solidFill>
          <a:ln w="9525">
            <a:solidFill>
              <a:srgbClr val="000000"/>
            </a:solidFill>
          </a:ln>
        </p:spPr>
        <p:txBody>
          <a:bodyPr vert="horz" wrap="square" lIns="0" tIns="21590" rIns="0" bIns="0" rtlCol="0">
            <a:spAutoFit/>
          </a:bodyPr>
          <a:lstStyle/>
          <a:p>
            <a:pPr marL="59055">
              <a:lnSpc>
                <a:spcPct val="100000"/>
              </a:lnSpc>
              <a:spcBef>
                <a:spcPts val="170"/>
              </a:spcBef>
            </a:pPr>
            <a:r>
              <a:rPr sz="1200" b="1" spc="-35" dirty="0">
                <a:latin typeface="Calibri"/>
                <a:cs typeface="Calibri"/>
              </a:rPr>
              <a:t>NATO</a:t>
            </a:r>
            <a:endParaRPr sz="1200">
              <a:latin typeface="Calibri"/>
              <a:cs typeface="Calibri"/>
            </a:endParaRPr>
          </a:p>
          <a:p>
            <a:pPr marL="59055">
              <a:lnSpc>
                <a:spcPct val="100000"/>
              </a:lnSpc>
            </a:pPr>
            <a:r>
              <a:rPr sz="1200" spc="-5" dirty="0">
                <a:latin typeface="Calibri"/>
                <a:cs typeface="Calibri"/>
              </a:rPr>
              <a:t>(NSN/FIIG)</a:t>
            </a:r>
            <a:endParaRPr sz="1200">
              <a:latin typeface="Calibri"/>
              <a:cs typeface="Calibri"/>
            </a:endParaRPr>
          </a:p>
          <a:p>
            <a:pPr marL="59055" marR="939165">
              <a:lnSpc>
                <a:spcPct val="100000"/>
              </a:lnSpc>
            </a:pPr>
            <a:r>
              <a:rPr sz="1200" dirty="0">
                <a:latin typeface="Calibri"/>
                <a:cs typeface="Calibri"/>
              </a:rPr>
              <a:t>G</a:t>
            </a:r>
            <a:r>
              <a:rPr sz="1200" spc="-25" dirty="0">
                <a:latin typeface="Calibri"/>
                <a:cs typeface="Calibri"/>
              </a:rPr>
              <a:t>r</a:t>
            </a:r>
            <a:r>
              <a:rPr sz="1200" spc="-5" dirty="0">
                <a:latin typeface="Calibri"/>
                <a:cs typeface="Calibri"/>
              </a:rPr>
              <a:t>o</a:t>
            </a:r>
            <a:r>
              <a:rPr sz="1200" spc="5" dirty="0">
                <a:latin typeface="Calibri"/>
                <a:cs typeface="Calibri"/>
              </a:rPr>
              <a:t>u</a:t>
            </a:r>
            <a:r>
              <a:rPr sz="1200" dirty="0">
                <a:latin typeface="Calibri"/>
                <a:cs typeface="Calibri"/>
              </a:rPr>
              <a:t>p  </a:t>
            </a:r>
            <a:r>
              <a:rPr sz="1200" spc="-5" dirty="0">
                <a:latin typeface="Calibri"/>
                <a:cs typeface="Calibri"/>
              </a:rPr>
              <a:t>Class </a:t>
            </a:r>
            <a:r>
              <a:rPr sz="1200" dirty="0">
                <a:latin typeface="Calibri"/>
                <a:cs typeface="Calibri"/>
              </a:rPr>
              <a:t> </a:t>
            </a:r>
            <a:r>
              <a:rPr sz="1200" spc="-5" dirty="0">
                <a:latin typeface="Calibri"/>
                <a:cs typeface="Calibri"/>
              </a:rPr>
              <a:t>NCB </a:t>
            </a:r>
            <a:r>
              <a:rPr sz="1200" dirty="0">
                <a:latin typeface="Calibri"/>
                <a:cs typeface="Calibri"/>
              </a:rPr>
              <a:t> </a:t>
            </a:r>
            <a:r>
              <a:rPr sz="1200" spc="-5" dirty="0">
                <a:latin typeface="Calibri"/>
                <a:cs typeface="Calibri"/>
              </a:rPr>
              <a:t>IIG</a:t>
            </a:r>
            <a:endParaRPr sz="1200">
              <a:latin typeface="Calibri"/>
              <a:cs typeface="Calibri"/>
            </a:endParaRPr>
          </a:p>
          <a:p>
            <a:pPr marL="59055">
              <a:lnSpc>
                <a:spcPct val="100000"/>
              </a:lnSpc>
            </a:pPr>
            <a:r>
              <a:rPr sz="1200" spc="-5" dirty="0">
                <a:latin typeface="Calibri"/>
                <a:cs typeface="Calibri"/>
              </a:rPr>
              <a:t>Item</a:t>
            </a:r>
            <a:r>
              <a:rPr sz="1200" spc="-45" dirty="0">
                <a:latin typeface="Calibri"/>
                <a:cs typeface="Calibri"/>
              </a:rPr>
              <a:t> </a:t>
            </a:r>
            <a:r>
              <a:rPr sz="1200" dirty="0">
                <a:latin typeface="Calibri"/>
                <a:cs typeface="Calibri"/>
              </a:rPr>
              <a:t>Name</a:t>
            </a:r>
            <a:endParaRPr sz="1200">
              <a:latin typeface="Calibri"/>
              <a:cs typeface="Calibri"/>
            </a:endParaRPr>
          </a:p>
        </p:txBody>
      </p:sp>
      <p:grpSp>
        <p:nvGrpSpPr>
          <p:cNvPr id="11" name="object 11"/>
          <p:cNvGrpSpPr/>
          <p:nvPr/>
        </p:nvGrpSpPr>
        <p:grpSpPr>
          <a:xfrm>
            <a:off x="5310949" y="1249489"/>
            <a:ext cx="2163445" cy="1360170"/>
            <a:chOff x="5310949" y="1249489"/>
            <a:chExt cx="2163445" cy="1360170"/>
          </a:xfrm>
        </p:grpSpPr>
        <p:sp>
          <p:nvSpPr>
            <p:cNvPr id="12" name="object 12"/>
            <p:cNvSpPr/>
            <p:nvPr/>
          </p:nvSpPr>
          <p:spPr>
            <a:xfrm>
              <a:off x="5315711" y="1254252"/>
              <a:ext cx="2153920" cy="1350645"/>
            </a:xfrm>
            <a:custGeom>
              <a:avLst/>
              <a:gdLst/>
              <a:ahLst/>
              <a:cxnLst/>
              <a:rect l="l" t="t" r="r" b="b"/>
              <a:pathLst>
                <a:path w="2153920" h="1350645">
                  <a:moveTo>
                    <a:pt x="2153412" y="0"/>
                  </a:moveTo>
                  <a:lnTo>
                    <a:pt x="0" y="0"/>
                  </a:lnTo>
                  <a:lnTo>
                    <a:pt x="0" y="1350264"/>
                  </a:lnTo>
                  <a:lnTo>
                    <a:pt x="2153412" y="1350264"/>
                  </a:lnTo>
                  <a:lnTo>
                    <a:pt x="2153412" y="0"/>
                  </a:lnTo>
                  <a:close/>
                </a:path>
              </a:pathLst>
            </a:custGeom>
            <a:solidFill>
              <a:srgbClr val="CCEBFF"/>
            </a:solidFill>
          </p:spPr>
          <p:txBody>
            <a:bodyPr wrap="square" lIns="0" tIns="0" rIns="0" bIns="0" rtlCol="0"/>
            <a:lstStyle/>
            <a:p>
              <a:endParaRPr/>
            </a:p>
          </p:txBody>
        </p:sp>
        <p:sp>
          <p:nvSpPr>
            <p:cNvPr id="13" name="object 13"/>
            <p:cNvSpPr/>
            <p:nvPr/>
          </p:nvSpPr>
          <p:spPr>
            <a:xfrm>
              <a:off x="5315711" y="1254252"/>
              <a:ext cx="2153920" cy="1350645"/>
            </a:xfrm>
            <a:custGeom>
              <a:avLst/>
              <a:gdLst/>
              <a:ahLst/>
              <a:cxnLst/>
              <a:rect l="l" t="t" r="r" b="b"/>
              <a:pathLst>
                <a:path w="2153920" h="1350645">
                  <a:moveTo>
                    <a:pt x="0" y="1350264"/>
                  </a:moveTo>
                  <a:lnTo>
                    <a:pt x="2153412" y="1350264"/>
                  </a:lnTo>
                  <a:lnTo>
                    <a:pt x="2153412" y="0"/>
                  </a:lnTo>
                  <a:lnTo>
                    <a:pt x="0" y="0"/>
                  </a:lnTo>
                  <a:lnTo>
                    <a:pt x="0" y="1350264"/>
                  </a:lnTo>
                  <a:close/>
                </a:path>
              </a:pathLst>
            </a:custGeom>
            <a:ln w="9525">
              <a:solidFill>
                <a:srgbClr val="000000"/>
              </a:solidFill>
            </a:ln>
          </p:spPr>
          <p:txBody>
            <a:bodyPr wrap="square" lIns="0" tIns="0" rIns="0" bIns="0" rtlCol="0"/>
            <a:lstStyle/>
            <a:p>
              <a:endParaRPr/>
            </a:p>
          </p:txBody>
        </p:sp>
      </p:grpSp>
      <p:sp>
        <p:nvSpPr>
          <p:cNvPr id="14" name="object 14"/>
          <p:cNvSpPr txBox="1"/>
          <p:nvPr/>
        </p:nvSpPr>
        <p:spPr>
          <a:xfrm>
            <a:off x="5363083" y="1262253"/>
            <a:ext cx="1025525" cy="1123315"/>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libri"/>
                <a:cs typeface="Calibri"/>
              </a:rPr>
              <a:t>Intermat</a:t>
            </a:r>
            <a:r>
              <a:rPr sz="1200" b="1" spc="-45" dirty="0">
                <a:latin typeface="Calibri"/>
                <a:cs typeface="Calibri"/>
              </a:rPr>
              <a:t> </a:t>
            </a:r>
            <a:r>
              <a:rPr sz="1200" b="1" spc="-5" dirty="0">
                <a:latin typeface="Calibri"/>
                <a:cs typeface="Calibri"/>
              </a:rPr>
              <a:t>SMD</a:t>
            </a:r>
            <a:endParaRPr sz="1200">
              <a:latin typeface="Calibri"/>
              <a:cs typeface="Calibri"/>
            </a:endParaRPr>
          </a:p>
          <a:p>
            <a:pPr marL="12700">
              <a:lnSpc>
                <a:spcPct val="100000"/>
              </a:lnSpc>
            </a:pPr>
            <a:r>
              <a:rPr sz="1200" spc="-5" dirty="0">
                <a:latin typeface="Calibri"/>
                <a:cs typeface="Calibri"/>
              </a:rPr>
              <a:t>NAG</a:t>
            </a:r>
            <a:endParaRPr sz="1200">
              <a:latin typeface="Calibri"/>
              <a:cs typeface="Calibri"/>
            </a:endParaRPr>
          </a:p>
          <a:p>
            <a:pPr marL="12700">
              <a:lnSpc>
                <a:spcPct val="100000"/>
              </a:lnSpc>
            </a:pPr>
            <a:r>
              <a:rPr sz="1200" dirty="0">
                <a:latin typeface="Calibri"/>
                <a:cs typeface="Calibri"/>
              </a:rPr>
              <a:t>Noun</a:t>
            </a:r>
            <a:endParaRPr sz="1200">
              <a:latin typeface="Calibri"/>
              <a:cs typeface="Calibri"/>
            </a:endParaRPr>
          </a:p>
          <a:p>
            <a:pPr marL="12700" marR="5080">
              <a:lnSpc>
                <a:spcPct val="100000"/>
              </a:lnSpc>
            </a:pPr>
            <a:r>
              <a:rPr sz="1200" dirty="0">
                <a:latin typeface="Calibri"/>
                <a:cs typeface="Calibri"/>
              </a:rPr>
              <a:t>N</a:t>
            </a:r>
            <a:r>
              <a:rPr sz="1200" spc="5" dirty="0">
                <a:latin typeface="Calibri"/>
                <a:cs typeface="Calibri"/>
              </a:rPr>
              <a:t>o</a:t>
            </a:r>
            <a:r>
              <a:rPr sz="1200" dirty="0">
                <a:latin typeface="Calibri"/>
                <a:cs typeface="Calibri"/>
              </a:rPr>
              <a:t>un</a:t>
            </a:r>
            <a:r>
              <a:rPr sz="1200" spc="-20" dirty="0">
                <a:latin typeface="Calibri"/>
                <a:cs typeface="Calibri"/>
              </a:rPr>
              <a:t> </a:t>
            </a:r>
            <a:r>
              <a:rPr sz="1200" spc="-15" dirty="0">
                <a:latin typeface="Calibri"/>
                <a:cs typeface="Calibri"/>
              </a:rPr>
              <a:t>S</a:t>
            </a:r>
            <a:r>
              <a:rPr sz="1200" spc="-5" dirty="0">
                <a:latin typeface="Calibri"/>
                <a:cs typeface="Calibri"/>
              </a:rPr>
              <a:t>y</a:t>
            </a:r>
            <a:r>
              <a:rPr sz="1200" dirty="0">
                <a:latin typeface="Calibri"/>
                <a:cs typeface="Calibri"/>
              </a:rPr>
              <a:t>n</a:t>
            </a:r>
            <a:r>
              <a:rPr sz="1200" spc="-5" dirty="0">
                <a:latin typeface="Calibri"/>
                <a:cs typeface="Calibri"/>
              </a:rPr>
              <a:t>o</a:t>
            </a:r>
            <a:r>
              <a:rPr sz="1200" spc="-20" dirty="0">
                <a:latin typeface="Calibri"/>
                <a:cs typeface="Calibri"/>
              </a:rPr>
              <a:t>n</a:t>
            </a:r>
            <a:r>
              <a:rPr sz="1200" spc="-5" dirty="0">
                <a:latin typeface="Calibri"/>
                <a:cs typeface="Calibri"/>
              </a:rPr>
              <a:t>y</a:t>
            </a:r>
            <a:r>
              <a:rPr sz="1200" dirty="0">
                <a:latin typeface="Calibri"/>
                <a:cs typeface="Calibri"/>
              </a:rPr>
              <a:t>ms  Modifier </a:t>
            </a:r>
            <a:r>
              <a:rPr sz="1200" spc="5" dirty="0">
                <a:latin typeface="Calibri"/>
                <a:cs typeface="Calibri"/>
              </a:rPr>
              <a:t> </a:t>
            </a:r>
            <a:r>
              <a:rPr sz="1200" spc="-5" dirty="0">
                <a:latin typeface="Calibri"/>
                <a:cs typeface="Calibri"/>
              </a:rPr>
              <a:t>Characteristics</a:t>
            </a:r>
            <a:endParaRPr sz="1200">
              <a:latin typeface="Calibri"/>
              <a:cs typeface="Calibri"/>
            </a:endParaRPr>
          </a:p>
        </p:txBody>
      </p:sp>
      <p:sp>
        <p:nvSpPr>
          <p:cNvPr id="15" name="object 15"/>
          <p:cNvSpPr/>
          <p:nvPr/>
        </p:nvSpPr>
        <p:spPr>
          <a:xfrm>
            <a:off x="1695450" y="4064761"/>
            <a:ext cx="5972810" cy="1623695"/>
          </a:xfrm>
          <a:custGeom>
            <a:avLst/>
            <a:gdLst/>
            <a:ahLst/>
            <a:cxnLst/>
            <a:rect l="l" t="t" r="r" b="b"/>
            <a:pathLst>
              <a:path w="5972809" h="1623695">
                <a:moveTo>
                  <a:pt x="2333244" y="40132"/>
                </a:moveTo>
                <a:lnTo>
                  <a:pt x="2307082" y="28067"/>
                </a:lnTo>
                <a:lnTo>
                  <a:pt x="2246249" y="0"/>
                </a:lnTo>
                <a:lnTo>
                  <a:pt x="2247125" y="28524"/>
                </a:lnTo>
                <a:lnTo>
                  <a:pt x="85204" y="96329"/>
                </a:lnTo>
                <a:lnTo>
                  <a:pt x="84328" y="67818"/>
                </a:lnTo>
                <a:lnTo>
                  <a:pt x="0" y="113284"/>
                </a:lnTo>
                <a:lnTo>
                  <a:pt x="86995" y="153416"/>
                </a:lnTo>
                <a:lnTo>
                  <a:pt x="86118" y="125349"/>
                </a:lnTo>
                <a:lnTo>
                  <a:pt x="86106" y="124904"/>
                </a:lnTo>
                <a:lnTo>
                  <a:pt x="2248027" y="57099"/>
                </a:lnTo>
                <a:lnTo>
                  <a:pt x="2248916" y="85598"/>
                </a:lnTo>
                <a:lnTo>
                  <a:pt x="2333244" y="40132"/>
                </a:lnTo>
                <a:close/>
              </a:path>
              <a:path w="5972809" h="1623695">
                <a:moveTo>
                  <a:pt x="2350008" y="439420"/>
                </a:moveTo>
                <a:lnTo>
                  <a:pt x="2255266" y="424815"/>
                </a:lnTo>
                <a:lnTo>
                  <a:pt x="2263952" y="451929"/>
                </a:lnTo>
                <a:lnTo>
                  <a:pt x="900239" y="888822"/>
                </a:lnTo>
                <a:lnTo>
                  <a:pt x="891540" y="861695"/>
                </a:lnTo>
                <a:lnTo>
                  <a:pt x="822960" y="928624"/>
                </a:lnTo>
                <a:lnTo>
                  <a:pt x="917702" y="943229"/>
                </a:lnTo>
                <a:lnTo>
                  <a:pt x="910399" y="920496"/>
                </a:lnTo>
                <a:lnTo>
                  <a:pt x="909002" y="916127"/>
                </a:lnTo>
                <a:lnTo>
                  <a:pt x="2272715" y="479234"/>
                </a:lnTo>
                <a:lnTo>
                  <a:pt x="2281428" y="506349"/>
                </a:lnTo>
                <a:lnTo>
                  <a:pt x="2341676" y="447548"/>
                </a:lnTo>
                <a:lnTo>
                  <a:pt x="2350008" y="439420"/>
                </a:lnTo>
                <a:close/>
              </a:path>
              <a:path w="5972809" h="1623695">
                <a:moveTo>
                  <a:pt x="5972556" y="1623568"/>
                </a:moveTo>
                <a:lnTo>
                  <a:pt x="5956897" y="1598599"/>
                </a:lnTo>
                <a:lnTo>
                  <a:pt x="5921629" y="1542364"/>
                </a:lnTo>
                <a:lnTo>
                  <a:pt x="5906757" y="1566773"/>
                </a:lnTo>
                <a:lnTo>
                  <a:pt x="5167719" y="1116507"/>
                </a:lnTo>
                <a:lnTo>
                  <a:pt x="5172240" y="1109091"/>
                </a:lnTo>
                <a:lnTo>
                  <a:pt x="5182616" y="1092073"/>
                </a:lnTo>
                <a:lnTo>
                  <a:pt x="5087112" y="1084072"/>
                </a:lnTo>
                <a:lnTo>
                  <a:pt x="5138039" y="1165225"/>
                </a:lnTo>
                <a:lnTo>
                  <a:pt x="5152860" y="1140891"/>
                </a:lnTo>
                <a:lnTo>
                  <a:pt x="5891898" y="1591170"/>
                </a:lnTo>
                <a:lnTo>
                  <a:pt x="5877052" y="1615567"/>
                </a:lnTo>
                <a:lnTo>
                  <a:pt x="5972556" y="1623568"/>
                </a:lnTo>
                <a:close/>
              </a:path>
            </a:pathLst>
          </a:custGeom>
          <a:solidFill>
            <a:srgbClr val="000000"/>
          </a:solidFill>
        </p:spPr>
        <p:txBody>
          <a:bodyPr wrap="square" lIns="0" tIns="0" rIns="0" bIns="0" rtlCol="0"/>
          <a:lstStyle/>
          <a:p>
            <a:endParaRPr/>
          </a:p>
        </p:txBody>
      </p:sp>
      <p:sp>
        <p:nvSpPr>
          <p:cNvPr id="16" name="object 16"/>
          <p:cNvSpPr txBox="1"/>
          <p:nvPr/>
        </p:nvSpPr>
        <p:spPr>
          <a:xfrm>
            <a:off x="7665719" y="5451347"/>
            <a:ext cx="1201420" cy="881380"/>
          </a:xfrm>
          <a:prstGeom prst="rect">
            <a:avLst/>
          </a:prstGeom>
          <a:solidFill>
            <a:srgbClr val="CCEBFF"/>
          </a:solidFill>
          <a:ln w="9525">
            <a:solidFill>
              <a:srgbClr val="000000"/>
            </a:solidFill>
          </a:ln>
        </p:spPr>
        <p:txBody>
          <a:bodyPr vert="horz" wrap="square" lIns="0" tIns="22225" rIns="0" bIns="0" rtlCol="0">
            <a:spAutoFit/>
          </a:bodyPr>
          <a:lstStyle/>
          <a:p>
            <a:pPr marL="60325" marR="703580">
              <a:lnSpc>
                <a:spcPct val="100000"/>
              </a:lnSpc>
              <a:spcBef>
                <a:spcPts val="175"/>
              </a:spcBef>
            </a:pPr>
            <a:r>
              <a:rPr sz="1200" b="1" dirty="0">
                <a:latin typeface="Calibri"/>
                <a:cs typeface="Calibri"/>
              </a:rPr>
              <a:t>Ot</a:t>
            </a:r>
            <a:r>
              <a:rPr sz="1200" b="1" spc="5" dirty="0">
                <a:latin typeface="Calibri"/>
                <a:cs typeface="Calibri"/>
              </a:rPr>
              <a:t>h</a:t>
            </a:r>
            <a:r>
              <a:rPr sz="1200" b="1" spc="-5" dirty="0">
                <a:latin typeface="Calibri"/>
                <a:cs typeface="Calibri"/>
              </a:rPr>
              <a:t>e</a:t>
            </a:r>
            <a:r>
              <a:rPr sz="1200" b="1" spc="-10" dirty="0">
                <a:latin typeface="Calibri"/>
                <a:cs typeface="Calibri"/>
              </a:rPr>
              <a:t>r</a:t>
            </a:r>
            <a:r>
              <a:rPr sz="1200" b="1" dirty="0">
                <a:latin typeface="Calibri"/>
                <a:cs typeface="Calibri"/>
              </a:rPr>
              <a:t>s  </a:t>
            </a:r>
            <a:r>
              <a:rPr sz="1200" spc="-5" dirty="0">
                <a:latin typeface="Calibri"/>
                <a:cs typeface="Calibri"/>
              </a:rPr>
              <a:t>EAN </a:t>
            </a:r>
            <a:r>
              <a:rPr sz="1200" dirty="0">
                <a:latin typeface="Calibri"/>
                <a:cs typeface="Calibri"/>
              </a:rPr>
              <a:t> </a:t>
            </a:r>
            <a:r>
              <a:rPr sz="1200" spc="-5" dirty="0">
                <a:latin typeface="Calibri"/>
                <a:cs typeface="Calibri"/>
              </a:rPr>
              <a:t>UDCI </a:t>
            </a:r>
            <a:r>
              <a:rPr sz="1200" dirty="0">
                <a:latin typeface="Calibri"/>
                <a:cs typeface="Calibri"/>
              </a:rPr>
              <a:t> </a:t>
            </a:r>
            <a:r>
              <a:rPr sz="1200" spc="-5" dirty="0">
                <a:latin typeface="Calibri"/>
                <a:cs typeface="Calibri"/>
              </a:rPr>
              <a:t>ISBN</a:t>
            </a:r>
            <a:endParaRPr sz="1200">
              <a:latin typeface="Calibri"/>
              <a:cs typeface="Calibri"/>
            </a:endParaRPr>
          </a:p>
        </p:txBody>
      </p:sp>
      <p:grpSp>
        <p:nvGrpSpPr>
          <p:cNvPr id="17" name="object 17"/>
          <p:cNvGrpSpPr/>
          <p:nvPr/>
        </p:nvGrpSpPr>
        <p:grpSpPr>
          <a:xfrm>
            <a:off x="7113841" y="3334321"/>
            <a:ext cx="2720975" cy="1391920"/>
            <a:chOff x="7113841" y="3334321"/>
            <a:chExt cx="2720975" cy="1391920"/>
          </a:xfrm>
        </p:grpSpPr>
        <p:sp>
          <p:nvSpPr>
            <p:cNvPr id="18" name="object 18"/>
            <p:cNvSpPr/>
            <p:nvPr/>
          </p:nvSpPr>
          <p:spPr>
            <a:xfrm>
              <a:off x="7118604" y="3339084"/>
              <a:ext cx="2711450" cy="501650"/>
            </a:xfrm>
            <a:custGeom>
              <a:avLst/>
              <a:gdLst/>
              <a:ahLst/>
              <a:cxnLst/>
              <a:rect l="l" t="t" r="r" b="b"/>
              <a:pathLst>
                <a:path w="2711450" h="501650">
                  <a:moveTo>
                    <a:pt x="0" y="501396"/>
                  </a:moveTo>
                  <a:lnTo>
                    <a:pt x="2711196" y="501396"/>
                  </a:lnTo>
                  <a:lnTo>
                    <a:pt x="2711196" y="0"/>
                  </a:lnTo>
                  <a:lnTo>
                    <a:pt x="0" y="0"/>
                  </a:lnTo>
                  <a:lnTo>
                    <a:pt x="0" y="501396"/>
                  </a:lnTo>
                  <a:close/>
                </a:path>
              </a:pathLst>
            </a:custGeom>
            <a:solidFill>
              <a:srgbClr val="FFFFFF"/>
            </a:solidFill>
          </p:spPr>
          <p:txBody>
            <a:bodyPr wrap="square" lIns="0" tIns="0" rIns="0" bIns="0" rtlCol="0"/>
            <a:lstStyle/>
            <a:p>
              <a:endParaRPr/>
            </a:p>
          </p:txBody>
        </p:sp>
        <p:sp>
          <p:nvSpPr>
            <p:cNvPr id="19" name="object 19"/>
            <p:cNvSpPr/>
            <p:nvPr/>
          </p:nvSpPr>
          <p:spPr>
            <a:xfrm>
              <a:off x="7118604" y="3339084"/>
              <a:ext cx="2711450" cy="1382395"/>
            </a:xfrm>
            <a:custGeom>
              <a:avLst/>
              <a:gdLst/>
              <a:ahLst/>
              <a:cxnLst/>
              <a:rect l="l" t="t" r="r" b="b"/>
              <a:pathLst>
                <a:path w="2711450" h="1382395">
                  <a:moveTo>
                    <a:pt x="0" y="1382268"/>
                  </a:moveTo>
                  <a:lnTo>
                    <a:pt x="2711196" y="1382268"/>
                  </a:lnTo>
                  <a:lnTo>
                    <a:pt x="2711196" y="0"/>
                  </a:lnTo>
                  <a:lnTo>
                    <a:pt x="0" y="0"/>
                  </a:lnTo>
                  <a:lnTo>
                    <a:pt x="0" y="1382268"/>
                  </a:lnTo>
                  <a:close/>
                </a:path>
              </a:pathLst>
            </a:custGeom>
            <a:ln w="9525">
              <a:solidFill>
                <a:srgbClr val="000000"/>
              </a:solidFill>
            </a:ln>
          </p:spPr>
          <p:txBody>
            <a:bodyPr wrap="square" lIns="0" tIns="0" rIns="0" bIns="0" rtlCol="0"/>
            <a:lstStyle/>
            <a:p>
              <a:endParaRPr/>
            </a:p>
          </p:txBody>
        </p:sp>
      </p:grpSp>
      <p:sp>
        <p:nvSpPr>
          <p:cNvPr id="20" name="object 20"/>
          <p:cNvSpPr txBox="1"/>
          <p:nvPr/>
        </p:nvSpPr>
        <p:spPr>
          <a:xfrm>
            <a:off x="7166864" y="3347720"/>
            <a:ext cx="731520" cy="391160"/>
          </a:xfrm>
          <a:prstGeom prst="rect">
            <a:avLst/>
          </a:prstGeom>
        </p:spPr>
        <p:txBody>
          <a:bodyPr vert="horz" wrap="square" lIns="0" tIns="12700" rIns="0" bIns="0" rtlCol="0">
            <a:spAutoFit/>
          </a:bodyPr>
          <a:lstStyle/>
          <a:p>
            <a:pPr marL="12700" marR="5080">
              <a:lnSpc>
                <a:spcPct val="100000"/>
              </a:lnSpc>
              <a:spcBef>
                <a:spcPts val="100"/>
              </a:spcBef>
            </a:pPr>
            <a:r>
              <a:rPr sz="1200" b="1" spc="-5" dirty="0">
                <a:latin typeface="Calibri"/>
                <a:cs typeface="Calibri"/>
              </a:rPr>
              <a:t>C</a:t>
            </a:r>
            <a:r>
              <a:rPr sz="1200" b="1" dirty="0">
                <a:latin typeface="Calibri"/>
                <a:cs typeface="Calibri"/>
              </a:rPr>
              <a:t>o</a:t>
            </a:r>
            <a:r>
              <a:rPr sz="1200" b="1" spc="-10" dirty="0">
                <a:latin typeface="Calibri"/>
                <a:cs typeface="Calibri"/>
              </a:rPr>
              <a:t>n</a:t>
            </a:r>
            <a:r>
              <a:rPr sz="1200" b="1" spc="-20" dirty="0">
                <a:latin typeface="Calibri"/>
                <a:cs typeface="Calibri"/>
              </a:rPr>
              <a:t>v</a:t>
            </a:r>
            <a:r>
              <a:rPr sz="1200" b="1" spc="-5" dirty="0">
                <a:latin typeface="Calibri"/>
                <a:cs typeface="Calibri"/>
              </a:rPr>
              <a:t>e</a:t>
            </a:r>
            <a:r>
              <a:rPr sz="1200" b="1" spc="-10" dirty="0">
                <a:latin typeface="Calibri"/>
                <a:cs typeface="Calibri"/>
              </a:rPr>
              <a:t>r</a:t>
            </a:r>
            <a:r>
              <a:rPr sz="1200" b="1" dirty="0">
                <a:latin typeface="Calibri"/>
                <a:cs typeface="Calibri"/>
              </a:rPr>
              <a:t>sion  </a:t>
            </a:r>
            <a:r>
              <a:rPr sz="1200" b="1" spc="-5" dirty="0">
                <a:solidFill>
                  <a:srgbClr val="0000FF"/>
                </a:solidFill>
                <a:latin typeface="Calibri"/>
                <a:cs typeface="Calibri"/>
              </a:rPr>
              <a:t>Languages</a:t>
            </a:r>
            <a:endParaRPr sz="1200">
              <a:latin typeface="Calibri"/>
              <a:cs typeface="Calibri"/>
            </a:endParaRPr>
          </a:p>
        </p:txBody>
      </p:sp>
      <p:sp>
        <p:nvSpPr>
          <p:cNvPr id="21" name="object 21"/>
          <p:cNvSpPr txBox="1"/>
          <p:nvPr/>
        </p:nvSpPr>
        <p:spPr>
          <a:xfrm>
            <a:off x="7123366" y="3840479"/>
            <a:ext cx="2701925" cy="876300"/>
          </a:xfrm>
          <a:prstGeom prst="rect">
            <a:avLst/>
          </a:prstGeom>
          <a:solidFill>
            <a:srgbClr val="FFFFFF"/>
          </a:solidFill>
        </p:spPr>
        <p:txBody>
          <a:bodyPr vert="horz" wrap="square" lIns="0" tIns="0" rIns="0" bIns="0" rtlCol="0">
            <a:spAutoFit/>
          </a:bodyPr>
          <a:lstStyle/>
          <a:p>
            <a:pPr marL="55880">
              <a:lnSpc>
                <a:spcPts val="540"/>
              </a:lnSpc>
            </a:pPr>
            <a:r>
              <a:rPr sz="1200" b="1" spc="-5" dirty="0">
                <a:solidFill>
                  <a:srgbClr val="0000FF"/>
                </a:solidFill>
                <a:latin typeface="Calibri"/>
                <a:cs typeface="Calibri"/>
              </a:rPr>
              <a:t>SMD</a:t>
            </a:r>
            <a:r>
              <a:rPr sz="1200" b="1" spc="-30" dirty="0">
                <a:solidFill>
                  <a:srgbClr val="0000FF"/>
                </a:solidFill>
                <a:latin typeface="Calibri"/>
                <a:cs typeface="Calibri"/>
              </a:rPr>
              <a:t> </a:t>
            </a:r>
            <a:r>
              <a:rPr sz="1200" b="1" spc="-5" dirty="0">
                <a:solidFill>
                  <a:srgbClr val="0000FF"/>
                </a:solidFill>
                <a:latin typeface="Calibri"/>
                <a:cs typeface="Calibri"/>
              </a:rPr>
              <a:t>changes</a:t>
            </a:r>
            <a:endParaRPr sz="1200">
              <a:latin typeface="Calibri"/>
              <a:cs typeface="Calibri"/>
            </a:endParaRPr>
          </a:p>
          <a:p>
            <a:pPr marL="55880">
              <a:lnSpc>
                <a:spcPct val="100000"/>
              </a:lnSpc>
            </a:pPr>
            <a:r>
              <a:rPr sz="1200" b="1" spc="-5" dirty="0">
                <a:solidFill>
                  <a:srgbClr val="0000FF"/>
                </a:solidFill>
                <a:latin typeface="Calibri"/>
                <a:cs typeface="Calibri"/>
              </a:rPr>
              <a:t>Industry</a:t>
            </a:r>
            <a:r>
              <a:rPr sz="1200" b="1" spc="-30" dirty="0">
                <a:solidFill>
                  <a:srgbClr val="0000FF"/>
                </a:solidFill>
                <a:latin typeface="Calibri"/>
                <a:cs typeface="Calibri"/>
              </a:rPr>
              <a:t> </a:t>
            </a:r>
            <a:r>
              <a:rPr sz="1200" b="1" spc="-10" dirty="0">
                <a:solidFill>
                  <a:srgbClr val="0000FF"/>
                </a:solidFill>
                <a:latin typeface="Calibri"/>
                <a:cs typeface="Calibri"/>
              </a:rPr>
              <a:t>changes</a:t>
            </a:r>
            <a:endParaRPr sz="1200">
              <a:latin typeface="Calibri"/>
              <a:cs typeface="Calibri"/>
            </a:endParaRPr>
          </a:p>
          <a:p>
            <a:pPr marL="55880">
              <a:lnSpc>
                <a:spcPct val="100000"/>
              </a:lnSpc>
            </a:pPr>
            <a:r>
              <a:rPr sz="1200" b="1" spc="-5" dirty="0">
                <a:solidFill>
                  <a:srgbClr val="0000FF"/>
                </a:solidFill>
                <a:latin typeface="Calibri"/>
                <a:cs typeface="Calibri"/>
              </a:rPr>
              <a:t>Company</a:t>
            </a:r>
            <a:r>
              <a:rPr sz="1200" b="1" spc="-35" dirty="0">
                <a:solidFill>
                  <a:srgbClr val="0000FF"/>
                </a:solidFill>
                <a:latin typeface="Calibri"/>
                <a:cs typeface="Calibri"/>
              </a:rPr>
              <a:t> </a:t>
            </a:r>
            <a:r>
              <a:rPr sz="1200" b="1" spc="-5" dirty="0">
                <a:solidFill>
                  <a:srgbClr val="0000FF"/>
                </a:solidFill>
                <a:latin typeface="Calibri"/>
                <a:cs typeface="Calibri"/>
              </a:rPr>
              <a:t>changes</a:t>
            </a:r>
            <a:endParaRPr sz="1200">
              <a:latin typeface="Calibri"/>
              <a:cs typeface="Calibri"/>
            </a:endParaRPr>
          </a:p>
        </p:txBody>
      </p:sp>
      <p:grpSp>
        <p:nvGrpSpPr>
          <p:cNvPr id="22" name="object 22"/>
          <p:cNvGrpSpPr/>
          <p:nvPr/>
        </p:nvGrpSpPr>
        <p:grpSpPr>
          <a:xfrm>
            <a:off x="1689925" y="1790509"/>
            <a:ext cx="5460365" cy="2436495"/>
            <a:chOff x="1689925" y="1790509"/>
            <a:chExt cx="5460365" cy="2436495"/>
          </a:xfrm>
        </p:grpSpPr>
        <p:sp>
          <p:nvSpPr>
            <p:cNvPr id="23" name="object 23"/>
            <p:cNvSpPr/>
            <p:nvPr/>
          </p:nvSpPr>
          <p:spPr>
            <a:xfrm>
              <a:off x="6756654" y="3909567"/>
              <a:ext cx="393700" cy="317500"/>
            </a:xfrm>
            <a:custGeom>
              <a:avLst/>
              <a:gdLst/>
              <a:ahLst/>
              <a:cxnLst/>
              <a:rect l="l" t="t" r="r" b="b"/>
              <a:pathLst>
                <a:path w="393700" h="317500">
                  <a:moveTo>
                    <a:pt x="393192" y="274574"/>
                  </a:moveTo>
                  <a:lnTo>
                    <a:pt x="364528" y="260223"/>
                  </a:lnTo>
                  <a:lnTo>
                    <a:pt x="307467" y="231648"/>
                  </a:lnTo>
                  <a:lnTo>
                    <a:pt x="307467" y="260223"/>
                  </a:lnTo>
                  <a:lnTo>
                    <a:pt x="0" y="260223"/>
                  </a:lnTo>
                  <a:lnTo>
                    <a:pt x="0" y="288798"/>
                  </a:lnTo>
                  <a:lnTo>
                    <a:pt x="307467" y="288798"/>
                  </a:lnTo>
                  <a:lnTo>
                    <a:pt x="307467" y="317373"/>
                  </a:lnTo>
                  <a:lnTo>
                    <a:pt x="364693" y="288798"/>
                  </a:lnTo>
                  <a:lnTo>
                    <a:pt x="393192" y="274574"/>
                  </a:lnTo>
                  <a:close/>
                </a:path>
                <a:path w="393700" h="317500">
                  <a:moveTo>
                    <a:pt x="393192" y="42926"/>
                  </a:moveTo>
                  <a:lnTo>
                    <a:pt x="364528" y="28575"/>
                  </a:lnTo>
                  <a:lnTo>
                    <a:pt x="307467" y="0"/>
                  </a:lnTo>
                  <a:lnTo>
                    <a:pt x="307467" y="28575"/>
                  </a:lnTo>
                  <a:lnTo>
                    <a:pt x="0" y="28575"/>
                  </a:lnTo>
                  <a:lnTo>
                    <a:pt x="0" y="57150"/>
                  </a:lnTo>
                  <a:lnTo>
                    <a:pt x="307467" y="57150"/>
                  </a:lnTo>
                  <a:lnTo>
                    <a:pt x="307467" y="85725"/>
                  </a:lnTo>
                  <a:lnTo>
                    <a:pt x="364693" y="57150"/>
                  </a:lnTo>
                  <a:lnTo>
                    <a:pt x="393192" y="42926"/>
                  </a:lnTo>
                  <a:close/>
                </a:path>
              </a:pathLst>
            </a:custGeom>
            <a:solidFill>
              <a:srgbClr val="000000"/>
            </a:solidFill>
          </p:spPr>
          <p:txBody>
            <a:bodyPr wrap="square" lIns="0" tIns="0" rIns="0" bIns="0" rtlCol="0"/>
            <a:lstStyle/>
            <a:p>
              <a:endParaRPr/>
            </a:p>
          </p:txBody>
        </p:sp>
        <p:sp>
          <p:nvSpPr>
            <p:cNvPr id="24" name="object 24"/>
            <p:cNvSpPr/>
            <p:nvPr/>
          </p:nvSpPr>
          <p:spPr>
            <a:xfrm>
              <a:off x="1694688" y="1795272"/>
              <a:ext cx="1323340" cy="719455"/>
            </a:xfrm>
            <a:custGeom>
              <a:avLst/>
              <a:gdLst/>
              <a:ahLst/>
              <a:cxnLst/>
              <a:rect l="l" t="t" r="r" b="b"/>
              <a:pathLst>
                <a:path w="1323339" h="719455">
                  <a:moveTo>
                    <a:pt x="1322832" y="0"/>
                  </a:moveTo>
                  <a:lnTo>
                    <a:pt x="0" y="0"/>
                  </a:lnTo>
                  <a:lnTo>
                    <a:pt x="0" y="719327"/>
                  </a:lnTo>
                  <a:lnTo>
                    <a:pt x="1322832" y="719327"/>
                  </a:lnTo>
                  <a:lnTo>
                    <a:pt x="1322832" y="0"/>
                  </a:lnTo>
                  <a:close/>
                </a:path>
              </a:pathLst>
            </a:custGeom>
            <a:solidFill>
              <a:srgbClr val="CCEBFF"/>
            </a:solidFill>
          </p:spPr>
          <p:txBody>
            <a:bodyPr wrap="square" lIns="0" tIns="0" rIns="0" bIns="0" rtlCol="0"/>
            <a:lstStyle/>
            <a:p>
              <a:endParaRPr/>
            </a:p>
          </p:txBody>
        </p:sp>
        <p:sp>
          <p:nvSpPr>
            <p:cNvPr id="25" name="object 25"/>
            <p:cNvSpPr/>
            <p:nvPr/>
          </p:nvSpPr>
          <p:spPr>
            <a:xfrm>
              <a:off x="1694688" y="1795272"/>
              <a:ext cx="1323340" cy="719455"/>
            </a:xfrm>
            <a:custGeom>
              <a:avLst/>
              <a:gdLst/>
              <a:ahLst/>
              <a:cxnLst/>
              <a:rect l="l" t="t" r="r" b="b"/>
              <a:pathLst>
                <a:path w="1323339" h="719455">
                  <a:moveTo>
                    <a:pt x="0" y="719327"/>
                  </a:moveTo>
                  <a:lnTo>
                    <a:pt x="1322832" y="719327"/>
                  </a:lnTo>
                  <a:lnTo>
                    <a:pt x="1322832" y="0"/>
                  </a:lnTo>
                  <a:lnTo>
                    <a:pt x="0" y="0"/>
                  </a:lnTo>
                  <a:lnTo>
                    <a:pt x="0" y="719327"/>
                  </a:lnTo>
                  <a:close/>
                </a:path>
              </a:pathLst>
            </a:custGeom>
            <a:ln w="9524">
              <a:solidFill>
                <a:srgbClr val="000000"/>
              </a:solidFill>
            </a:ln>
          </p:spPr>
          <p:txBody>
            <a:bodyPr wrap="square" lIns="0" tIns="0" rIns="0" bIns="0" rtlCol="0"/>
            <a:lstStyle/>
            <a:p>
              <a:endParaRPr/>
            </a:p>
          </p:txBody>
        </p:sp>
      </p:grpSp>
      <p:sp>
        <p:nvSpPr>
          <p:cNvPr id="26" name="object 26"/>
          <p:cNvSpPr txBox="1"/>
          <p:nvPr/>
        </p:nvSpPr>
        <p:spPr>
          <a:xfrm>
            <a:off x="1741423" y="1803272"/>
            <a:ext cx="586105" cy="756920"/>
          </a:xfrm>
          <a:prstGeom prst="rect">
            <a:avLst/>
          </a:prstGeom>
        </p:spPr>
        <p:txBody>
          <a:bodyPr vert="horz" wrap="square" lIns="0" tIns="12700" rIns="0" bIns="0" rtlCol="0">
            <a:spAutoFit/>
          </a:bodyPr>
          <a:lstStyle/>
          <a:p>
            <a:pPr marL="12700" marR="5080">
              <a:lnSpc>
                <a:spcPct val="100000"/>
              </a:lnSpc>
              <a:spcBef>
                <a:spcPts val="100"/>
              </a:spcBef>
            </a:pPr>
            <a:r>
              <a:rPr sz="1200" b="1" spc="-5" dirty="0">
                <a:latin typeface="Calibri"/>
                <a:cs typeface="Calibri"/>
              </a:rPr>
              <a:t>eCl@ss </a:t>
            </a:r>
            <a:r>
              <a:rPr sz="1200" b="1" dirty="0">
                <a:latin typeface="Calibri"/>
                <a:cs typeface="Calibri"/>
              </a:rPr>
              <a:t> </a:t>
            </a:r>
            <a:r>
              <a:rPr sz="1200" spc="-5" dirty="0">
                <a:latin typeface="Calibri"/>
                <a:cs typeface="Calibri"/>
              </a:rPr>
              <a:t>Class </a:t>
            </a:r>
            <a:r>
              <a:rPr sz="1200" dirty="0">
                <a:latin typeface="Calibri"/>
                <a:cs typeface="Calibri"/>
              </a:rPr>
              <a:t> </a:t>
            </a:r>
            <a:r>
              <a:rPr sz="1200" spc="-35" dirty="0">
                <a:latin typeface="Calibri"/>
                <a:cs typeface="Calibri"/>
              </a:rPr>
              <a:t>A</a:t>
            </a:r>
            <a:r>
              <a:rPr sz="1200" spc="-10" dirty="0">
                <a:latin typeface="Calibri"/>
                <a:cs typeface="Calibri"/>
              </a:rPr>
              <a:t>t</a:t>
            </a:r>
            <a:r>
              <a:rPr sz="1200" dirty="0">
                <a:latin typeface="Calibri"/>
                <a:cs typeface="Calibri"/>
              </a:rPr>
              <a:t>tri</a:t>
            </a:r>
            <a:r>
              <a:rPr sz="1200" spc="5" dirty="0">
                <a:latin typeface="Calibri"/>
                <a:cs typeface="Calibri"/>
              </a:rPr>
              <a:t>b</a:t>
            </a:r>
            <a:r>
              <a:rPr sz="1200" spc="-10" dirty="0">
                <a:latin typeface="Calibri"/>
                <a:cs typeface="Calibri"/>
              </a:rPr>
              <a:t>ut</a:t>
            </a:r>
            <a:r>
              <a:rPr sz="1200" dirty="0">
                <a:latin typeface="Calibri"/>
                <a:cs typeface="Calibri"/>
              </a:rPr>
              <a:t>e  </a:t>
            </a:r>
            <a:r>
              <a:rPr sz="1200" spc="-15" dirty="0">
                <a:latin typeface="Calibri"/>
                <a:cs typeface="Calibri"/>
              </a:rPr>
              <a:t>Value</a:t>
            </a:r>
            <a:endParaRPr sz="1200">
              <a:latin typeface="Calibri"/>
              <a:cs typeface="Calibri"/>
            </a:endParaRPr>
          </a:p>
        </p:txBody>
      </p:sp>
      <p:grpSp>
        <p:nvGrpSpPr>
          <p:cNvPr id="27" name="object 27"/>
          <p:cNvGrpSpPr/>
          <p:nvPr/>
        </p:nvGrpSpPr>
        <p:grpSpPr>
          <a:xfrm>
            <a:off x="3018282" y="2548889"/>
            <a:ext cx="8627110" cy="1296670"/>
            <a:chOff x="3018282" y="2548889"/>
            <a:chExt cx="8627110" cy="1296670"/>
          </a:xfrm>
        </p:grpSpPr>
        <p:sp>
          <p:nvSpPr>
            <p:cNvPr id="28" name="object 28"/>
            <p:cNvSpPr/>
            <p:nvPr/>
          </p:nvSpPr>
          <p:spPr>
            <a:xfrm>
              <a:off x="3018282" y="2548889"/>
              <a:ext cx="1010919" cy="645160"/>
            </a:xfrm>
            <a:custGeom>
              <a:avLst/>
              <a:gdLst/>
              <a:ahLst/>
              <a:cxnLst/>
              <a:rect l="l" t="t" r="r" b="b"/>
              <a:pathLst>
                <a:path w="1010920" h="645160">
                  <a:moveTo>
                    <a:pt x="930399" y="610535"/>
                  </a:moveTo>
                  <a:lnTo>
                    <a:pt x="915034" y="634619"/>
                  </a:lnTo>
                  <a:lnTo>
                    <a:pt x="1010412" y="644651"/>
                  </a:lnTo>
                  <a:lnTo>
                    <a:pt x="994595" y="618236"/>
                  </a:lnTo>
                  <a:lnTo>
                    <a:pt x="942467" y="618236"/>
                  </a:lnTo>
                  <a:lnTo>
                    <a:pt x="930399" y="610535"/>
                  </a:lnTo>
                  <a:close/>
                </a:path>
                <a:path w="1010920" h="645160">
                  <a:moveTo>
                    <a:pt x="945727" y="586508"/>
                  </a:moveTo>
                  <a:lnTo>
                    <a:pt x="930399" y="610535"/>
                  </a:lnTo>
                  <a:lnTo>
                    <a:pt x="942467" y="618236"/>
                  </a:lnTo>
                  <a:lnTo>
                    <a:pt x="957833" y="594233"/>
                  </a:lnTo>
                  <a:lnTo>
                    <a:pt x="945727" y="586508"/>
                  </a:lnTo>
                  <a:close/>
                </a:path>
                <a:path w="1010920" h="645160">
                  <a:moveTo>
                    <a:pt x="961135" y="562356"/>
                  </a:moveTo>
                  <a:lnTo>
                    <a:pt x="945727" y="586508"/>
                  </a:lnTo>
                  <a:lnTo>
                    <a:pt x="957833" y="594233"/>
                  </a:lnTo>
                  <a:lnTo>
                    <a:pt x="942467" y="618236"/>
                  </a:lnTo>
                  <a:lnTo>
                    <a:pt x="994595" y="618236"/>
                  </a:lnTo>
                  <a:lnTo>
                    <a:pt x="961135" y="562356"/>
                  </a:lnTo>
                  <a:close/>
                </a:path>
                <a:path w="1010920" h="645160">
                  <a:moveTo>
                    <a:pt x="80012" y="34116"/>
                  </a:moveTo>
                  <a:lnTo>
                    <a:pt x="64684" y="58143"/>
                  </a:lnTo>
                  <a:lnTo>
                    <a:pt x="930399" y="610535"/>
                  </a:lnTo>
                  <a:lnTo>
                    <a:pt x="945727" y="586508"/>
                  </a:lnTo>
                  <a:lnTo>
                    <a:pt x="80012" y="34116"/>
                  </a:lnTo>
                  <a:close/>
                </a:path>
                <a:path w="1010920" h="645160">
                  <a:moveTo>
                    <a:pt x="0" y="0"/>
                  </a:moveTo>
                  <a:lnTo>
                    <a:pt x="49275" y="82296"/>
                  </a:lnTo>
                  <a:lnTo>
                    <a:pt x="64684" y="58143"/>
                  </a:lnTo>
                  <a:lnTo>
                    <a:pt x="52578" y="50419"/>
                  </a:lnTo>
                  <a:lnTo>
                    <a:pt x="67944" y="26415"/>
                  </a:lnTo>
                  <a:lnTo>
                    <a:pt x="84925" y="26415"/>
                  </a:lnTo>
                  <a:lnTo>
                    <a:pt x="95376" y="10033"/>
                  </a:lnTo>
                  <a:lnTo>
                    <a:pt x="0" y="0"/>
                  </a:lnTo>
                  <a:close/>
                </a:path>
                <a:path w="1010920" h="645160">
                  <a:moveTo>
                    <a:pt x="67944" y="26415"/>
                  </a:moveTo>
                  <a:lnTo>
                    <a:pt x="52578" y="50419"/>
                  </a:lnTo>
                  <a:lnTo>
                    <a:pt x="64684" y="58143"/>
                  </a:lnTo>
                  <a:lnTo>
                    <a:pt x="80012" y="34116"/>
                  </a:lnTo>
                  <a:lnTo>
                    <a:pt x="67944" y="26415"/>
                  </a:lnTo>
                  <a:close/>
                </a:path>
                <a:path w="1010920" h="645160">
                  <a:moveTo>
                    <a:pt x="84925" y="26415"/>
                  </a:moveTo>
                  <a:lnTo>
                    <a:pt x="67944" y="26415"/>
                  </a:lnTo>
                  <a:lnTo>
                    <a:pt x="80012" y="34116"/>
                  </a:lnTo>
                  <a:lnTo>
                    <a:pt x="84925" y="26415"/>
                  </a:lnTo>
                  <a:close/>
                </a:path>
              </a:pathLst>
            </a:custGeom>
            <a:solidFill>
              <a:srgbClr val="000000"/>
            </a:solidFill>
          </p:spPr>
          <p:txBody>
            <a:bodyPr wrap="square" lIns="0" tIns="0" rIns="0" bIns="0" rtlCol="0"/>
            <a:lstStyle/>
            <a:p>
              <a:endParaRPr/>
            </a:p>
          </p:txBody>
        </p:sp>
        <p:sp>
          <p:nvSpPr>
            <p:cNvPr id="29" name="object 29"/>
            <p:cNvSpPr/>
            <p:nvPr/>
          </p:nvSpPr>
          <p:spPr>
            <a:xfrm>
              <a:off x="9368028" y="2599943"/>
              <a:ext cx="2272665" cy="1240790"/>
            </a:xfrm>
            <a:custGeom>
              <a:avLst/>
              <a:gdLst/>
              <a:ahLst/>
              <a:cxnLst/>
              <a:rect l="l" t="t" r="r" b="b"/>
              <a:pathLst>
                <a:path w="2272665" h="1240789">
                  <a:moveTo>
                    <a:pt x="2272283" y="0"/>
                  </a:moveTo>
                  <a:lnTo>
                    <a:pt x="0" y="0"/>
                  </a:lnTo>
                  <a:lnTo>
                    <a:pt x="0" y="1240535"/>
                  </a:lnTo>
                  <a:lnTo>
                    <a:pt x="2272283" y="1240535"/>
                  </a:lnTo>
                  <a:lnTo>
                    <a:pt x="2272283" y="0"/>
                  </a:lnTo>
                  <a:close/>
                </a:path>
              </a:pathLst>
            </a:custGeom>
            <a:solidFill>
              <a:srgbClr val="CCEBFF"/>
            </a:solidFill>
          </p:spPr>
          <p:txBody>
            <a:bodyPr wrap="square" lIns="0" tIns="0" rIns="0" bIns="0" rtlCol="0"/>
            <a:lstStyle/>
            <a:p>
              <a:endParaRPr/>
            </a:p>
          </p:txBody>
        </p:sp>
        <p:sp>
          <p:nvSpPr>
            <p:cNvPr id="30" name="object 30"/>
            <p:cNvSpPr/>
            <p:nvPr/>
          </p:nvSpPr>
          <p:spPr>
            <a:xfrm>
              <a:off x="9368028" y="2599943"/>
              <a:ext cx="2272665" cy="1240790"/>
            </a:xfrm>
            <a:custGeom>
              <a:avLst/>
              <a:gdLst/>
              <a:ahLst/>
              <a:cxnLst/>
              <a:rect l="l" t="t" r="r" b="b"/>
              <a:pathLst>
                <a:path w="2272665" h="1240789">
                  <a:moveTo>
                    <a:pt x="0" y="1240535"/>
                  </a:moveTo>
                  <a:lnTo>
                    <a:pt x="2272283" y="1240535"/>
                  </a:lnTo>
                  <a:lnTo>
                    <a:pt x="2272283" y="0"/>
                  </a:lnTo>
                  <a:lnTo>
                    <a:pt x="0" y="0"/>
                  </a:lnTo>
                  <a:lnTo>
                    <a:pt x="0" y="1240535"/>
                  </a:lnTo>
                  <a:close/>
                </a:path>
              </a:pathLst>
            </a:custGeom>
            <a:ln w="9525">
              <a:solidFill>
                <a:srgbClr val="000000"/>
              </a:solidFill>
            </a:ln>
          </p:spPr>
          <p:txBody>
            <a:bodyPr wrap="square" lIns="0" tIns="0" rIns="0" bIns="0" rtlCol="0"/>
            <a:lstStyle/>
            <a:p>
              <a:endParaRPr/>
            </a:p>
          </p:txBody>
        </p:sp>
      </p:grpSp>
      <p:sp>
        <p:nvSpPr>
          <p:cNvPr id="31" name="object 31"/>
          <p:cNvSpPr txBox="1"/>
          <p:nvPr/>
        </p:nvSpPr>
        <p:spPr>
          <a:xfrm>
            <a:off x="9416033" y="2608579"/>
            <a:ext cx="1250950" cy="757555"/>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Calibri"/>
                <a:cs typeface="Calibri"/>
              </a:rPr>
              <a:t>RUS</a:t>
            </a:r>
            <a:endParaRPr sz="1200">
              <a:latin typeface="Calibri"/>
              <a:cs typeface="Calibri"/>
            </a:endParaRPr>
          </a:p>
          <a:p>
            <a:pPr marL="12700" marR="5080">
              <a:lnSpc>
                <a:spcPct val="100000"/>
              </a:lnSpc>
            </a:pPr>
            <a:r>
              <a:rPr sz="1200" spc="-5" dirty="0">
                <a:latin typeface="Calibri"/>
                <a:cs typeface="Calibri"/>
              </a:rPr>
              <a:t>Classification </a:t>
            </a:r>
            <a:r>
              <a:rPr sz="1200" dirty="0">
                <a:latin typeface="Calibri"/>
                <a:cs typeface="Calibri"/>
              </a:rPr>
              <a:t> </a:t>
            </a:r>
            <a:r>
              <a:rPr sz="1200" spc="-10" dirty="0">
                <a:latin typeface="Calibri"/>
                <a:cs typeface="Calibri"/>
              </a:rPr>
              <a:t>Attributes </a:t>
            </a:r>
            <a:r>
              <a:rPr sz="1200" spc="-5" dirty="0">
                <a:latin typeface="Calibri"/>
                <a:cs typeface="Calibri"/>
              </a:rPr>
              <a:t>Native </a:t>
            </a:r>
            <a:r>
              <a:rPr sz="1200" dirty="0">
                <a:latin typeface="Calibri"/>
                <a:cs typeface="Calibri"/>
              </a:rPr>
              <a:t> </a:t>
            </a:r>
            <a:r>
              <a:rPr sz="1200" spc="-20" dirty="0">
                <a:latin typeface="Calibri"/>
                <a:cs typeface="Calibri"/>
              </a:rPr>
              <a:t>Template</a:t>
            </a:r>
            <a:r>
              <a:rPr sz="1200" spc="-45" dirty="0">
                <a:latin typeface="Calibri"/>
                <a:cs typeface="Calibri"/>
              </a:rPr>
              <a:t> </a:t>
            </a:r>
            <a:r>
              <a:rPr sz="1200" spc="-10" dirty="0">
                <a:latin typeface="Calibri"/>
                <a:cs typeface="Calibri"/>
              </a:rPr>
              <a:t>Attributes</a:t>
            </a:r>
            <a:endParaRPr sz="1200">
              <a:latin typeface="Calibri"/>
              <a:cs typeface="Calibri"/>
            </a:endParaRPr>
          </a:p>
        </p:txBody>
      </p:sp>
      <p:sp>
        <p:nvSpPr>
          <p:cNvPr id="32" name="object 32"/>
          <p:cNvSpPr txBox="1"/>
          <p:nvPr/>
        </p:nvSpPr>
        <p:spPr>
          <a:xfrm>
            <a:off x="9368028" y="3339084"/>
            <a:ext cx="538480" cy="501650"/>
          </a:xfrm>
          <a:prstGeom prst="rect">
            <a:avLst/>
          </a:prstGeom>
          <a:solidFill>
            <a:srgbClr val="CCEBFF"/>
          </a:solidFill>
          <a:ln w="9525">
            <a:solidFill>
              <a:srgbClr val="000000"/>
            </a:solidFill>
          </a:ln>
        </p:spPr>
        <p:txBody>
          <a:bodyPr vert="horz" wrap="square" lIns="0" tIns="13970" rIns="0" bIns="0" rtlCol="0">
            <a:spAutoFit/>
          </a:bodyPr>
          <a:lstStyle/>
          <a:p>
            <a:pPr marL="60325">
              <a:lnSpc>
                <a:spcPct val="100000"/>
              </a:lnSpc>
              <a:spcBef>
                <a:spcPts val="110"/>
              </a:spcBef>
            </a:pPr>
            <a:r>
              <a:rPr sz="1200" spc="-5" dirty="0">
                <a:latin typeface="Calibri"/>
                <a:cs typeface="Calibri"/>
              </a:rPr>
              <a:t>C</a:t>
            </a:r>
            <a:r>
              <a:rPr sz="1200" dirty="0">
                <a:latin typeface="Calibri"/>
                <a:cs typeface="Calibri"/>
              </a:rPr>
              <a:t>u</a:t>
            </a:r>
            <a:r>
              <a:rPr sz="1200" spc="-15" dirty="0">
                <a:latin typeface="Calibri"/>
                <a:cs typeface="Calibri"/>
              </a:rPr>
              <a:t>s</a:t>
            </a:r>
            <a:r>
              <a:rPr sz="1200" spc="-10" dirty="0">
                <a:latin typeface="Calibri"/>
                <a:cs typeface="Calibri"/>
              </a:rPr>
              <a:t>t</a:t>
            </a:r>
            <a:r>
              <a:rPr sz="1200" spc="-5" dirty="0">
                <a:latin typeface="Calibri"/>
                <a:cs typeface="Calibri"/>
              </a:rPr>
              <a:t>om</a:t>
            </a:r>
            <a:endParaRPr sz="1200">
              <a:latin typeface="Calibri"/>
              <a:cs typeface="Calibri"/>
            </a:endParaRPr>
          </a:p>
        </p:txBody>
      </p:sp>
      <p:sp>
        <p:nvSpPr>
          <p:cNvPr id="33" name="object 33"/>
          <p:cNvSpPr txBox="1"/>
          <p:nvPr/>
        </p:nvSpPr>
        <p:spPr>
          <a:xfrm>
            <a:off x="9834562" y="3340353"/>
            <a:ext cx="1801495" cy="208279"/>
          </a:xfrm>
          <a:prstGeom prst="rect">
            <a:avLst/>
          </a:prstGeom>
        </p:spPr>
        <p:txBody>
          <a:bodyPr vert="horz" wrap="square" lIns="0" tIns="12700" rIns="0" bIns="0" rtlCol="0">
            <a:spAutoFit/>
          </a:bodyPr>
          <a:lstStyle/>
          <a:p>
            <a:pPr marL="66040">
              <a:lnSpc>
                <a:spcPct val="100000"/>
              </a:lnSpc>
              <a:spcBef>
                <a:spcPts val="100"/>
              </a:spcBef>
            </a:pPr>
            <a:r>
              <a:rPr sz="1200" dirty="0">
                <a:latin typeface="Calibri"/>
                <a:cs typeface="Calibri"/>
              </a:rPr>
              <a:t>er</a:t>
            </a:r>
            <a:r>
              <a:rPr sz="1200" spc="-35" dirty="0">
                <a:latin typeface="Calibri"/>
                <a:cs typeface="Calibri"/>
              </a:rPr>
              <a:t> </a:t>
            </a:r>
            <a:r>
              <a:rPr sz="1200" spc="-10" dirty="0">
                <a:latin typeface="Calibri"/>
                <a:cs typeface="Calibri"/>
              </a:rPr>
              <a:t>Attributes</a:t>
            </a:r>
            <a:endParaRPr sz="1200">
              <a:latin typeface="Calibri"/>
              <a:cs typeface="Calibri"/>
            </a:endParaRPr>
          </a:p>
        </p:txBody>
      </p:sp>
      <p:grpSp>
        <p:nvGrpSpPr>
          <p:cNvPr id="34" name="object 34"/>
          <p:cNvGrpSpPr/>
          <p:nvPr/>
        </p:nvGrpSpPr>
        <p:grpSpPr>
          <a:xfrm>
            <a:off x="6251955" y="1176527"/>
            <a:ext cx="4315460" cy="2145030"/>
            <a:chOff x="6251955" y="1176527"/>
            <a:chExt cx="4315460" cy="2145030"/>
          </a:xfrm>
        </p:grpSpPr>
        <p:sp>
          <p:nvSpPr>
            <p:cNvPr id="35" name="object 35"/>
            <p:cNvSpPr/>
            <p:nvPr/>
          </p:nvSpPr>
          <p:spPr>
            <a:xfrm>
              <a:off x="6251956" y="2568701"/>
              <a:ext cx="3114040" cy="752475"/>
            </a:xfrm>
            <a:custGeom>
              <a:avLst/>
              <a:gdLst/>
              <a:ahLst/>
              <a:cxnLst/>
              <a:rect l="l" t="t" r="r" b="b"/>
              <a:pathLst>
                <a:path w="3114040" h="752475">
                  <a:moveTo>
                    <a:pt x="85725" y="85725"/>
                  </a:moveTo>
                  <a:lnTo>
                    <a:pt x="78613" y="71501"/>
                  </a:lnTo>
                  <a:lnTo>
                    <a:pt x="42926" y="0"/>
                  </a:lnTo>
                  <a:lnTo>
                    <a:pt x="0" y="85725"/>
                  </a:lnTo>
                  <a:lnTo>
                    <a:pt x="28575" y="85725"/>
                  </a:lnTo>
                  <a:lnTo>
                    <a:pt x="28575" y="377571"/>
                  </a:lnTo>
                  <a:lnTo>
                    <a:pt x="0" y="377571"/>
                  </a:lnTo>
                  <a:lnTo>
                    <a:pt x="42926" y="463296"/>
                  </a:lnTo>
                  <a:lnTo>
                    <a:pt x="78549" y="391922"/>
                  </a:lnTo>
                  <a:lnTo>
                    <a:pt x="85725" y="377571"/>
                  </a:lnTo>
                  <a:lnTo>
                    <a:pt x="57150" y="377571"/>
                  </a:lnTo>
                  <a:lnTo>
                    <a:pt x="57150" y="85725"/>
                  </a:lnTo>
                  <a:lnTo>
                    <a:pt x="85725" y="85725"/>
                  </a:lnTo>
                  <a:close/>
                </a:path>
                <a:path w="3114040" h="752475">
                  <a:moveTo>
                    <a:pt x="3113786" y="472440"/>
                  </a:moveTo>
                  <a:lnTo>
                    <a:pt x="3094151" y="464820"/>
                  </a:lnTo>
                  <a:lnTo>
                    <a:pt x="3024505" y="437769"/>
                  </a:lnTo>
                  <a:lnTo>
                    <a:pt x="3027121" y="466153"/>
                  </a:lnTo>
                  <a:lnTo>
                    <a:pt x="571969" y="695655"/>
                  </a:lnTo>
                  <a:lnTo>
                    <a:pt x="569341" y="667131"/>
                  </a:lnTo>
                  <a:lnTo>
                    <a:pt x="487934" y="717804"/>
                  </a:lnTo>
                  <a:lnTo>
                    <a:pt x="577215" y="752475"/>
                  </a:lnTo>
                  <a:lnTo>
                    <a:pt x="574713" y="725424"/>
                  </a:lnTo>
                  <a:lnTo>
                    <a:pt x="574586" y="724090"/>
                  </a:lnTo>
                  <a:lnTo>
                    <a:pt x="3029737" y="494601"/>
                  </a:lnTo>
                  <a:lnTo>
                    <a:pt x="3032379" y="523113"/>
                  </a:lnTo>
                  <a:lnTo>
                    <a:pt x="3113786" y="472440"/>
                  </a:lnTo>
                  <a:close/>
                </a:path>
              </a:pathLst>
            </a:custGeom>
            <a:solidFill>
              <a:srgbClr val="000000"/>
            </a:solidFill>
          </p:spPr>
          <p:txBody>
            <a:bodyPr wrap="square" lIns="0" tIns="0" rIns="0" bIns="0" rtlCol="0"/>
            <a:lstStyle/>
            <a:p>
              <a:endParaRPr/>
            </a:p>
          </p:txBody>
        </p:sp>
        <p:sp>
          <p:nvSpPr>
            <p:cNvPr id="36" name="object 36"/>
            <p:cNvSpPr/>
            <p:nvPr/>
          </p:nvSpPr>
          <p:spPr>
            <a:xfrm>
              <a:off x="8269223" y="1176527"/>
              <a:ext cx="2298700" cy="1242060"/>
            </a:xfrm>
            <a:custGeom>
              <a:avLst/>
              <a:gdLst/>
              <a:ahLst/>
              <a:cxnLst/>
              <a:rect l="l" t="t" r="r" b="b"/>
              <a:pathLst>
                <a:path w="2298700" h="1242060">
                  <a:moveTo>
                    <a:pt x="2298192" y="0"/>
                  </a:moveTo>
                  <a:lnTo>
                    <a:pt x="0" y="0"/>
                  </a:lnTo>
                  <a:lnTo>
                    <a:pt x="0" y="1242060"/>
                  </a:lnTo>
                  <a:lnTo>
                    <a:pt x="2298192" y="1242060"/>
                  </a:lnTo>
                  <a:lnTo>
                    <a:pt x="2298192" y="0"/>
                  </a:lnTo>
                  <a:close/>
                </a:path>
              </a:pathLst>
            </a:custGeom>
            <a:solidFill>
              <a:srgbClr val="CCEBFF"/>
            </a:solidFill>
          </p:spPr>
          <p:txBody>
            <a:bodyPr wrap="square" lIns="0" tIns="0" rIns="0" bIns="0" rtlCol="0"/>
            <a:lstStyle/>
            <a:p>
              <a:endParaRPr/>
            </a:p>
          </p:txBody>
        </p:sp>
      </p:grpSp>
      <p:sp>
        <p:nvSpPr>
          <p:cNvPr id="37" name="object 37"/>
          <p:cNvSpPr txBox="1"/>
          <p:nvPr/>
        </p:nvSpPr>
        <p:spPr>
          <a:xfrm>
            <a:off x="8269223" y="1176527"/>
            <a:ext cx="2298700" cy="1242060"/>
          </a:xfrm>
          <a:prstGeom prst="rect">
            <a:avLst/>
          </a:prstGeom>
          <a:ln w="9525">
            <a:solidFill>
              <a:srgbClr val="000000"/>
            </a:solidFill>
          </a:ln>
        </p:spPr>
        <p:txBody>
          <a:bodyPr vert="horz" wrap="square" lIns="0" tIns="20955" rIns="0" bIns="0" rtlCol="0">
            <a:spAutoFit/>
          </a:bodyPr>
          <a:lstStyle/>
          <a:p>
            <a:pPr marL="60325" marR="1294130">
              <a:lnSpc>
                <a:spcPct val="100000"/>
              </a:lnSpc>
              <a:spcBef>
                <a:spcPts val="165"/>
              </a:spcBef>
            </a:pPr>
            <a:r>
              <a:rPr sz="1200" b="1" spc="-20" dirty="0">
                <a:latin typeface="Calibri"/>
                <a:cs typeface="Calibri"/>
              </a:rPr>
              <a:t>Trade </a:t>
            </a:r>
            <a:r>
              <a:rPr sz="1200" b="1" spc="-10" dirty="0">
                <a:latin typeface="Calibri"/>
                <a:cs typeface="Calibri"/>
              </a:rPr>
              <a:t>Ranger </a:t>
            </a:r>
            <a:r>
              <a:rPr sz="1200" b="1" spc="-5" dirty="0">
                <a:latin typeface="Calibri"/>
                <a:cs typeface="Calibri"/>
              </a:rPr>
              <a:t> </a:t>
            </a:r>
            <a:r>
              <a:rPr sz="1200" spc="-10" dirty="0">
                <a:latin typeface="Calibri"/>
                <a:cs typeface="Calibri"/>
              </a:rPr>
              <a:t>Category </a:t>
            </a:r>
            <a:r>
              <a:rPr sz="1200" spc="-5" dirty="0">
                <a:latin typeface="Calibri"/>
                <a:cs typeface="Calibri"/>
              </a:rPr>
              <a:t> Group </a:t>
            </a:r>
            <a:r>
              <a:rPr sz="1200" dirty="0">
                <a:latin typeface="Calibri"/>
                <a:cs typeface="Calibri"/>
              </a:rPr>
              <a:t> N</a:t>
            </a:r>
            <a:r>
              <a:rPr sz="1200" spc="-5" dirty="0">
                <a:latin typeface="Calibri"/>
                <a:cs typeface="Calibri"/>
              </a:rPr>
              <a:t>o</a:t>
            </a:r>
            <a:r>
              <a:rPr sz="1200" spc="5" dirty="0">
                <a:latin typeface="Calibri"/>
                <a:cs typeface="Calibri"/>
              </a:rPr>
              <a:t>u</a:t>
            </a:r>
            <a:r>
              <a:rPr sz="1200" dirty="0">
                <a:latin typeface="Calibri"/>
                <a:cs typeface="Calibri"/>
              </a:rPr>
              <a:t>n/M</a:t>
            </a:r>
            <a:r>
              <a:rPr sz="1200" spc="-5" dirty="0">
                <a:latin typeface="Calibri"/>
                <a:cs typeface="Calibri"/>
              </a:rPr>
              <a:t>odi</a:t>
            </a:r>
            <a:r>
              <a:rPr sz="1200" spc="-10" dirty="0">
                <a:latin typeface="Calibri"/>
                <a:cs typeface="Calibri"/>
              </a:rPr>
              <a:t>f</a:t>
            </a:r>
            <a:r>
              <a:rPr sz="1200" dirty="0">
                <a:latin typeface="Calibri"/>
                <a:cs typeface="Calibri"/>
              </a:rPr>
              <a:t>ier</a:t>
            </a:r>
            <a:endParaRPr sz="1200">
              <a:latin typeface="Calibri"/>
              <a:cs typeface="Calibri"/>
            </a:endParaRPr>
          </a:p>
          <a:p>
            <a:pPr marL="60325">
              <a:lnSpc>
                <a:spcPct val="100000"/>
              </a:lnSpc>
            </a:pPr>
            <a:r>
              <a:rPr sz="1200" spc="-10" dirty="0">
                <a:latin typeface="Calibri"/>
                <a:cs typeface="Calibri"/>
              </a:rPr>
              <a:t>Attribute</a:t>
            </a:r>
            <a:r>
              <a:rPr sz="1200" spc="-45" dirty="0">
                <a:latin typeface="Calibri"/>
                <a:cs typeface="Calibri"/>
              </a:rPr>
              <a:t> </a:t>
            </a:r>
            <a:r>
              <a:rPr sz="1200" dirty="0">
                <a:latin typeface="Calibri"/>
                <a:cs typeface="Calibri"/>
              </a:rPr>
              <a:t>1</a:t>
            </a:r>
            <a:r>
              <a:rPr sz="1200" spc="-15" dirty="0">
                <a:latin typeface="Calibri"/>
                <a:cs typeface="Calibri"/>
              </a:rPr>
              <a:t> </a:t>
            </a:r>
            <a:r>
              <a:rPr sz="1200" dirty="0">
                <a:latin typeface="Calibri"/>
                <a:cs typeface="Calibri"/>
              </a:rPr>
              <a:t>…</a:t>
            </a:r>
            <a:r>
              <a:rPr sz="1200" spc="-25" dirty="0">
                <a:latin typeface="Calibri"/>
                <a:cs typeface="Calibri"/>
              </a:rPr>
              <a:t> </a:t>
            </a:r>
            <a:r>
              <a:rPr sz="1200" dirty="0">
                <a:latin typeface="Calibri"/>
                <a:cs typeface="Calibri"/>
              </a:rPr>
              <a:t>25</a:t>
            </a:r>
            <a:endParaRPr sz="1200">
              <a:latin typeface="Calibri"/>
              <a:cs typeface="Calibri"/>
            </a:endParaRPr>
          </a:p>
        </p:txBody>
      </p:sp>
      <p:grpSp>
        <p:nvGrpSpPr>
          <p:cNvPr id="38" name="object 38"/>
          <p:cNvGrpSpPr/>
          <p:nvPr/>
        </p:nvGrpSpPr>
        <p:grpSpPr>
          <a:xfrm>
            <a:off x="3204972" y="1228344"/>
            <a:ext cx="5107940" cy="1892935"/>
            <a:chOff x="3204972" y="1228344"/>
            <a:chExt cx="5107940" cy="1892935"/>
          </a:xfrm>
        </p:grpSpPr>
        <p:sp>
          <p:nvSpPr>
            <p:cNvPr id="39" name="object 39"/>
            <p:cNvSpPr/>
            <p:nvPr/>
          </p:nvSpPr>
          <p:spPr>
            <a:xfrm>
              <a:off x="6739889" y="2348483"/>
              <a:ext cx="1572895" cy="772795"/>
            </a:xfrm>
            <a:custGeom>
              <a:avLst/>
              <a:gdLst/>
              <a:ahLst/>
              <a:cxnLst/>
              <a:rect l="l" t="t" r="r" b="b"/>
              <a:pathLst>
                <a:path w="1572895" h="772794">
                  <a:moveTo>
                    <a:pt x="58038" y="695705"/>
                  </a:moveTo>
                  <a:lnTo>
                    <a:pt x="0" y="771905"/>
                  </a:lnTo>
                  <a:lnTo>
                    <a:pt x="95884" y="772667"/>
                  </a:lnTo>
                  <a:lnTo>
                    <a:pt x="86329" y="753237"/>
                  </a:lnTo>
                  <a:lnTo>
                    <a:pt x="70484" y="753237"/>
                  </a:lnTo>
                  <a:lnTo>
                    <a:pt x="57911" y="727582"/>
                  </a:lnTo>
                  <a:lnTo>
                    <a:pt x="70644" y="721340"/>
                  </a:lnTo>
                  <a:lnTo>
                    <a:pt x="58038" y="695705"/>
                  </a:lnTo>
                  <a:close/>
                </a:path>
                <a:path w="1572895" h="772794">
                  <a:moveTo>
                    <a:pt x="70644" y="721340"/>
                  </a:moveTo>
                  <a:lnTo>
                    <a:pt x="57911" y="727582"/>
                  </a:lnTo>
                  <a:lnTo>
                    <a:pt x="70484" y="753237"/>
                  </a:lnTo>
                  <a:lnTo>
                    <a:pt x="83251" y="746977"/>
                  </a:lnTo>
                  <a:lnTo>
                    <a:pt x="70644" y="721340"/>
                  </a:lnTo>
                  <a:close/>
                </a:path>
                <a:path w="1572895" h="772794">
                  <a:moveTo>
                    <a:pt x="83251" y="746977"/>
                  </a:moveTo>
                  <a:lnTo>
                    <a:pt x="70484" y="753237"/>
                  </a:lnTo>
                  <a:lnTo>
                    <a:pt x="86329" y="753237"/>
                  </a:lnTo>
                  <a:lnTo>
                    <a:pt x="83251" y="746977"/>
                  </a:lnTo>
                  <a:close/>
                </a:path>
                <a:path w="1572895" h="772794">
                  <a:moveTo>
                    <a:pt x="1489516" y="25690"/>
                  </a:moveTo>
                  <a:lnTo>
                    <a:pt x="70644" y="721340"/>
                  </a:lnTo>
                  <a:lnTo>
                    <a:pt x="83251" y="746977"/>
                  </a:lnTo>
                  <a:lnTo>
                    <a:pt x="1502123" y="51327"/>
                  </a:lnTo>
                  <a:lnTo>
                    <a:pt x="1489516" y="25690"/>
                  </a:lnTo>
                  <a:close/>
                </a:path>
                <a:path w="1572895" h="772794">
                  <a:moveTo>
                    <a:pt x="1558548" y="19430"/>
                  </a:moveTo>
                  <a:lnTo>
                    <a:pt x="1502282" y="19430"/>
                  </a:lnTo>
                  <a:lnTo>
                    <a:pt x="1514855" y="45085"/>
                  </a:lnTo>
                  <a:lnTo>
                    <a:pt x="1502123" y="51327"/>
                  </a:lnTo>
                  <a:lnTo>
                    <a:pt x="1514728" y="76962"/>
                  </a:lnTo>
                  <a:lnTo>
                    <a:pt x="1558548" y="19430"/>
                  </a:lnTo>
                  <a:close/>
                </a:path>
                <a:path w="1572895" h="772794">
                  <a:moveTo>
                    <a:pt x="1502282" y="19430"/>
                  </a:moveTo>
                  <a:lnTo>
                    <a:pt x="1489516" y="25690"/>
                  </a:lnTo>
                  <a:lnTo>
                    <a:pt x="1502123" y="51327"/>
                  </a:lnTo>
                  <a:lnTo>
                    <a:pt x="1514855" y="45085"/>
                  </a:lnTo>
                  <a:lnTo>
                    <a:pt x="1502282" y="19430"/>
                  </a:lnTo>
                  <a:close/>
                </a:path>
                <a:path w="1572895" h="772794">
                  <a:moveTo>
                    <a:pt x="1476882" y="0"/>
                  </a:moveTo>
                  <a:lnTo>
                    <a:pt x="1489516" y="25690"/>
                  </a:lnTo>
                  <a:lnTo>
                    <a:pt x="1502282" y="19430"/>
                  </a:lnTo>
                  <a:lnTo>
                    <a:pt x="1558548" y="19430"/>
                  </a:lnTo>
                  <a:lnTo>
                    <a:pt x="1572767" y="762"/>
                  </a:lnTo>
                  <a:lnTo>
                    <a:pt x="1476882" y="0"/>
                  </a:lnTo>
                  <a:close/>
                </a:path>
              </a:pathLst>
            </a:custGeom>
            <a:solidFill>
              <a:srgbClr val="000000"/>
            </a:solidFill>
          </p:spPr>
          <p:txBody>
            <a:bodyPr wrap="square" lIns="0" tIns="0" rIns="0" bIns="0" rtlCol="0"/>
            <a:lstStyle/>
            <a:p>
              <a:endParaRPr/>
            </a:p>
          </p:txBody>
        </p:sp>
        <p:sp>
          <p:nvSpPr>
            <p:cNvPr id="40" name="object 40"/>
            <p:cNvSpPr/>
            <p:nvPr/>
          </p:nvSpPr>
          <p:spPr>
            <a:xfrm>
              <a:off x="3204972" y="1228344"/>
              <a:ext cx="1889760" cy="1156970"/>
            </a:xfrm>
            <a:custGeom>
              <a:avLst/>
              <a:gdLst/>
              <a:ahLst/>
              <a:cxnLst/>
              <a:rect l="l" t="t" r="r" b="b"/>
              <a:pathLst>
                <a:path w="1889760" h="1156970">
                  <a:moveTo>
                    <a:pt x="1889760" y="0"/>
                  </a:moveTo>
                  <a:lnTo>
                    <a:pt x="0" y="0"/>
                  </a:lnTo>
                  <a:lnTo>
                    <a:pt x="0" y="1156715"/>
                  </a:lnTo>
                  <a:lnTo>
                    <a:pt x="1889760" y="1156715"/>
                  </a:lnTo>
                  <a:lnTo>
                    <a:pt x="1889760" y="0"/>
                  </a:lnTo>
                  <a:close/>
                </a:path>
              </a:pathLst>
            </a:custGeom>
            <a:solidFill>
              <a:srgbClr val="CCEBFF"/>
            </a:solidFill>
          </p:spPr>
          <p:txBody>
            <a:bodyPr wrap="square" lIns="0" tIns="0" rIns="0" bIns="0" rtlCol="0"/>
            <a:lstStyle/>
            <a:p>
              <a:endParaRPr/>
            </a:p>
          </p:txBody>
        </p:sp>
      </p:grpSp>
      <p:sp>
        <p:nvSpPr>
          <p:cNvPr id="41" name="object 41"/>
          <p:cNvSpPr txBox="1"/>
          <p:nvPr/>
        </p:nvSpPr>
        <p:spPr>
          <a:xfrm>
            <a:off x="3204972" y="1228344"/>
            <a:ext cx="1889760" cy="1156970"/>
          </a:xfrm>
          <a:prstGeom prst="rect">
            <a:avLst/>
          </a:prstGeom>
          <a:ln w="9525">
            <a:solidFill>
              <a:srgbClr val="000000"/>
            </a:solidFill>
          </a:ln>
        </p:spPr>
        <p:txBody>
          <a:bodyPr vert="horz" wrap="square" lIns="0" tIns="20955" rIns="0" bIns="0" rtlCol="0">
            <a:spAutoFit/>
          </a:bodyPr>
          <a:lstStyle/>
          <a:p>
            <a:pPr marL="59055" marR="1122045">
              <a:lnSpc>
                <a:spcPct val="100000"/>
              </a:lnSpc>
              <a:spcBef>
                <a:spcPts val="165"/>
              </a:spcBef>
            </a:pPr>
            <a:r>
              <a:rPr sz="1200" b="1" dirty="0">
                <a:latin typeface="Calibri"/>
                <a:cs typeface="Calibri"/>
              </a:rPr>
              <a:t>Shell</a:t>
            </a:r>
            <a:r>
              <a:rPr sz="1200" b="1" spc="10" dirty="0">
                <a:latin typeface="Calibri"/>
                <a:cs typeface="Calibri"/>
              </a:rPr>
              <a:t> </a:t>
            </a:r>
            <a:r>
              <a:rPr sz="1200" b="1" dirty="0">
                <a:latin typeface="Calibri"/>
                <a:cs typeface="Calibri"/>
              </a:rPr>
              <a:t>M</a:t>
            </a:r>
            <a:r>
              <a:rPr sz="1200" b="1" spc="-15" dirty="0">
                <a:latin typeface="Calibri"/>
                <a:cs typeface="Calibri"/>
              </a:rPr>
              <a:t>E</a:t>
            </a:r>
            <a:r>
              <a:rPr sz="1200" b="1" dirty="0">
                <a:latin typeface="Calibri"/>
                <a:cs typeface="Calibri"/>
              </a:rPr>
              <a:t>SC  </a:t>
            </a:r>
            <a:r>
              <a:rPr sz="1200" dirty="0">
                <a:latin typeface="Calibri"/>
                <a:cs typeface="Calibri"/>
              </a:rPr>
              <a:t>Noun </a:t>
            </a:r>
            <a:r>
              <a:rPr sz="1200" spc="5" dirty="0">
                <a:latin typeface="Calibri"/>
                <a:cs typeface="Calibri"/>
              </a:rPr>
              <a:t> </a:t>
            </a:r>
            <a:r>
              <a:rPr sz="1200" dirty="0">
                <a:latin typeface="Calibri"/>
                <a:cs typeface="Calibri"/>
              </a:rPr>
              <a:t>Modifier </a:t>
            </a:r>
            <a:r>
              <a:rPr sz="1200" spc="5" dirty="0">
                <a:latin typeface="Calibri"/>
                <a:cs typeface="Calibri"/>
              </a:rPr>
              <a:t> </a:t>
            </a:r>
            <a:r>
              <a:rPr sz="1200" spc="-5" dirty="0">
                <a:latin typeface="Calibri"/>
                <a:cs typeface="Calibri"/>
              </a:rPr>
              <a:t>Code</a:t>
            </a:r>
            <a:endParaRPr sz="1200">
              <a:latin typeface="Calibri"/>
              <a:cs typeface="Calibri"/>
            </a:endParaRPr>
          </a:p>
          <a:p>
            <a:pPr marL="59055">
              <a:lnSpc>
                <a:spcPct val="100000"/>
              </a:lnSpc>
            </a:pPr>
            <a:r>
              <a:rPr sz="1200" spc="-5" dirty="0">
                <a:latin typeface="Calibri"/>
                <a:cs typeface="Calibri"/>
              </a:rPr>
              <a:t>Class</a:t>
            </a:r>
            <a:endParaRPr sz="1200">
              <a:latin typeface="Calibri"/>
              <a:cs typeface="Calibri"/>
            </a:endParaRPr>
          </a:p>
        </p:txBody>
      </p:sp>
      <p:sp>
        <p:nvSpPr>
          <p:cNvPr id="42" name="object 42"/>
          <p:cNvSpPr/>
          <p:nvPr/>
        </p:nvSpPr>
        <p:spPr>
          <a:xfrm>
            <a:off x="4074159" y="2350770"/>
            <a:ext cx="85725" cy="693420"/>
          </a:xfrm>
          <a:custGeom>
            <a:avLst/>
            <a:gdLst/>
            <a:ahLst/>
            <a:cxnLst/>
            <a:rect l="l" t="t" r="r" b="b"/>
            <a:pathLst>
              <a:path w="85725" h="693419">
                <a:moveTo>
                  <a:pt x="28575" y="607694"/>
                </a:moveTo>
                <a:lnTo>
                  <a:pt x="0" y="607694"/>
                </a:lnTo>
                <a:lnTo>
                  <a:pt x="42925" y="693419"/>
                </a:lnTo>
                <a:lnTo>
                  <a:pt x="78623" y="621918"/>
                </a:lnTo>
                <a:lnTo>
                  <a:pt x="28575" y="621918"/>
                </a:lnTo>
                <a:lnTo>
                  <a:pt x="28575" y="607694"/>
                </a:lnTo>
                <a:close/>
              </a:path>
              <a:path w="85725" h="693419">
                <a:moveTo>
                  <a:pt x="57150" y="71374"/>
                </a:moveTo>
                <a:lnTo>
                  <a:pt x="28575" y="71374"/>
                </a:lnTo>
                <a:lnTo>
                  <a:pt x="28575" y="621918"/>
                </a:lnTo>
                <a:lnTo>
                  <a:pt x="57150" y="621918"/>
                </a:lnTo>
                <a:lnTo>
                  <a:pt x="57150" y="71374"/>
                </a:lnTo>
                <a:close/>
              </a:path>
              <a:path w="85725" h="693419">
                <a:moveTo>
                  <a:pt x="85725" y="607694"/>
                </a:moveTo>
                <a:lnTo>
                  <a:pt x="57150" y="607694"/>
                </a:lnTo>
                <a:lnTo>
                  <a:pt x="57150" y="621918"/>
                </a:lnTo>
                <a:lnTo>
                  <a:pt x="78623" y="621918"/>
                </a:lnTo>
                <a:lnTo>
                  <a:pt x="85725" y="607694"/>
                </a:lnTo>
                <a:close/>
              </a:path>
              <a:path w="85725" h="693419">
                <a:moveTo>
                  <a:pt x="42925" y="0"/>
                </a:moveTo>
                <a:lnTo>
                  <a:pt x="0" y="85725"/>
                </a:lnTo>
                <a:lnTo>
                  <a:pt x="28575" y="85725"/>
                </a:lnTo>
                <a:lnTo>
                  <a:pt x="28575" y="71374"/>
                </a:lnTo>
                <a:lnTo>
                  <a:pt x="78560" y="71374"/>
                </a:lnTo>
                <a:lnTo>
                  <a:pt x="42925" y="0"/>
                </a:lnTo>
                <a:close/>
              </a:path>
              <a:path w="85725" h="693419">
                <a:moveTo>
                  <a:pt x="78560" y="71374"/>
                </a:moveTo>
                <a:lnTo>
                  <a:pt x="57150" y="71374"/>
                </a:lnTo>
                <a:lnTo>
                  <a:pt x="57150" y="85725"/>
                </a:lnTo>
                <a:lnTo>
                  <a:pt x="85725" y="85725"/>
                </a:lnTo>
                <a:lnTo>
                  <a:pt x="78560" y="71374"/>
                </a:lnTo>
                <a:close/>
              </a:path>
            </a:pathLst>
          </a:custGeom>
          <a:solidFill>
            <a:srgbClr val="000000"/>
          </a:solidFill>
        </p:spPr>
        <p:txBody>
          <a:bodyPr wrap="square" lIns="0" tIns="0" rIns="0" bIns="0" rtlCol="0"/>
          <a:lstStyle/>
          <a:p>
            <a:endParaRPr/>
          </a:p>
        </p:txBody>
      </p:sp>
      <p:sp>
        <p:nvSpPr>
          <p:cNvPr id="43" name="object 43"/>
          <p:cNvSpPr txBox="1"/>
          <p:nvPr/>
        </p:nvSpPr>
        <p:spPr>
          <a:xfrm>
            <a:off x="9105900" y="5173979"/>
            <a:ext cx="2482850" cy="879475"/>
          </a:xfrm>
          <a:prstGeom prst="rect">
            <a:avLst/>
          </a:prstGeom>
          <a:solidFill>
            <a:srgbClr val="CCEBFF"/>
          </a:solidFill>
          <a:ln w="9525">
            <a:solidFill>
              <a:srgbClr val="000000"/>
            </a:solidFill>
          </a:ln>
        </p:spPr>
        <p:txBody>
          <a:bodyPr vert="horz" wrap="square" lIns="0" tIns="22225" rIns="0" bIns="0" rtlCol="0">
            <a:spAutoFit/>
          </a:bodyPr>
          <a:lstStyle/>
          <a:p>
            <a:pPr marL="60325">
              <a:lnSpc>
                <a:spcPct val="100000"/>
              </a:lnSpc>
              <a:spcBef>
                <a:spcPts val="175"/>
              </a:spcBef>
            </a:pPr>
            <a:r>
              <a:rPr sz="1200" spc="-5" dirty="0">
                <a:latin typeface="Calibri"/>
                <a:cs typeface="Calibri"/>
              </a:rPr>
              <a:t>ESCI</a:t>
            </a:r>
            <a:r>
              <a:rPr sz="1200" spc="-40" dirty="0">
                <a:latin typeface="Calibri"/>
                <a:cs typeface="Calibri"/>
              </a:rPr>
              <a:t> </a:t>
            </a:r>
            <a:r>
              <a:rPr sz="1200" spc="-5" dirty="0">
                <a:latin typeface="Calibri"/>
                <a:cs typeface="Calibri"/>
              </a:rPr>
              <a:t>(Class)</a:t>
            </a:r>
            <a:endParaRPr sz="1200">
              <a:latin typeface="Calibri"/>
              <a:cs typeface="Calibri"/>
            </a:endParaRPr>
          </a:p>
          <a:p>
            <a:pPr marL="60325" marR="1190625">
              <a:lnSpc>
                <a:spcPct val="100000"/>
              </a:lnSpc>
            </a:pPr>
            <a:r>
              <a:rPr sz="1200" spc="-5" dirty="0">
                <a:latin typeface="Calibri"/>
                <a:cs typeface="Calibri"/>
              </a:rPr>
              <a:t>ESPI (Properties) </a:t>
            </a:r>
            <a:r>
              <a:rPr sz="1200" dirty="0">
                <a:latin typeface="Calibri"/>
                <a:cs typeface="Calibri"/>
              </a:rPr>
              <a:t> </a:t>
            </a:r>
            <a:r>
              <a:rPr sz="1200" spc="-5" dirty="0">
                <a:latin typeface="Calibri"/>
                <a:cs typeface="Calibri"/>
              </a:rPr>
              <a:t>External</a:t>
            </a:r>
            <a:r>
              <a:rPr sz="1200" spc="-65" dirty="0">
                <a:latin typeface="Calibri"/>
                <a:cs typeface="Calibri"/>
              </a:rPr>
              <a:t> </a:t>
            </a:r>
            <a:r>
              <a:rPr sz="1200" spc="-10" dirty="0">
                <a:latin typeface="Calibri"/>
                <a:cs typeface="Calibri"/>
              </a:rPr>
              <a:t>References </a:t>
            </a:r>
            <a:r>
              <a:rPr sz="1200" spc="-254" dirty="0">
                <a:latin typeface="Calibri"/>
                <a:cs typeface="Calibri"/>
              </a:rPr>
              <a:t> </a:t>
            </a:r>
            <a:r>
              <a:rPr sz="1200" spc="-5" dirty="0">
                <a:latin typeface="Calibri"/>
                <a:cs typeface="Calibri"/>
              </a:rPr>
              <a:t>(H2, H6, </a:t>
            </a:r>
            <a:r>
              <a:rPr sz="1200" dirty="0">
                <a:latin typeface="Calibri"/>
                <a:cs typeface="Calibri"/>
              </a:rPr>
              <a:t>INC,</a:t>
            </a:r>
            <a:r>
              <a:rPr sz="1200" spc="-25" dirty="0">
                <a:latin typeface="Calibri"/>
                <a:cs typeface="Calibri"/>
              </a:rPr>
              <a:t> </a:t>
            </a:r>
            <a:r>
              <a:rPr sz="1200" spc="-10" dirty="0">
                <a:latin typeface="Calibri"/>
                <a:cs typeface="Calibri"/>
              </a:rPr>
              <a:t>MRC)</a:t>
            </a:r>
            <a:endParaRPr sz="1200">
              <a:latin typeface="Calibri"/>
              <a:cs typeface="Calibri"/>
            </a:endParaRPr>
          </a:p>
        </p:txBody>
      </p:sp>
      <p:grpSp>
        <p:nvGrpSpPr>
          <p:cNvPr id="44" name="object 44"/>
          <p:cNvGrpSpPr/>
          <p:nvPr/>
        </p:nvGrpSpPr>
        <p:grpSpPr>
          <a:xfrm>
            <a:off x="3962400" y="2939795"/>
            <a:ext cx="5310505" cy="3481070"/>
            <a:chOff x="3962400" y="2939795"/>
            <a:chExt cx="5310505" cy="3481070"/>
          </a:xfrm>
        </p:grpSpPr>
        <p:sp>
          <p:nvSpPr>
            <p:cNvPr id="45" name="object 45"/>
            <p:cNvSpPr/>
            <p:nvPr/>
          </p:nvSpPr>
          <p:spPr>
            <a:xfrm>
              <a:off x="6762750" y="4785360"/>
              <a:ext cx="2510155" cy="353695"/>
            </a:xfrm>
            <a:custGeom>
              <a:avLst/>
              <a:gdLst/>
              <a:ahLst/>
              <a:cxnLst/>
              <a:rect l="l" t="t" r="r" b="b"/>
              <a:pathLst>
                <a:path w="2510154" h="353695">
                  <a:moveTo>
                    <a:pt x="2423236" y="325274"/>
                  </a:moveTo>
                  <a:lnTo>
                    <a:pt x="2419984" y="353567"/>
                  </a:lnTo>
                  <a:lnTo>
                    <a:pt x="2493275" y="326897"/>
                  </a:lnTo>
                  <a:lnTo>
                    <a:pt x="2437383" y="326897"/>
                  </a:lnTo>
                  <a:lnTo>
                    <a:pt x="2423236" y="325274"/>
                  </a:lnTo>
                  <a:close/>
                </a:path>
                <a:path w="2510154" h="353695">
                  <a:moveTo>
                    <a:pt x="2426506" y="296822"/>
                  </a:moveTo>
                  <a:lnTo>
                    <a:pt x="2423236" y="325274"/>
                  </a:lnTo>
                  <a:lnTo>
                    <a:pt x="2437383" y="326897"/>
                  </a:lnTo>
                  <a:lnTo>
                    <a:pt x="2440685" y="298450"/>
                  </a:lnTo>
                  <a:lnTo>
                    <a:pt x="2426506" y="296822"/>
                  </a:lnTo>
                  <a:close/>
                </a:path>
                <a:path w="2510154" h="353695">
                  <a:moveTo>
                    <a:pt x="2429764" y="268477"/>
                  </a:moveTo>
                  <a:lnTo>
                    <a:pt x="2426506" y="296822"/>
                  </a:lnTo>
                  <a:lnTo>
                    <a:pt x="2440685" y="298450"/>
                  </a:lnTo>
                  <a:lnTo>
                    <a:pt x="2437383" y="326897"/>
                  </a:lnTo>
                  <a:lnTo>
                    <a:pt x="2493275" y="326897"/>
                  </a:lnTo>
                  <a:lnTo>
                    <a:pt x="2510028" y="320801"/>
                  </a:lnTo>
                  <a:lnTo>
                    <a:pt x="2429764" y="268477"/>
                  </a:lnTo>
                  <a:close/>
                </a:path>
                <a:path w="2510154" h="353695">
                  <a:moveTo>
                    <a:pt x="86791" y="28293"/>
                  </a:moveTo>
                  <a:lnTo>
                    <a:pt x="83521" y="56745"/>
                  </a:lnTo>
                  <a:lnTo>
                    <a:pt x="2423236" y="325274"/>
                  </a:lnTo>
                  <a:lnTo>
                    <a:pt x="2426506" y="296822"/>
                  </a:lnTo>
                  <a:lnTo>
                    <a:pt x="86791" y="28293"/>
                  </a:lnTo>
                  <a:close/>
                </a:path>
                <a:path w="2510154" h="353695">
                  <a:moveTo>
                    <a:pt x="90043" y="0"/>
                  </a:moveTo>
                  <a:lnTo>
                    <a:pt x="0" y="32765"/>
                  </a:lnTo>
                  <a:lnTo>
                    <a:pt x="80264" y="85089"/>
                  </a:lnTo>
                  <a:lnTo>
                    <a:pt x="83521" y="56745"/>
                  </a:lnTo>
                  <a:lnTo>
                    <a:pt x="69342" y="55117"/>
                  </a:lnTo>
                  <a:lnTo>
                    <a:pt x="72644" y="26669"/>
                  </a:lnTo>
                  <a:lnTo>
                    <a:pt x="86977" y="26669"/>
                  </a:lnTo>
                  <a:lnTo>
                    <a:pt x="90043" y="0"/>
                  </a:lnTo>
                  <a:close/>
                </a:path>
                <a:path w="2510154" h="353695">
                  <a:moveTo>
                    <a:pt x="72644" y="26669"/>
                  </a:moveTo>
                  <a:lnTo>
                    <a:pt x="69342" y="55117"/>
                  </a:lnTo>
                  <a:lnTo>
                    <a:pt x="83521" y="56745"/>
                  </a:lnTo>
                  <a:lnTo>
                    <a:pt x="86791" y="28293"/>
                  </a:lnTo>
                  <a:lnTo>
                    <a:pt x="72644" y="26669"/>
                  </a:lnTo>
                  <a:close/>
                </a:path>
                <a:path w="2510154" h="353695">
                  <a:moveTo>
                    <a:pt x="86977" y="26669"/>
                  </a:moveTo>
                  <a:lnTo>
                    <a:pt x="72644" y="26669"/>
                  </a:lnTo>
                  <a:lnTo>
                    <a:pt x="86791" y="28293"/>
                  </a:lnTo>
                  <a:lnTo>
                    <a:pt x="86977" y="26669"/>
                  </a:lnTo>
                  <a:close/>
                </a:path>
              </a:pathLst>
            </a:custGeom>
            <a:solidFill>
              <a:srgbClr val="000000"/>
            </a:solidFill>
          </p:spPr>
          <p:txBody>
            <a:bodyPr wrap="square" lIns="0" tIns="0" rIns="0" bIns="0" rtlCol="0"/>
            <a:lstStyle/>
            <a:p>
              <a:endParaRPr/>
            </a:p>
          </p:txBody>
        </p:sp>
        <p:pic>
          <p:nvPicPr>
            <p:cNvPr id="46" name="object 46"/>
            <p:cNvPicPr/>
            <p:nvPr/>
          </p:nvPicPr>
          <p:blipFill>
            <a:blip r:embed="rId4" cstate="print"/>
            <a:stretch>
              <a:fillRect/>
            </a:stretch>
          </p:blipFill>
          <p:spPr>
            <a:xfrm>
              <a:off x="3962400" y="2967227"/>
              <a:ext cx="2836163" cy="3453384"/>
            </a:xfrm>
            <a:prstGeom prst="rect">
              <a:avLst/>
            </a:prstGeom>
          </p:spPr>
        </p:pic>
        <p:pic>
          <p:nvPicPr>
            <p:cNvPr id="47" name="object 47"/>
            <p:cNvPicPr/>
            <p:nvPr/>
          </p:nvPicPr>
          <p:blipFill>
            <a:blip r:embed="rId5" cstate="print"/>
            <a:stretch>
              <a:fillRect/>
            </a:stretch>
          </p:blipFill>
          <p:spPr>
            <a:xfrm>
              <a:off x="4125468" y="2939795"/>
              <a:ext cx="2508504" cy="3433572"/>
            </a:xfrm>
            <a:prstGeom prst="rect">
              <a:avLst/>
            </a:prstGeom>
          </p:spPr>
        </p:pic>
        <p:pic>
          <p:nvPicPr>
            <p:cNvPr id="48" name="object 48"/>
            <p:cNvPicPr/>
            <p:nvPr/>
          </p:nvPicPr>
          <p:blipFill>
            <a:blip r:embed="rId6" cstate="print"/>
            <a:stretch>
              <a:fillRect/>
            </a:stretch>
          </p:blipFill>
          <p:spPr>
            <a:xfrm>
              <a:off x="4009644" y="2994659"/>
              <a:ext cx="2746248" cy="3363467"/>
            </a:xfrm>
            <a:prstGeom prst="rect">
              <a:avLst/>
            </a:prstGeom>
          </p:spPr>
        </p:pic>
      </p:grpSp>
      <p:sp>
        <p:nvSpPr>
          <p:cNvPr id="49" name="object 49"/>
          <p:cNvSpPr txBox="1"/>
          <p:nvPr/>
        </p:nvSpPr>
        <p:spPr>
          <a:xfrm>
            <a:off x="4009644" y="2994660"/>
            <a:ext cx="2746375" cy="3363595"/>
          </a:xfrm>
          <a:prstGeom prst="rect">
            <a:avLst/>
          </a:prstGeom>
          <a:ln w="9525">
            <a:solidFill>
              <a:srgbClr val="97B853"/>
            </a:solidFill>
          </a:ln>
        </p:spPr>
        <p:txBody>
          <a:bodyPr vert="horz" wrap="square" lIns="0" tIns="17145" rIns="0" bIns="0" rtlCol="0">
            <a:spAutoFit/>
          </a:bodyPr>
          <a:lstStyle/>
          <a:p>
            <a:pPr marL="696595" marR="688340" algn="ctr">
              <a:lnSpc>
                <a:spcPct val="100000"/>
              </a:lnSpc>
              <a:spcBef>
                <a:spcPts val="135"/>
              </a:spcBef>
            </a:pPr>
            <a:r>
              <a:rPr sz="1600" b="1" spc="-5" dirty="0">
                <a:latin typeface="Calibri"/>
                <a:cs typeface="Calibri"/>
              </a:rPr>
              <a:t>PiLog</a:t>
            </a:r>
            <a:r>
              <a:rPr sz="1600" b="1" spc="-70" dirty="0">
                <a:latin typeface="Calibri"/>
                <a:cs typeface="Calibri"/>
              </a:rPr>
              <a:t> </a:t>
            </a:r>
            <a:r>
              <a:rPr sz="1600" b="1" spc="-30" dirty="0">
                <a:latin typeface="Calibri"/>
                <a:cs typeface="Calibri"/>
              </a:rPr>
              <a:t>Taxonomy </a:t>
            </a:r>
            <a:r>
              <a:rPr sz="1600" b="1" spc="-345" dirty="0">
                <a:latin typeface="Calibri"/>
                <a:cs typeface="Calibri"/>
              </a:rPr>
              <a:t> </a:t>
            </a:r>
            <a:r>
              <a:rPr sz="1600" b="1" spc="-10" dirty="0">
                <a:latin typeface="Calibri"/>
                <a:cs typeface="Calibri"/>
              </a:rPr>
              <a:t>PPO-OTD</a:t>
            </a:r>
            <a:endParaRPr sz="1600" dirty="0">
              <a:latin typeface="Calibri"/>
              <a:cs typeface="Calibri"/>
            </a:endParaRPr>
          </a:p>
          <a:p>
            <a:pPr marL="635" algn="ctr">
              <a:lnSpc>
                <a:spcPct val="100000"/>
              </a:lnSpc>
            </a:pPr>
            <a:r>
              <a:rPr sz="1600" b="1" spc="-10" dirty="0">
                <a:latin typeface="Calibri"/>
                <a:cs typeface="Calibri"/>
              </a:rPr>
              <a:t>(ISO</a:t>
            </a:r>
            <a:r>
              <a:rPr sz="1600" b="1" spc="10" dirty="0">
                <a:latin typeface="Calibri"/>
                <a:cs typeface="Calibri"/>
              </a:rPr>
              <a:t> </a:t>
            </a:r>
            <a:r>
              <a:rPr sz="1600" b="1" spc="-10" dirty="0">
                <a:latin typeface="Calibri"/>
                <a:cs typeface="Calibri"/>
              </a:rPr>
              <a:t>22745,</a:t>
            </a:r>
            <a:r>
              <a:rPr sz="1600" b="1" spc="45" dirty="0">
                <a:latin typeface="Calibri"/>
                <a:cs typeface="Calibri"/>
              </a:rPr>
              <a:t> </a:t>
            </a:r>
            <a:r>
              <a:rPr sz="1600" b="1" spc="-10" dirty="0">
                <a:latin typeface="Calibri"/>
                <a:cs typeface="Calibri"/>
              </a:rPr>
              <a:t>ISO</a:t>
            </a:r>
            <a:r>
              <a:rPr sz="1600" b="1" spc="5" dirty="0">
                <a:latin typeface="Calibri"/>
                <a:cs typeface="Calibri"/>
              </a:rPr>
              <a:t> </a:t>
            </a:r>
            <a:r>
              <a:rPr sz="1600" b="1" spc="-10" dirty="0">
                <a:latin typeface="Calibri"/>
                <a:cs typeface="Calibri"/>
              </a:rPr>
              <a:t>8000)</a:t>
            </a:r>
            <a:endParaRPr sz="1600" dirty="0">
              <a:latin typeface="Calibri"/>
              <a:cs typeface="Calibri"/>
            </a:endParaRPr>
          </a:p>
          <a:p>
            <a:pPr marL="1270" algn="ctr">
              <a:lnSpc>
                <a:spcPct val="100000"/>
              </a:lnSpc>
            </a:pPr>
            <a:r>
              <a:rPr sz="1600" b="1" spc="-5" dirty="0">
                <a:solidFill>
                  <a:srgbClr val="0000FF"/>
                </a:solidFill>
                <a:latin typeface="Calibri"/>
                <a:cs typeface="Calibri"/>
              </a:rPr>
              <a:t>Discipline</a:t>
            </a:r>
            <a:endParaRPr sz="1600" dirty="0">
              <a:latin typeface="Calibri"/>
              <a:cs typeface="Calibri"/>
            </a:endParaRPr>
          </a:p>
          <a:p>
            <a:pPr marL="635" algn="ctr">
              <a:lnSpc>
                <a:spcPct val="100000"/>
              </a:lnSpc>
              <a:spcBef>
                <a:spcPts val="5"/>
              </a:spcBef>
            </a:pPr>
            <a:r>
              <a:rPr sz="1600" b="1" spc="-10" dirty="0">
                <a:latin typeface="Calibri"/>
                <a:cs typeface="Calibri"/>
              </a:rPr>
              <a:t>(Material</a:t>
            </a:r>
            <a:r>
              <a:rPr sz="1600" b="1" spc="-15" dirty="0">
                <a:latin typeface="Calibri"/>
                <a:cs typeface="Calibri"/>
              </a:rPr>
              <a:t> </a:t>
            </a:r>
            <a:r>
              <a:rPr sz="1600" b="1" spc="-5" dirty="0">
                <a:latin typeface="Calibri"/>
                <a:cs typeface="Calibri"/>
              </a:rPr>
              <a:t>/Service</a:t>
            </a:r>
            <a:r>
              <a:rPr sz="1600" b="1" spc="-10" dirty="0">
                <a:latin typeface="Calibri"/>
                <a:cs typeface="Calibri"/>
              </a:rPr>
              <a:t> Group)</a:t>
            </a:r>
            <a:endParaRPr sz="1600" dirty="0">
              <a:latin typeface="Calibri"/>
              <a:cs typeface="Calibri"/>
            </a:endParaRPr>
          </a:p>
          <a:p>
            <a:pPr>
              <a:lnSpc>
                <a:spcPct val="100000"/>
              </a:lnSpc>
              <a:spcBef>
                <a:spcPts val="25"/>
              </a:spcBef>
            </a:pPr>
            <a:endParaRPr sz="1550" dirty="0">
              <a:latin typeface="Calibri"/>
              <a:cs typeface="Calibri"/>
            </a:endParaRPr>
          </a:p>
          <a:p>
            <a:pPr marL="391795" marR="383540" algn="ctr">
              <a:lnSpc>
                <a:spcPct val="100000"/>
              </a:lnSpc>
            </a:pPr>
            <a:r>
              <a:rPr sz="1600" b="1" spc="-10" dirty="0">
                <a:solidFill>
                  <a:srgbClr val="0000FF"/>
                </a:solidFill>
                <a:latin typeface="Calibri"/>
                <a:cs typeface="Calibri"/>
              </a:rPr>
              <a:t>Verb-Noun-Modifier </a:t>
            </a:r>
            <a:r>
              <a:rPr sz="1600" b="1" spc="-5" dirty="0">
                <a:solidFill>
                  <a:srgbClr val="0000FF"/>
                </a:solidFill>
                <a:latin typeface="Calibri"/>
                <a:cs typeface="Calibri"/>
              </a:rPr>
              <a:t> Acti</a:t>
            </a:r>
            <a:r>
              <a:rPr sz="1600" b="1" dirty="0">
                <a:solidFill>
                  <a:srgbClr val="0000FF"/>
                </a:solidFill>
                <a:latin typeface="Calibri"/>
                <a:cs typeface="Calibri"/>
              </a:rPr>
              <a:t>o</a:t>
            </a:r>
            <a:r>
              <a:rPr sz="1600" b="1" spc="-5" dirty="0">
                <a:solidFill>
                  <a:srgbClr val="0000FF"/>
                </a:solidFill>
                <a:latin typeface="Calibri"/>
                <a:cs typeface="Calibri"/>
              </a:rPr>
              <a:t>n-</a:t>
            </a:r>
            <a:r>
              <a:rPr sz="1600" b="1" spc="-10" dirty="0">
                <a:solidFill>
                  <a:srgbClr val="0000FF"/>
                </a:solidFill>
                <a:latin typeface="Calibri"/>
                <a:cs typeface="Calibri"/>
              </a:rPr>
              <a:t>Objec</a:t>
            </a:r>
            <a:r>
              <a:rPr sz="1600" b="1" spc="-5" dirty="0">
                <a:solidFill>
                  <a:srgbClr val="0000FF"/>
                </a:solidFill>
                <a:latin typeface="Calibri"/>
                <a:cs typeface="Calibri"/>
              </a:rPr>
              <a:t>t-</a:t>
            </a:r>
            <a:r>
              <a:rPr sz="1600" b="1" spc="-10" dirty="0">
                <a:solidFill>
                  <a:srgbClr val="0000FF"/>
                </a:solidFill>
                <a:latin typeface="Calibri"/>
                <a:cs typeface="Calibri"/>
              </a:rPr>
              <a:t>Q</a:t>
            </a:r>
            <a:r>
              <a:rPr sz="1600" b="1" spc="-15" dirty="0">
                <a:solidFill>
                  <a:srgbClr val="0000FF"/>
                </a:solidFill>
                <a:latin typeface="Calibri"/>
                <a:cs typeface="Calibri"/>
              </a:rPr>
              <a:t>u</a:t>
            </a:r>
            <a:r>
              <a:rPr sz="1600" b="1" spc="-5" dirty="0">
                <a:solidFill>
                  <a:srgbClr val="0000FF"/>
                </a:solidFill>
                <a:latin typeface="Calibri"/>
                <a:cs typeface="Calibri"/>
              </a:rPr>
              <a:t>a</a:t>
            </a:r>
            <a:r>
              <a:rPr sz="1600" b="1" dirty="0">
                <a:solidFill>
                  <a:srgbClr val="0000FF"/>
                </a:solidFill>
                <a:latin typeface="Calibri"/>
                <a:cs typeface="Calibri"/>
              </a:rPr>
              <a:t>l</a:t>
            </a:r>
            <a:r>
              <a:rPr sz="1600" b="1" spc="-5" dirty="0">
                <a:solidFill>
                  <a:srgbClr val="0000FF"/>
                </a:solidFill>
                <a:latin typeface="Calibri"/>
                <a:cs typeface="Calibri"/>
              </a:rPr>
              <a:t>if</a:t>
            </a:r>
            <a:r>
              <a:rPr sz="1600" b="1" dirty="0">
                <a:solidFill>
                  <a:srgbClr val="0000FF"/>
                </a:solidFill>
                <a:latin typeface="Calibri"/>
                <a:cs typeface="Calibri"/>
              </a:rPr>
              <a:t>i</a:t>
            </a:r>
            <a:r>
              <a:rPr sz="1600" b="1" spc="-10" dirty="0">
                <a:solidFill>
                  <a:srgbClr val="0000FF"/>
                </a:solidFill>
                <a:latin typeface="Calibri"/>
                <a:cs typeface="Calibri"/>
              </a:rPr>
              <a:t>er</a:t>
            </a:r>
            <a:endParaRPr sz="1600" dirty="0">
              <a:latin typeface="Calibri"/>
              <a:cs typeface="Calibri"/>
            </a:endParaRPr>
          </a:p>
          <a:p>
            <a:pPr>
              <a:lnSpc>
                <a:spcPct val="100000"/>
              </a:lnSpc>
              <a:spcBef>
                <a:spcPts val="30"/>
              </a:spcBef>
            </a:pPr>
            <a:endParaRPr sz="1550" dirty="0">
              <a:latin typeface="Calibri"/>
              <a:cs typeface="Calibri"/>
            </a:endParaRPr>
          </a:p>
          <a:p>
            <a:pPr marL="280670" marR="274320" algn="ctr">
              <a:lnSpc>
                <a:spcPct val="100000"/>
              </a:lnSpc>
            </a:pPr>
            <a:r>
              <a:rPr sz="1600" b="1" spc="-10" dirty="0">
                <a:solidFill>
                  <a:srgbClr val="0000FF"/>
                </a:solidFill>
                <a:latin typeface="Calibri"/>
                <a:cs typeface="Calibri"/>
              </a:rPr>
              <a:t>Properties/Characteristics </a:t>
            </a:r>
            <a:r>
              <a:rPr sz="1600" b="1" spc="-350" dirty="0">
                <a:solidFill>
                  <a:srgbClr val="0000FF"/>
                </a:solidFill>
                <a:latin typeface="Calibri"/>
                <a:cs typeface="Calibri"/>
              </a:rPr>
              <a:t> </a:t>
            </a:r>
            <a:r>
              <a:rPr sz="1600" spc="-15" dirty="0">
                <a:latin typeface="Calibri"/>
                <a:cs typeface="Calibri"/>
              </a:rPr>
              <a:t>Reference</a:t>
            </a:r>
            <a:r>
              <a:rPr sz="1600" spc="30" dirty="0">
                <a:latin typeface="Calibri"/>
                <a:cs typeface="Calibri"/>
              </a:rPr>
              <a:t> </a:t>
            </a:r>
            <a:r>
              <a:rPr sz="1600" spc="-15" dirty="0">
                <a:latin typeface="Calibri"/>
                <a:cs typeface="Calibri"/>
              </a:rPr>
              <a:t>Data </a:t>
            </a:r>
            <a:r>
              <a:rPr sz="1600" spc="-10" dirty="0">
                <a:latin typeface="Calibri"/>
                <a:cs typeface="Calibri"/>
              </a:rPr>
              <a:t> Documentation</a:t>
            </a:r>
            <a:r>
              <a:rPr sz="1600" spc="-5" dirty="0">
                <a:latin typeface="Calibri"/>
                <a:cs typeface="Calibri"/>
              </a:rPr>
              <a:t> </a:t>
            </a:r>
            <a:r>
              <a:rPr sz="1600" spc="-15" dirty="0">
                <a:latin typeface="Calibri"/>
                <a:cs typeface="Calibri"/>
              </a:rPr>
              <a:t>Data </a:t>
            </a:r>
            <a:r>
              <a:rPr sz="1600" spc="-10" dirty="0">
                <a:latin typeface="Calibri"/>
                <a:cs typeface="Calibri"/>
              </a:rPr>
              <a:t> Sourcing</a:t>
            </a:r>
            <a:r>
              <a:rPr sz="1600" spc="10" dirty="0">
                <a:latin typeface="Calibri"/>
                <a:cs typeface="Calibri"/>
              </a:rPr>
              <a:t> </a:t>
            </a:r>
            <a:r>
              <a:rPr sz="1600" spc="-15" dirty="0">
                <a:latin typeface="Calibri"/>
                <a:cs typeface="Calibri"/>
              </a:rPr>
              <a:t>Info</a:t>
            </a:r>
            <a:endParaRPr sz="1600" dirty="0">
              <a:latin typeface="Calibri"/>
              <a:cs typeface="Calibri"/>
            </a:endParaRPr>
          </a:p>
        </p:txBody>
      </p:sp>
      <p:pic>
        <p:nvPicPr>
          <p:cNvPr id="50" name="object 50"/>
          <p:cNvPicPr/>
          <p:nvPr/>
        </p:nvPicPr>
        <p:blipFill>
          <a:blip r:embed="rId7" cstate="print"/>
          <a:stretch>
            <a:fillRect/>
          </a:stretch>
        </p:blipFill>
        <p:spPr>
          <a:xfrm>
            <a:off x="9110471" y="4760976"/>
            <a:ext cx="2263139" cy="429768"/>
          </a:xfrm>
          <a:prstGeom prst="rect">
            <a:avLst/>
          </a:prstGeom>
        </p:spPr>
      </p:pic>
      <p:sp>
        <p:nvSpPr>
          <p:cNvPr id="51" name="object 51"/>
          <p:cNvSpPr txBox="1"/>
          <p:nvPr/>
        </p:nvSpPr>
        <p:spPr>
          <a:xfrm>
            <a:off x="2613660" y="5320284"/>
            <a:ext cx="1289685" cy="1156970"/>
          </a:xfrm>
          <a:prstGeom prst="rect">
            <a:avLst/>
          </a:prstGeom>
          <a:solidFill>
            <a:srgbClr val="CCEBFF"/>
          </a:solidFill>
          <a:ln w="9525">
            <a:solidFill>
              <a:srgbClr val="000000"/>
            </a:solidFill>
          </a:ln>
        </p:spPr>
        <p:txBody>
          <a:bodyPr vert="horz" wrap="square" lIns="0" tIns="20955" rIns="0" bIns="0" rtlCol="0">
            <a:spAutoFit/>
          </a:bodyPr>
          <a:lstStyle/>
          <a:p>
            <a:pPr marL="59055">
              <a:lnSpc>
                <a:spcPct val="100000"/>
              </a:lnSpc>
              <a:spcBef>
                <a:spcPts val="165"/>
              </a:spcBef>
            </a:pPr>
            <a:r>
              <a:rPr sz="1200" b="1" dirty="0">
                <a:latin typeface="Calibri"/>
                <a:cs typeface="Calibri"/>
              </a:rPr>
              <a:t>ISIC</a:t>
            </a:r>
            <a:endParaRPr sz="1200">
              <a:latin typeface="Calibri"/>
              <a:cs typeface="Calibri"/>
            </a:endParaRPr>
          </a:p>
          <a:p>
            <a:pPr marL="59055" marR="733425">
              <a:lnSpc>
                <a:spcPct val="100000"/>
              </a:lnSpc>
            </a:pPr>
            <a:r>
              <a:rPr sz="1200" spc="-5" dirty="0">
                <a:latin typeface="Calibri"/>
                <a:cs typeface="Calibri"/>
              </a:rPr>
              <a:t>Section </a:t>
            </a:r>
            <a:r>
              <a:rPr sz="1200" spc="-260" dirty="0">
                <a:latin typeface="Calibri"/>
                <a:cs typeface="Calibri"/>
              </a:rPr>
              <a:t> </a:t>
            </a:r>
            <a:r>
              <a:rPr sz="1200" dirty="0">
                <a:latin typeface="Calibri"/>
                <a:cs typeface="Calibri"/>
              </a:rPr>
              <a:t>Divi</a:t>
            </a:r>
            <a:r>
              <a:rPr sz="1200" spc="-5" dirty="0">
                <a:latin typeface="Calibri"/>
                <a:cs typeface="Calibri"/>
              </a:rPr>
              <a:t>s</a:t>
            </a:r>
            <a:r>
              <a:rPr sz="1200" dirty="0">
                <a:latin typeface="Calibri"/>
                <a:cs typeface="Calibri"/>
              </a:rPr>
              <a:t>ion  </a:t>
            </a:r>
            <a:r>
              <a:rPr sz="1200" spc="-5" dirty="0">
                <a:latin typeface="Calibri"/>
                <a:cs typeface="Calibri"/>
              </a:rPr>
              <a:t>Group </a:t>
            </a:r>
            <a:r>
              <a:rPr sz="1200" dirty="0">
                <a:latin typeface="Calibri"/>
                <a:cs typeface="Calibri"/>
              </a:rPr>
              <a:t> </a:t>
            </a:r>
            <a:r>
              <a:rPr sz="1200" spc="-5" dirty="0">
                <a:latin typeface="Calibri"/>
                <a:cs typeface="Calibri"/>
              </a:rPr>
              <a:t>Class </a:t>
            </a:r>
            <a:r>
              <a:rPr sz="1200" dirty="0">
                <a:latin typeface="Calibri"/>
                <a:cs typeface="Calibri"/>
              </a:rPr>
              <a:t> </a:t>
            </a:r>
            <a:r>
              <a:rPr sz="1200" spc="-5" dirty="0">
                <a:latin typeface="Calibri"/>
                <a:cs typeface="Calibri"/>
              </a:rPr>
              <a:t>Branch</a:t>
            </a:r>
            <a:endParaRPr sz="1200">
              <a:latin typeface="Calibri"/>
              <a:cs typeface="Calibri"/>
            </a:endParaRPr>
          </a:p>
        </p:txBody>
      </p:sp>
      <p:sp>
        <p:nvSpPr>
          <p:cNvPr id="52" name="object 52"/>
          <p:cNvSpPr/>
          <p:nvPr/>
        </p:nvSpPr>
        <p:spPr>
          <a:xfrm>
            <a:off x="3120389" y="4923916"/>
            <a:ext cx="908685" cy="402590"/>
          </a:xfrm>
          <a:custGeom>
            <a:avLst/>
            <a:gdLst/>
            <a:ahLst/>
            <a:cxnLst/>
            <a:rect l="l" t="t" r="r" b="b"/>
            <a:pathLst>
              <a:path w="908685" h="402589">
                <a:moveTo>
                  <a:pt x="61722" y="323849"/>
                </a:moveTo>
                <a:lnTo>
                  <a:pt x="0" y="397128"/>
                </a:lnTo>
                <a:lnTo>
                  <a:pt x="95631" y="402589"/>
                </a:lnTo>
                <a:lnTo>
                  <a:pt x="86770" y="382015"/>
                </a:lnTo>
                <a:lnTo>
                  <a:pt x="71247" y="382015"/>
                </a:lnTo>
                <a:lnTo>
                  <a:pt x="59943" y="355726"/>
                </a:lnTo>
                <a:lnTo>
                  <a:pt x="73020" y="350087"/>
                </a:lnTo>
                <a:lnTo>
                  <a:pt x="61722" y="323849"/>
                </a:lnTo>
                <a:close/>
              </a:path>
              <a:path w="908685" h="402589">
                <a:moveTo>
                  <a:pt x="73020" y="350087"/>
                </a:moveTo>
                <a:lnTo>
                  <a:pt x="59943" y="355726"/>
                </a:lnTo>
                <a:lnTo>
                  <a:pt x="71247" y="382015"/>
                </a:lnTo>
                <a:lnTo>
                  <a:pt x="84339" y="376369"/>
                </a:lnTo>
                <a:lnTo>
                  <a:pt x="73020" y="350087"/>
                </a:lnTo>
                <a:close/>
              </a:path>
              <a:path w="908685" h="402589">
                <a:moveTo>
                  <a:pt x="84339" y="376369"/>
                </a:moveTo>
                <a:lnTo>
                  <a:pt x="71247" y="382015"/>
                </a:lnTo>
                <a:lnTo>
                  <a:pt x="86770" y="382015"/>
                </a:lnTo>
                <a:lnTo>
                  <a:pt x="84339" y="376369"/>
                </a:lnTo>
                <a:close/>
              </a:path>
              <a:path w="908685" h="402589">
                <a:moveTo>
                  <a:pt x="823964" y="26220"/>
                </a:moveTo>
                <a:lnTo>
                  <a:pt x="73020" y="350087"/>
                </a:lnTo>
                <a:lnTo>
                  <a:pt x="84339" y="376369"/>
                </a:lnTo>
                <a:lnTo>
                  <a:pt x="835283" y="52502"/>
                </a:lnTo>
                <a:lnTo>
                  <a:pt x="823964" y="26220"/>
                </a:lnTo>
                <a:close/>
              </a:path>
              <a:path w="908685" h="402589">
                <a:moveTo>
                  <a:pt x="895574" y="20573"/>
                </a:moveTo>
                <a:lnTo>
                  <a:pt x="837057" y="20573"/>
                </a:lnTo>
                <a:lnTo>
                  <a:pt x="848360" y="46862"/>
                </a:lnTo>
                <a:lnTo>
                  <a:pt x="835283" y="52502"/>
                </a:lnTo>
                <a:lnTo>
                  <a:pt x="846582" y="78739"/>
                </a:lnTo>
                <a:lnTo>
                  <a:pt x="895574" y="20573"/>
                </a:lnTo>
                <a:close/>
              </a:path>
              <a:path w="908685" h="402589">
                <a:moveTo>
                  <a:pt x="837057" y="20573"/>
                </a:moveTo>
                <a:lnTo>
                  <a:pt x="823964" y="26220"/>
                </a:lnTo>
                <a:lnTo>
                  <a:pt x="835283" y="52502"/>
                </a:lnTo>
                <a:lnTo>
                  <a:pt x="848360" y="46862"/>
                </a:lnTo>
                <a:lnTo>
                  <a:pt x="837057" y="20573"/>
                </a:lnTo>
                <a:close/>
              </a:path>
              <a:path w="908685" h="402589">
                <a:moveTo>
                  <a:pt x="812673" y="0"/>
                </a:moveTo>
                <a:lnTo>
                  <a:pt x="823964" y="26220"/>
                </a:lnTo>
                <a:lnTo>
                  <a:pt x="837057" y="20573"/>
                </a:lnTo>
                <a:lnTo>
                  <a:pt x="895574" y="20573"/>
                </a:lnTo>
                <a:lnTo>
                  <a:pt x="908304" y="5460"/>
                </a:lnTo>
                <a:lnTo>
                  <a:pt x="812673" y="0"/>
                </a:lnTo>
                <a:close/>
              </a:path>
            </a:pathLst>
          </a:custGeom>
          <a:solidFill>
            <a:srgbClr val="000000"/>
          </a:solidFill>
        </p:spPr>
        <p:txBody>
          <a:bodyPr wrap="square" lIns="0" tIns="0" rIns="0" bIns="0" rtlCol="0"/>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824" y="226821"/>
            <a:ext cx="608139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469B"/>
                </a:solidFill>
              </a:rPr>
              <a:t>UNSPSC</a:t>
            </a:r>
            <a:r>
              <a:rPr sz="2400" spc="-30" dirty="0">
                <a:solidFill>
                  <a:srgbClr val="0F469B"/>
                </a:solidFill>
              </a:rPr>
              <a:t> </a:t>
            </a:r>
            <a:r>
              <a:rPr sz="2400" spc="-5" dirty="0">
                <a:solidFill>
                  <a:srgbClr val="0F469B"/>
                </a:solidFill>
              </a:rPr>
              <a:t>Segments</a:t>
            </a:r>
            <a:r>
              <a:rPr sz="2400" dirty="0">
                <a:solidFill>
                  <a:srgbClr val="0F469B"/>
                </a:solidFill>
              </a:rPr>
              <a:t> </a:t>
            </a:r>
            <a:r>
              <a:rPr sz="2400" spc="-5" dirty="0">
                <a:solidFill>
                  <a:srgbClr val="0F469B"/>
                </a:solidFill>
              </a:rPr>
              <a:t>grouped</a:t>
            </a:r>
            <a:r>
              <a:rPr sz="2400" spc="-25" dirty="0">
                <a:solidFill>
                  <a:srgbClr val="0F469B"/>
                </a:solidFill>
              </a:rPr>
              <a:t> </a:t>
            </a:r>
            <a:r>
              <a:rPr sz="2400" spc="-5" dirty="0">
                <a:solidFill>
                  <a:srgbClr val="0F469B"/>
                </a:solidFill>
              </a:rPr>
              <a:t>with</a:t>
            </a:r>
            <a:r>
              <a:rPr sz="2400" dirty="0">
                <a:solidFill>
                  <a:srgbClr val="0F469B"/>
                </a:solidFill>
              </a:rPr>
              <a:t> </a:t>
            </a:r>
            <a:r>
              <a:rPr sz="2400" spc="-15" dirty="0">
                <a:solidFill>
                  <a:srgbClr val="0F469B"/>
                </a:solidFill>
              </a:rPr>
              <a:t>transformation</a:t>
            </a:r>
            <a:endParaRPr sz="2400"/>
          </a:p>
        </p:txBody>
      </p:sp>
      <p:sp>
        <p:nvSpPr>
          <p:cNvPr id="3" name="object 3"/>
          <p:cNvSpPr txBox="1"/>
          <p:nvPr/>
        </p:nvSpPr>
        <p:spPr>
          <a:xfrm>
            <a:off x="345744" y="6589877"/>
            <a:ext cx="46545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4" name="object 4"/>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1F487C"/>
                </a:solidFill>
                <a:latin typeface="Verdana"/>
                <a:cs typeface="Verdana"/>
                <a:hlinkClick r:id="rId2"/>
              </a:rPr>
              <a:t>ww</a:t>
            </a:r>
            <a:r>
              <a:rPr sz="1300" dirty="0">
                <a:solidFill>
                  <a:srgbClr val="1F487C"/>
                </a:solidFill>
                <a:latin typeface="Verdana"/>
                <a:cs typeface="Verdana"/>
                <a:hlinkClick r:id="rId2"/>
              </a:rPr>
              <a:t>w</a:t>
            </a:r>
            <a:r>
              <a:rPr sz="1300" spc="-130" dirty="0">
                <a:solidFill>
                  <a:srgbClr val="1F487C"/>
                </a:solidFill>
                <a:latin typeface="Verdana"/>
                <a:cs typeface="Verdana"/>
                <a:hlinkClick r:id="rId2"/>
              </a:rPr>
              <a:t>.</a:t>
            </a:r>
            <a:r>
              <a:rPr sz="1300" spc="-20" dirty="0">
                <a:solidFill>
                  <a:srgbClr val="1F487C"/>
                </a:solidFill>
                <a:latin typeface="Verdana"/>
                <a:cs typeface="Verdana"/>
                <a:hlinkClick r:id="rId2"/>
              </a:rPr>
              <a:t>p</a:t>
            </a:r>
            <a:r>
              <a:rPr sz="1300" spc="5" dirty="0">
                <a:solidFill>
                  <a:srgbClr val="1F487C"/>
                </a:solidFill>
                <a:latin typeface="Verdana"/>
                <a:cs typeface="Verdana"/>
                <a:hlinkClick r:id="rId2"/>
              </a:rPr>
              <a:t>i</a:t>
            </a:r>
            <a:r>
              <a:rPr sz="1300" spc="-100" dirty="0">
                <a:solidFill>
                  <a:srgbClr val="1F487C"/>
                </a:solidFill>
                <a:latin typeface="Verdana"/>
                <a:cs typeface="Verdana"/>
                <a:hlinkClick r:id="rId2"/>
              </a:rPr>
              <a:t>l</a:t>
            </a:r>
            <a:r>
              <a:rPr sz="1300" spc="60" dirty="0">
                <a:solidFill>
                  <a:srgbClr val="1F487C"/>
                </a:solidFill>
                <a:latin typeface="Verdana"/>
                <a:cs typeface="Verdana"/>
                <a:hlinkClick r:id="rId2"/>
              </a:rPr>
              <a:t>og</a:t>
            </a:r>
            <a:r>
              <a:rPr sz="1300" spc="65" dirty="0">
                <a:solidFill>
                  <a:srgbClr val="1F487C"/>
                </a:solidFill>
                <a:latin typeface="Verdana"/>
                <a:cs typeface="Verdana"/>
                <a:hlinkClick r:id="rId2"/>
              </a:rPr>
              <a:t>g</a:t>
            </a:r>
            <a:r>
              <a:rPr sz="1300" spc="-175" dirty="0">
                <a:solidFill>
                  <a:srgbClr val="1F487C"/>
                </a:solidFill>
                <a:latin typeface="Verdana"/>
                <a:cs typeface="Verdana"/>
                <a:hlinkClick r:id="rId2"/>
              </a:rPr>
              <a:t>r</a:t>
            </a:r>
            <a:r>
              <a:rPr sz="1300" spc="10" dirty="0">
                <a:solidFill>
                  <a:srgbClr val="1F487C"/>
                </a:solidFill>
                <a:latin typeface="Verdana"/>
                <a:cs typeface="Verdana"/>
                <a:hlinkClick r:id="rId2"/>
              </a:rPr>
              <a:t>ou</a:t>
            </a:r>
            <a:r>
              <a:rPr sz="1300" spc="-30" dirty="0">
                <a:solidFill>
                  <a:srgbClr val="1F487C"/>
                </a:solidFill>
                <a:latin typeface="Verdana"/>
                <a:cs typeface="Verdana"/>
                <a:hlinkClick r:id="rId2"/>
              </a:rPr>
              <a:t>p</a:t>
            </a:r>
            <a:r>
              <a:rPr sz="1300" spc="-25" dirty="0">
                <a:solidFill>
                  <a:srgbClr val="1F487C"/>
                </a:solidFill>
                <a:latin typeface="Verdana"/>
                <a:cs typeface="Verdana"/>
                <a:hlinkClick r:id="rId2"/>
              </a:rPr>
              <a:t>.</a:t>
            </a:r>
            <a:r>
              <a:rPr sz="1300" spc="55" dirty="0">
                <a:solidFill>
                  <a:srgbClr val="1F487C"/>
                </a:solidFill>
                <a:latin typeface="Verdana"/>
                <a:cs typeface="Verdana"/>
                <a:hlinkClick r:id="rId2"/>
              </a:rPr>
              <a:t>com</a:t>
            </a:r>
            <a:endParaRPr sz="1300">
              <a:latin typeface="Verdana"/>
              <a:cs typeface="Verdana"/>
            </a:endParaRPr>
          </a:p>
        </p:txBody>
      </p:sp>
      <p:sp>
        <p:nvSpPr>
          <p:cNvPr id="5" name="object 5"/>
          <p:cNvSpPr txBox="1"/>
          <p:nvPr/>
        </p:nvSpPr>
        <p:spPr>
          <a:xfrm>
            <a:off x="12037568" y="6467957"/>
            <a:ext cx="12890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2</a:t>
            </a:r>
            <a:endParaRPr sz="1600">
              <a:latin typeface="Calibri"/>
              <a:cs typeface="Calibri"/>
            </a:endParaRPr>
          </a:p>
        </p:txBody>
      </p:sp>
      <p:grpSp>
        <p:nvGrpSpPr>
          <p:cNvPr id="6" name="object 6"/>
          <p:cNvGrpSpPr/>
          <p:nvPr/>
        </p:nvGrpSpPr>
        <p:grpSpPr>
          <a:xfrm>
            <a:off x="815297" y="987448"/>
            <a:ext cx="1610995" cy="1042669"/>
            <a:chOff x="815297" y="987448"/>
            <a:chExt cx="1610995" cy="1042669"/>
          </a:xfrm>
        </p:grpSpPr>
        <p:pic>
          <p:nvPicPr>
            <p:cNvPr id="7" name="object 7"/>
            <p:cNvPicPr/>
            <p:nvPr/>
          </p:nvPicPr>
          <p:blipFill>
            <a:blip r:embed="rId3" cstate="print"/>
            <a:stretch>
              <a:fillRect/>
            </a:stretch>
          </p:blipFill>
          <p:spPr>
            <a:xfrm>
              <a:off x="815297" y="987448"/>
              <a:ext cx="1610953" cy="1042597"/>
            </a:xfrm>
            <a:prstGeom prst="rect">
              <a:avLst/>
            </a:prstGeom>
          </p:spPr>
        </p:pic>
        <p:pic>
          <p:nvPicPr>
            <p:cNvPr id="8" name="object 8"/>
            <p:cNvPicPr/>
            <p:nvPr/>
          </p:nvPicPr>
          <p:blipFill>
            <a:blip r:embed="rId4" cstate="print"/>
            <a:stretch>
              <a:fillRect/>
            </a:stretch>
          </p:blipFill>
          <p:spPr>
            <a:xfrm>
              <a:off x="853439" y="1005839"/>
              <a:ext cx="1539240" cy="970407"/>
            </a:xfrm>
            <a:prstGeom prst="rect">
              <a:avLst/>
            </a:prstGeom>
          </p:spPr>
        </p:pic>
        <p:sp>
          <p:nvSpPr>
            <p:cNvPr id="9" name="object 9"/>
            <p:cNvSpPr/>
            <p:nvPr/>
          </p:nvSpPr>
          <p:spPr>
            <a:xfrm>
              <a:off x="853439" y="1005839"/>
              <a:ext cx="1539240" cy="970915"/>
            </a:xfrm>
            <a:custGeom>
              <a:avLst/>
              <a:gdLst/>
              <a:ahLst/>
              <a:cxnLst/>
              <a:rect l="l" t="t" r="r" b="b"/>
              <a:pathLst>
                <a:path w="1539239" h="970914">
                  <a:moveTo>
                    <a:pt x="0" y="143763"/>
                  </a:moveTo>
                  <a:lnTo>
                    <a:pt x="7329" y="98332"/>
                  </a:lnTo>
                  <a:lnTo>
                    <a:pt x="27737" y="58869"/>
                  </a:lnTo>
                  <a:lnTo>
                    <a:pt x="58858" y="27744"/>
                  </a:lnTo>
                  <a:lnTo>
                    <a:pt x="98322" y="7331"/>
                  </a:lnTo>
                  <a:lnTo>
                    <a:pt x="143763" y="0"/>
                  </a:lnTo>
                  <a:lnTo>
                    <a:pt x="256540" y="0"/>
                  </a:lnTo>
                  <a:lnTo>
                    <a:pt x="641350" y="0"/>
                  </a:lnTo>
                  <a:lnTo>
                    <a:pt x="1395476" y="0"/>
                  </a:lnTo>
                  <a:lnTo>
                    <a:pt x="1440907" y="7331"/>
                  </a:lnTo>
                  <a:lnTo>
                    <a:pt x="1480370" y="27744"/>
                  </a:lnTo>
                  <a:lnTo>
                    <a:pt x="1511495" y="58869"/>
                  </a:lnTo>
                  <a:lnTo>
                    <a:pt x="1531908" y="98332"/>
                  </a:lnTo>
                  <a:lnTo>
                    <a:pt x="1539240" y="143763"/>
                  </a:lnTo>
                  <a:lnTo>
                    <a:pt x="1539240" y="503174"/>
                  </a:lnTo>
                  <a:lnTo>
                    <a:pt x="1539240" y="718820"/>
                  </a:lnTo>
                  <a:lnTo>
                    <a:pt x="1531908" y="764251"/>
                  </a:lnTo>
                  <a:lnTo>
                    <a:pt x="1511495" y="803714"/>
                  </a:lnTo>
                  <a:lnTo>
                    <a:pt x="1480370" y="834839"/>
                  </a:lnTo>
                  <a:lnTo>
                    <a:pt x="1440907" y="855252"/>
                  </a:lnTo>
                  <a:lnTo>
                    <a:pt x="1395476" y="862584"/>
                  </a:lnTo>
                  <a:lnTo>
                    <a:pt x="641350" y="862584"/>
                  </a:lnTo>
                  <a:lnTo>
                    <a:pt x="448944" y="970407"/>
                  </a:lnTo>
                  <a:lnTo>
                    <a:pt x="256540" y="862584"/>
                  </a:lnTo>
                  <a:lnTo>
                    <a:pt x="143763" y="862584"/>
                  </a:lnTo>
                  <a:lnTo>
                    <a:pt x="98322" y="855252"/>
                  </a:lnTo>
                  <a:lnTo>
                    <a:pt x="58858" y="834839"/>
                  </a:lnTo>
                  <a:lnTo>
                    <a:pt x="27737" y="803714"/>
                  </a:lnTo>
                  <a:lnTo>
                    <a:pt x="7329" y="764251"/>
                  </a:lnTo>
                  <a:lnTo>
                    <a:pt x="0" y="718820"/>
                  </a:lnTo>
                  <a:lnTo>
                    <a:pt x="0" y="503174"/>
                  </a:lnTo>
                  <a:lnTo>
                    <a:pt x="0" y="143763"/>
                  </a:lnTo>
                  <a:close/>
                </a:path>
              </a:pathLst>
            </a:custGeom>
            <a:ln w="9525">
              <a:solidFill>
                <a:srgbClr val="0C449B"/>
              </a:solidFill>
            </a:ln>
          </p:spPr>
          <p:txBody>
            <a:bodyPr wrap="square" lIns="0" tIns="0" rIns="0" bIns="0" rtlCol="0"/>
            <a:lstStyle/>
            <a:p>
              <a:endParaRPr/>
            </a:p>
          </p:txBody>
        </p:sp>
      </p:grpSp>
      <p:sp>
        <p:nvSpPr>
          <p:cNvPr id="10" name="object 10"/>
          <p:cNvSpPr txBox="1"/>
          <p:nvPr/>
        </p:nvSpPr>
        <p:spPr>
          <a:xfrm>
            <a:off x="1156208" y="1232661"/>
            <a:ext cx="932815" cy="391160"/>
          </a:xfrm>
          <a:prstGeom prst="rect">
            <a:avLst/>
          </a:prstGeom>
        </p:spPr>
        <p:txBody>
          <a:bodyPr vert="horz" wrap="square" lIns="0" tIns="12700" rIns="0" bIns="0" rtlCol="0">
            <a:spAutoFit/>
          </a:bodyPr>
          <a:lstStyle/>
          <a:p>
            <a:pPr marL="239395" marR="5080" indent="-227329">
              <a:lnSpc>
                <a:spcPct val="100000"/>
              </a:lnSpc>
              <a:spcBef>
                <a:spcPts val="100"/>
              </a:spcBef>
            </a:pPr>
            <a:r>
              <a:rPr sz="1200" b="1" spc="-5" dirty="0">
                <a:latin typeface="Calibri"/>
                <a:cs typeface="Calibri"/>
              </a:rPr>
              <a:t>R</a:t>
            </a:r>
            <a:r>
              <a:rPr sz="1200" b="1" spc="-20" dirty="0">
                <a:latin typeface="Calibri"/>
                <a:cs typeface="Calibri"/>
              </a:rPr>
              <a:t>a</a:t>
            </a:r>
            <a:r>
              <a:rPr sz="1200" b="1" dirty="0">
                <a:latin typeface="Calibri"/>
                <a:cs typeface="Calibri"/>
              </a:rPr>
              <a:t>w</a:t>
            </a:r>
            <a:r>
              <a:rPr sz="1200" b="1" spc="5" dirty="0">
                <a:latin typeface="Calibri"/>
                <a:cs typeface="Calibri"/>
              </a:rPr>
              <a:t> </a:t>
            </a:r>
            <a:r>
              <a:rPr sz="1200" b="1" spc="-5" dirty="0">
                <a:latin typeface="Calibri"/>
                <a:cs typeface="Calibri"/>
              </a:rPr>
              <a:t>M</a:t>
            </a:r>
            <a:r>
              <a:rPr sz="1200" b="1" spc="-20" dirty="0">
                <a:latin typeface="Calibri"/>
                <a:cs typeface="Calibri"/>
              </a:rPr>
              <a:t>a</a:t>
            </a:r>
            <a:r>
              <a:rPr sz="1200" b="1" spc="-10" dirty="0">
                <a:latin typeface="Calibri"/>
                <a:cs typeface="Calibri"/>
              </a:rPr>
              <a:t>t</a:t>
            </a:r>
            <a:r>
              <a:rPr sz="1200" b="1" spc="-5" dirty="0">
                <a:latin typeface="Calibri"/>
                <a:cs typeface="Calibri"/>
              </a:rPr>
              <a:t>e</a:t>
            </a:r>
            <a:r>
              <a:rPr sz="1200" b="1" dirty="0">
                <a:latin typeface="Calibri"/>
                <a:cs typeface="Calibri"/>
              </a:rPr>
              <a:t>ri</a:t>
            </a:r>
            <a:r>
              <a:rPr sz="1200" b="1" spc="-5" dirty="0">
                <a:latin typeface="Calibri"/>
                <a:cs typeface="Calibri"/>
              </a:rPr>
              <a:t>a</a:t>
            </a:r>
            <a:r>
              <a:rPr sz="1200" b="1" dirty="0">
                <a:latin typeface="Calibri"/>
                <a:cs typeface="Calibri"/>
              </a:rPr>
              <a:t>ls  (10-15)</a:t>
            </a:r>
            <a:endParaRPr sz="1200">
              <a:latin typeface="Calibri"/>
              <a:cs typeface="Calibri"/>
            </a:endParaRPr>
          </a:p>
        </p:txBody>
      </p:sp>
      <p:grpSp>
        <p:nvGrpSpPr>
          <p:cNvPr id="11" name="object 11"/>
          <p:cNvGrpSpPr/>
          <p:nvPr/>
        </p:nvGrpSpPr>
        <p:grpSpPr>
          <a:xfrm>
            <a:off x="4922468" y="976781"/>
            <a:ext cx="1609725" cy="1052195"/>
            <a:chOff x="4922468" y="976781"/>
            <a:chExt cx="1609725" cy="1052195"/>
          </a:xfrm>
        </p:grpSpPr>
        <p:pic>
          <p:nvPicPr>
            <p:cNvPr id="12" name="object 12"/>
            <p:cNvPicPr/>
            <p:nvPr/>
          </p:nvPicPr>
          <p:blipFill>
            <a:blip r:embed="rId5" cstate="print"/>
            <a:stretch>
              <a:fillRect/>
            </a:stretch>
          </p:blipFill>
          <p:spPr>
            <a:xfrm>
              <a:off x="4922468" y="976781"/>
              <a:ext cx="1609446" cy="1051739"/>
            </a:xfrm>
            <a:prstGeom prst="rect">
              <a:avLst/>
            </a:prstGeom>
          </p:spPr>
        </p:pic>
        <p:pic>
          <p:nvPicPr>
            <p:cNvPr id="13" name="object 13"/>
            <p:cNvPicPr/>
            <p:nvPr/>
          </p:nvPicPr>
          <p:blipFill>
            <a:blip r:embed="rId6" cstate="print"/>
            <a:stretch>
              <a:fillRect/>
            </a:stretch>
          </p:blipFill>
          <p:spPr>
            <a:xfrm>
              <a:off x="5120639" y="998232"/>
              <a:ext cx="1246632" cy="949439"/>
            </a:xfrm>
            <a:prstGeom prst="rect">
              <a:avLst/>
            </a:prstGeom>
          </p:spPr>
        </p:pic>
        <p:pic>
          <p:nvPicPr>
            <p:cNvPr id="14" name="object 14"/>
            <p:cNvPicPr/>
            <p:nvPr/>
          </p:nvPicPr>
          <p:blipFill>
            <a:blip r:embed="rId7" cstate="print"/>
            <a:stretch>
              <a:fillRect/>
            </a:stretch>
          </p:blipFill>
          <p:spPr>
            <a:xfrm>
              <a:off x="4960620" y="995172"/>
              <a:ext cx="1537715" cy="978915"/>
            </a:xfrm>
            <a:prstGeom prst="rect">
              <a:avLst/>
            </a:prstGeom>
          </p:spPr>
        </p:pic>
        <p:sp>
          <p:nvSpPr>
            <p:cNvPr id="15" name="object 15"/>
            <p:cNvSpPr/>
            <p:nvPr/>
          </p:nvSpPr>
          <p:spPr>
            <a:xfrm>
              <a:off x="4960620" y="995172"/>
              <a:ext cx="1537970" cy="979169"/>
            </a:xfrm>
            <a:custGeom>
              <a:avLst/>
              <a:gdLst/>
              <a:ahLst/>
              <a:cxnLst/>
              <a:rect l="l" t="t" r="r" b="b"/>
              <a:pathLst>
                <a:path w="1537970" h="979169">
                  <a:moveTo>
                    <a:pt x="0" y="145033"/>
                  </a:moveTo>
                  <a:lnTo>
                    <a:pt x="7390" y="99177"/>
                  </a:lnTo>
                  <a:lnTo>
                    <a:pt x="27972" y="59362"/>
                  </a:lnTo>
                  <a:lnTo>
                    <a:pt x="59362" y="27972"/>
                  </a:lnTo>
                  <a:lnTo>
                    <a:pt x="99177" y="7390"/>
                  </a:lnTo>
                  <a:lnTo>
                    <a:pt x="145033" y="0"/>
                  </a:lnTo>
                  <a:lnTo>
                    <a:pt x="256285" y="0"/>
                  </a:lnTo>
                  <a:lnTo>
                    <a:pt x="640714" y="0"/>
                  </a:lnTo>
                  <a:lnTo>
                    <a:pt x="1392681" y="0"/>
                  </a:lnTo>
                  <a:lnTo>
                    <a:pt x="1438538" y="7390"/>
                  </a:lnTo>
                  <a:lnTo>
                    <a:pt x="1478353" y="27972"/>
                  </a:lnTo>
                  <a:lnTo>
                    <a:pt x="1509743" y="59362"/>
                  </a:lnTo>
                  <a:lnTo>
                    <a:pt x="1530325" y="99177"/>
                  </a:lnTo>
                  <a:lnTo>
                    <a:pt x="1537715" y="145033"/>
                  </a:lnTo>
                  <a:lnTo>
                    <a:pt x="1537715" y="507618"/>
                  </a:lnTo>
                  <a:lnTo>
                    <a:pt x="1537715" y="725169"/>
                  </a:lnTo>
                  <a:lnTo>
                    <a:pt x="1530325" y="771026"/>
                  </a:lnTo>
                  <a:lnTo>
                    <a:pt x="1509743" y="810841"/>
                  </a:lnTo>
                  <a:lnTo>
                    <a:pt x="1478353" y="842231"/>
                  </a:lnTo>
                  <a:lnTo>
                    <a:pt x="1438538" y="862813"/>
                  </a:lnTo>
                  <a:lnTo>
                    <a:pt x="1392681" y="870203"/>
                  </a:lnTo>
                  <a:lnTo>
                    <a:pt x="640714" y="870203"/>
                  </a:lnTo>
                  <a:lnTo>
                    <a:pt x="448563" y="978915"/>
                  </a:lnTo>
                  <a:lnTo>
                    <a:pt x="256285" y="870203"/>
                  </a:lnTo>
                  <a:lnTo>
                    <a:pt x="145033" y="870203"/>
                  </a:lnTo>
                  <a:lnTo>
                    <a:pt x="99177" y="862813"/>
                  </a:lnTo>
                  <a:lnTo>
                    <a:pt x="59362" y="842231"/>
                  </a:lnTo>
                  <a:lnTo>
                    <a:pt x="27972" y="810841"/>
                  </a:lnTo>
                  <a:lnTo>
                    <a:pt x="7390" y="771026"/>
                  </a:lnTo>
                  <a:lnTo>
                    <a:pt x="0" y="725169"/>
                  </a:lnTo>
                  <a:lnTo>
                    <a:pt x="0" y="507618"/>
                  </a:lnTo>
                  <a:lnTo>
                    <a:pt x="0" y="145033"/>
                  </a:lnTo>
                  <a:close/>
                </a:path>
              </a:pathLst>
            </a:custGeom>
            <a:ln w="9525">
              <a:solidFill>
                <a:srgbClr val="0C449B"/>
              </a:solidFill>
            </a:ln>
          </p:spPr>
          <p:txBody>
            <a:bodyPr wrap="square" lIns="0" tIns="0" rIns="0" bIns="0" rtlCol="0"/>
            <a:lstStyle/>
            <a:p>
              <a:endParaRPr/>
            </a:p>
          </p:txBody>
        </p:sp>
      </p:grpSp>
      <p:sp>
        <p:nvSpPr>
          <p:cNvPr id="16" name="object 16"/>
          <p:cNvSpPr txBox="1"/>
          <p:nvPr/>
        </p:nvSpPr>
        <p:spPr>
          <a:xfrm>
            <a:off x="5243321" y="1042796"/>
            <a:ext cx="972185" cy="757555"/>
          </a:xfrm>
          <a:prstGeom prst="rect">
            <a:avLst/>
          </a:prstGeom>
        </p:spPr>
        <p:txBody>
          <a:bodyPr vert="horz" wrap="square" lIns="0" tIns="12700" rIns="0" bIns="0" rtlCol="0">
            <a:spAutoFit/>
          </a:bodyPr>
          <a:lstStyle/>
          <a:p>
            <a:pPr marL="12065" marR="5080" algn="ctr">
              <a:lnSpc>
                <a:spcPct val="100000"/>
              </a:lnSpc>
              <a:spcBef>
                <a:spcPts val="100"/>
              </a:spcBef>
            </a:pPr>
            <a:r>
              <a:rPr sz="1200" b="1" spc="-5" dirty="0">
                <a:latin typeface="Calibri"/>
                <a:cs typeface="Calibri"/>
              </a:rPr>
              <a:t>Equipment </a:t>
            </a:r>
            <a:r>
              <a:rPr sz="1200" b="1" dirty="0">
                <a:latin typeface="Calibri"/>
                <a:cs typeface="Calibri"/>
              </a:rPr>
              <a:t> </a:t>
            </a:r>
            <a:r>
              <a:rPr sz="1200" b="1" spc="-5" dirty="0">
                <a:latin typeface="Calibri"/>
                <a:cs typeface="Calibri"/>
              </a:rPr>
              <a:t>Components</a:t>
            </a:r>
            <a:r>
              <a:rPr sz="1200" b="1" spc="-60" dirty="0">
                <a:latin typeface="Calibri"/>
                <a:cs typeface="Calibri"/>
              </a:rPr>
              <a:t> </a:t>
            </a:r>
            <a:r>
              <a:rPr sz="1200" b="1" dirty="0">
                <a:latin typeface="Calibri"/>
                <a:cs typeface="Calibri"/>
              </a:rPr>
              <a:t>&amp; </a:t>
            </a:r>
            <a:r>
              <a:rPr sz="1200" b="1" spc="-254" dirty="0">
                <a:latin typeface="Calibri"/>
                <a:cs typeface="Calibri"/>
              </a:rPr>
              <a:t> </a:t>
            </a:r>
            <a:r>
              <a:rPr sz="1200" b="1" spc="-5" dirty="0">
                <a:latin typeface="Calibri"/>
                <a:cs typeface="Calibri"/>
              </a:rPr>
              <a:t>Supplies</a:t>
            </a:r>
            <a:endParaRPr sz="1200">
              <a:latin typeface="Calibri"/>
              <a:cs typeface="Calibri"/>
            </a:endParaRPr>
          </a:p>
          <a:p>
            <a:pPr marL="635" algn="ctr">
              <a:lnSpc>
                <a:spcPct val="100000"/>
              </a:lnSpc>
            </a:pPr>
            <a:r>
              <a:rPr sz="1200" b="1" dirty="0">
                <a:latin typeface="Calibri"/>
                <a:cs typeface="Calibri"/>
              </a:rPr>
              <a:t>(30-41)</a:t>
            </a:r>
            <a:endParaRPr sz="1200">
              <a:latin typeface="Calibri"/>
              <a:cs typeface="Calibri"/>
            </a:endParaRPr>
          </a:p>
        </p:txBody>
      </p:sp>
      <p:grpSp>
        <p:nvGrpSpPr>
          <p:cNvPr id="17" name="object 17"/>
          <p:cNvGrpSpPr/>
          <p:nvPr/>
        </p:nvGrpSpPr>
        <p:grpSpPr>
          <a:xfrm>
            <a:off x="2816300" y="987449"/>
            <a:ext cx="1609725" cy="1052195"/>
            <a:chOff x="2816300" y="987449"/>
            <a:chExt cx="1609725" cy="1052195"/>
          </a:xfrm>
        </p:grpSpPr>
        <p:pic>
          <p:nvPicPr>
            <p:cNvPr id="18" name="object 18"/>
            <p:cNvPicPr/>
            <p:nvPr/>
          </p:nvPicPr>
          <p:blipFill>
            <a:blip r:embed="rId5" cstate="print"/>
            <a:stretch>
              <a:fillRect/>
            </a:stretch>
          </p:blipFill>
          <p:spPr>
            <a:xfrm>
              <a:off x="2816300" y="987449"/>
              <a:ext cx="1609446" cy="1051739"/>
            </a:xfrm>
            <a:prstGeom prst="rect">
              <a:avLst/>
            </a:prstGeom>
          </p:spPr>
        </p:pic>
        <p:pic>
          <p:nvPicPr>
            <p:cNvPr id="19" name="object 19"/>
            <p:cNvPicPr/>
            <p:nvPr/>
          </p:nvPicPr>
          <p:blipFill>
            <a:blip r:embed="rId8" cstate="print"/>
            <a:stretch>
              <a:fillRect/>
            </a:stretch>
          </p:blipFill>
          <p:spPr>
            <a:xfrm>
              <a:off x="2854452" y="1005839"/>
              <a:ext cx="1537715" cy="978915"/>
            </a:xfrm>
            <a:prstGeom prst="rect">
              <a:avLst/>
            </a:prstGeom>
          </p:spPr>
        </p:pic>
        <p:sp>
          <p:nvSpPr>
            <p:cNvPr id="20" name="object 20"/>
            <p:cNvSpPr/>
            <p:nvPr/>
          </p:nvSpPr>
          <p:spPr>
            <a:xfrm>
              <a:off x="2854452" y="1005839"/>
              <a:ext cx="1537970" cy="979169"/>
            </a:xfrm>
            <a:custGeom>
              <a:avLst/>
              <a:gdLst/>
              <a:ahLst/>
              <a:cxnLst/>
              <a:rect l="l" t="t" r="r" b="b"/>
              <a:pathLst>
                <a:path w="1537970" h="979169">
                  <a:moveTo>
                    <a:pt x="0" y="145034"/>
                  </a:moveTo>
                  <a:lnTo>
                    <a:pt x="7390" y="99177"/>
                  </a:lnTo>
                  <a:lnTo>
                    <a:pt x="27972" y="59362"/>
                  </a:lnTo>
                  <a:lnTo>
                    <a:pt x="59362" y="27972"/>
                  </a:lnTo>
                  <a:lnTo>
                    <a:pt x="99177" y="7390"/>
                  </a:lnTo>
                  <a:lnTo>
                    <a:pt x="145034" y="0"/>
                  </a:lnTo>
                  <a:lnTo>
                    <a:pt x="256286" y="0"/>
                  </a:lnTo>
                  <a:lnTo>
                    <a:pt x="640714" y="0"/>
                  </a:lnTo>
                  <a:lnTo>
                    <a:pt x="1392682" y="0"/>
                  </a:lnTo>
                  <a:lnTo>
                    <a:pt x="1438538" y="7390"/>
                  </a:lnTo>
                  <a:lnTo>
                    <a:pt x="1478353" y="27972"/>
                  </a:lnTo>
                  <a:lnTo>
                    <a:pt x="1509743" y="59362"/>
                  </a:lnTo>
                  <a:lnTo>
                    <a:pt x="1530325" y="99177"/>
                  </a:lnTo>
                  <a:lnTo>
                    <a:pt x="1537715" y="145034"/>
                  </a:lnTo>
                  <a:lnTo>
                    <a:pt x="1537715" y="507619"/>
                  </a:lnTo>
                  <a:lnTo>
                    <a:pt x="1537715" y="725170"/>
                  </a:lnTo>
                  <a:lnTo>
                    <a:pt x="1530325" y="771026"/>
                  </a:lnTo>
                  <a:lnTo>
                    <a:pt x="1509743" y="810841"/>
                  </a:lnTo>
                  <a:lnTo>
                    <a:pt x="1478353" y="842231"/>
                  </a:lnTo>
                  <a:lnTo>
                    <a:pt x="1438538" y="862813"/>
                  </a:lnTo>
                  <a:lnTo>
                    <a:pt x="1392682" y="870204"/>
                  </a:lnTo>
                  <a:lnTo>
                    <a:pt x="640714" y="870204"/>
                  </a:lnTo>
                  <a:lnTo>
                    <a:pt x="448563" y="978915"/>
                  </a:lnTo>
                  <a:lnTo>
                    <a:pt x="256286" y="870204"/>
                  </a:lnTo>
                  <a:lnTo>
                    <a:pt x="145034" y="870204"/>
                  </a:lnTo>
                  <a:lnTo>
                    <a:pt x="99177" y="862813"/>
                  </a:lnTo>
                  <a:lnTo>
                    <a:pt x="59362" y="842231"/>
                  </a:lnTo>
                  <a:lnTo>
                    <a:pt x="27972" y="810841"/>
                  </a:lnTo>
                  <a:lnTo>
                    <a:pt x="7390" y="771026"/>
                  </a:lnTo>
                  <a:lnTo>
                    <a:pt x="0" y="725170"/>
                  </a:lnTo>
                  <a:lnTo>
                    <a:pt x="0" y="507619"/>
                  </a:lnTo>
                  <a:lnTo>
                    <a:pt x="0" y="145034"/>
                  </a:lnTo>
                  <a:close/>
                </a:path>
              </a:pathLst>
            </a:custGeom>
            <a:ln w="9525">
              <a:solidFill>
                <a:srgbClr val="0C449B"/>
              </a:solidFill>
            </a:ln>
          </p:spPr>
          <p:txBody>
            <a:bodyPr wrap="square" lIns="0" tIns="0" rIns="0" bIns="0" rtlCol="0"/>
            <a:lstStyle/>
            <a:p>
              <a:endParaRPr/>
            </a:p>
          </p:txBody>
        </p:sp>
      </p:grpSp>
      <p:sp>
        <p:nvSpPr>
          <p:cNvPr id="21" name="object 21"/>
          <p:cNvSpPr txBox="1"/>
          <p:nvPr/>
        </p:nvSpPr>
        <p:spPr>
          <a:xfrm>
            <a:off x="3234689" y="1143965"/>
            <a:ext cx="777240" cy="575310"/>
          </a:xfrm>
          <a:prstGeom prst="rect">
            <a:avLst/>
          </a:prstGeom>
        </p:spPr>
        <p:txBody>
          <a:bodyPr vert="horz" wrap="square" lIns="0" tIns="12700" rIns="0" bIns="0" rtlCol="0">
            <a:spAutoFit/>
          </a:bodyPr>
          <a:lstStyle/>
          <a:p>
            <a:pPr marL="12700" marR="5080" algn="ctr">
              <a:lnSpc>
                <a:spcPct val="100000"/>
              </a:lnSpc>
              <a:spcBef>
                <a:spcPts val="100"/>
              </a:spcBef>
            </a:pPr>
            <a:r>
              <a:rPr sz="1200" b="1" spc="-5" dirty="0">
                <a:latin typeface="Calibri"/>
                <a:cs typeface="Calibri"/>
              </a:rPr>
              <a:t>Industrial </a:t>
            </a:r>
            <a:r>
              <a:rPr sz="1200" b="1" dirty="0">
                <a:latin typeface="Calibri"/>
                <a:cs typeface="Calibri"/>
              </a:rPr>
              <a:t> </a:t>
            </a:r>
            <a:r>
              <a:rPr sz="1200" b="1" spc="-10" dirty="0">
                <a:latin typeface="Calibri"/>
                <a:cs typeface="Calibri"/>
              </a:rPr>
              <a:t>E</a:t>
            </a:r>
            <a:r>
              <a:rPr sz="1200" b="1" dirty="0">
                <a:latin typeface="Calibri"/>
                <a:cs typeface="Calibri"/>
              </a:rPr>
              <a:t>quip</a:t>
            </a:r>
            <a:r>
              <a:rPr sz="1200" b="1" spc="-5" dirty="0">
                <a:latin typeface="Calibri"/>
                <a:cs typeface="Calibri"/>
              </a:rPr>
              <a:t>me</a:t>
            </a:r>
            <a:r>
              <a:rPr sz="1200" b="1" spc="-10" dirty="0">
                <a:latin typeface="Calibri"/>
                <a:cs typeface="Calibri"/>
              </a:rPr>
              <a:t>n</a:t>
            </a:r>
            <a:r>
              <a:rPr sz="1200" b="1" dirty="0">
                <a:latin typeface="Calibri"/>
                <a:cs typeface="Calibri"/>
              </a:rPr>
              <a:t>ts  (20-27)</a:t>
            </a:r>
            <a:endParaRPr sz="1200">
              <a:latin typeface="Calibri"/>
              <a:cs typeface="Calibri"/>
            </a:endParaRPr>
          </a:p>
        </p:txBody>
      </p:sp>
      <p:grpSp>
        <p:nvGrpSpPr>
          <p:cNvPr id="22" name="object 22"/>
          <p:cNvGrpSpPr/>
          <p:nvPr/>
        </p:nvGrpSpPr>
        <p:grpSpPr>
          <a:xfrm>
            <a:off x="7002729" y="976845"/>
            <a:ext cx="1609725" cy="1065530"/>
            <a:chOff x="7002729" y="976845"/>
            <a:chExt cx="1609725" cy="1065530"/>
          </a:xfrm>
        </p:grpSpPr>
        <p:pic>
          <p:nvPicPr>
            <p:cNvPr id="23" name="object 23"/>
            <p:cNvPicPr/>
            <p:nvPr/>
          </p:nvPicPr>
          <p:blipFill>
            <a:blip r:embed="rId9" cstate="print"/>
            <a:stretch>
              <a:fillRect/>
            </a:stretch>
          </p:blipFill>
          <p:spPr>
            <a:xfrm>
              <a:off x="7002729" y="976845"/>
              <a:ext cx="1609446" cy="1065352"/>
            </a:xfrm>
            <a:prstGeom prst="rect">
              <a:avLst/>
            </a:prstGeom>
          </p:spPr>
        </p:pic>
        <p:pic>
          <p:nvPicPr>
            <p:cNvPr id="24" name="object 24"/>
            <p:cNvPicPr/>
            <p:nvPr/>
          </p:nvPicPr>
          <p:blipFill>
            <a:blip r:embed="rId10" cstate="print"/>
            <a:stretch>
              <a:fillRect/>
            </a:stretch>
          </p:blipFill>
          <p:spPr>
            <a:xfrm>
              <a:off x="7240524" y="1095768"/>
              <a:ext cx="1341120" cy="766559"/>
            </a:xfrm>
            <a:prstGeom prst="rect">
              <a:avLst/>
            </a:prstGeom>
          </p:spPr>
        </p:pic>
        <p:pic>
          <p:nvPicPr>
            <p:cNvPr id="25" name="object 25"/>
            <p:cNvPicPr/>
            <p:nvPr/>
          </p:nvPicPr>
          <p:blipFill>
            <a:blip r:embed="rId11" cstate="print"/>
            <a:stretch>
              <a:fillRect/>
            </a:stretch>
          </p:blipFill>
          <p:spPr>
            <a:xfrm>
              <a:off x="7040880" y="995172"/>
              <a:ext cx="1537716" cy="992631"/>
            </a:xfrm>
            <a:prstGeom prst="rect">
              <a:avLst/>
            </a:prstGeom>
          </p:spPr>
        </p:pic>
        <p:sp>
          <p:nvSpPr>
            <p:cNvPr id="26" name="object 26"/>
            <p:cNvSpPr/>
            <p:nvPr/>
          </p:nvSpPr>
          <p:spPr>
            <a:xfrm>
              <a:off x="7040880" y="995172"/>
              <a:ext cx="1537970" cy="993140"/>
            </a:xfrm>
            <a:custGeom>
              <a:avLst/>
              <a:gdLst/>
              <a:ahLst/>
              <a:cxnLst/>
              <a:rect l="l" t="t" r="r" b="b"/>
              <a:pathLst>
                <a:path w="1537970" h="993139">
                  <a:moveTo>
                    <a:pt x="0" y="147065"/>
                  </a:moveTo>
                  <a:lnTo>
                    <a:pt x="7491" y="100559"/>
                  </a:lnTo>
                  <a:lnTo>
                    <a:pt x="28358" y="60185"/>
                  </a:lnTo>
                  <a:lnTo>
                    <a:pt x="60185" y="28358"/>
                  </a:lnTo>
                  <a:lnTo>
                    <a:pt x="100559" y="7491"/>
                  </a:lnTo>
                  <a:lnTo>
                    <a:pt x="147066" y="0"/>
                  </a:lnTo>
                  <a:lnTo>
                    <a:pt x="256286" y="0"/>
                  </a:lnTo>
                  <a:lnTo>
                    <a:pt x="640715" y="0"/>
                  </a:lnTo>
                  <a:lnTo>
                    <a:pt x="1390650" y="0"/>
                  </a:lnTo>
                  <a:lnTo>
                    <a:pt x="1437156" y="7491"/>
                  </a:lnTo>
                  <a:lnTo>
                    <a:pt x="1477530" y="28358"/>
                  </a:lnTo>
                  <a:lnTo>
                    <a:pt x="1509357" y="60185"/>
                  </a:lnTo>
                  <a:lnTo>
                    <a:pt x="1530224" y="100559"/>
                  </a:lnTo>
                  <a:lnTo>
                    <a:pt x="1537716" y="147065"/>
                  </a:lnTo>
                  <a:lnTo>
                    <a:pt x="1537716" y="514730"/>
                  </a:lnTo>
                  <a:lnTo>
                    <a:pt x="1537716" y="735329"/>
                  </a:lnTo>
                  <a:lnTo>
                    <a:pt x="1530224" y="781836"/>
                  </a:lnTo>
                  <a:lnTo>
                    <a:pt x="1509357" y="822210"/>
                  </a:lnTo>
                  <a:lnTo>
                    <a:pt x="1477530" y="854037"/>
                  </a:lnTo>
                  <a:lnTo>
                    <a:pt x="1437156" y="874904"/>
                  </a:lnTo>
                  <a:lnTo>
                    <a:pt x="1390650" y="882395"/>
                  </a:lnTo>
                  <a:lnTo>
                    <a:pt x="640715" y="882395"/>
                  </a:lnTo>
                  <a:lnTo>
                    <a:pt x="448564" y="992631"/>
                  </a:lnTo>
                  <a:lnTo>
                    <a:pt x="256286" y="882395"/>
                  </a:lnTo>
                  <a:lnTo>
                    <a:pt x="147066" y="882395"/>
                  </a:lnTo>
                  <a:lnTo>
                    <a:pt x="100559" y="874904"/>
                  </a:lnTo>
                  <a:lnTo>
                    <a:pt x="60185" y="854037"/>
                  </a:lnTo>
                  <a:lnTo>
                    <a:pt x="28358" y="822210"/>
                  </a:lnTo>
                  <a:lnTo>
                    <a:pt x="7491" y="781836"/>
                  </a:lnTo>
                  <a:lnTo>
                    <a:pt x="0" y="735329"/>
                  </a:lnTo>
                  <a:lnTo>
                    <a:pt x="0" y="514730"/>
                  </a:lnTo>
                  <a:lnTo>
                    <a:pt x="0" y="147065"/>
                  </a:lnTo>
                  <a:close/>
                </a:path>
              </a:pathLst>
            </a:custGeom>
            <a:ln w="9525">
              <a:solidFill>
                <a:srgbClr val="0C449B"/>
              </a:solidFill>
            </a:ln>
          </p:spPr>
          <p:txBody>
            <a:bodyPr wrap="square" lIns="0" tIns="0" rIns="0" bIns="0" rtlCol="0"/>
            <a:lstStyle/>
            <a:p>
              <a:endParaRPr/>
            </a:p>
          </p:txBody>
        </p:sp>
      </p:grpSp>
      <p:sp>
        <p:nvSpPr>
          <p:cNvPr id="27" name="object 27"/>
          <p:cNvSpPr txBox="1"/>
          <p:nvPr/>
        </p:nvSpPr>
        <p:spPr>
          <a:xfrm>
            <a:off x="7362825" y="1140714"/>
            <a:ext cx="928369" cy="574040"/>
          </a:xfrm>
          <a:prstGeom prst="rect">
            <a:avLst/>
          </a:prstGeom>
        </p:spPr>
        <p:txBody>
          <a:bodyPr vert="horz" wrap="square" lIns="0" tIns="12700" rIns="0" bIns="0" rtlCol="0">
            <a:spAutoFit/>
          </a:bodyPr>
          <a:lstStyle/>
          <a:p>
            <a:pPr marL="167640" marR="5080" indent="-155575">
              <a:lnSpc>
                <a:spcPct val="100000"/>
              </a:lnSpc>
              <a:spcBef>
                <a:spcPts val="100"/>
              </a:spcBef>
            </a:pPr>
            <a:r>
              <a:rPr sz="1200" b="1" spc="-5" dirty="0">
                <a:latin typeface="Calibri"/>
                <a:cs typeface="Calibri"/>
              </a:rPr>
              <a:t>Ma</a:t>
            </a:r>
            <a:r>
              <a:rPr sz="1200" b="1" dirty="0">
                <a:latin typeface="Calibri"/>
                <a:cs typeface="Calibri"/>
              </a:rPr>
              <a:t>nu</a:t>
            </a:r>
            <a:r>
              <a:rPr sz="1200" b="1" spc="-20" dirty="0">
                <a:latin typeface="Calibri"/>
                <a:cs typeface="Calibri"/>
              </a:rPr>
              <a:t>f</a:t>
            </a:r>
            <a:r>
              <a:rPr sz="1200" b="1" spc="-5" dirty="0">
                <a:latin typeface="Calibri"/>
                <a:cs typeface="Calibri"/>
              </a:rPr>
              <a:t>ac</a:t>
            </a:r>
            <a:r>
              <a:rPr sz="1200" b="1" dirty="0">
                <a:latin typeface="Calibri"/>
                <a:cs typeface="Calibri"/>
              </a:rPr>
              <a:t>tu</a:t>
            </a:r>
            <a:r>
              <a:rPr sz="1200" b="1" spc="-10" dirty="0">
                <a:latin typeface="Calibri"/>
                <a:cs typeface="Calibri"/>
              </a:rPr>
              <a:t>r</a:t>
            </a:r>
            <a:r>
              <a:rPr sz="1200" b="1" spc="-5" dirty="0">
                <a:latin typeface="Calibri"/>
                <a:cs typeface="Calibri"/>
              </a:rPr>
              <a:t>e</a:t>
            </a:r>
            <a:r>
              <a:rPr sz="1200" b="1" dirty="0">
                <a:latin typeface="Calibri"/>
                <a:cs typeface="Calibri"/>
              </a:rPr>
              <a:t>d  </a:t>
            </a:r>
            <a:r>
              <a:rPr sz="1200" b="1" spc="-5" dirty="0">
                <a:latin typeface="Calibri"/>
                <a:cs typeface="Calibri"/>
              </a:rPr>
              <a:t>Products </a:t>
            </a:r>
            <a:r>
              <a:rPr sz="1200" b="1" dirty="0">
                <a:latin typeface="Calibri"/>
                <a:cs typeface="Calibri"/>
              </a:rPr>
              <a:t> (42-60)</a:t>
            </a:r>
            <a:endParaRPr sz="1200">
              <a:latin typeface="Calibri"/>
              <a:cs typeface="Calibri"/>
            </a:endParaRPr>
          </a:p>
        </p:txBody>
      </p:sp>
      <p:grpSp>
        <p:nvGrpSpPr>
          <p:cNvPr id="28" name="object 28"/>
          <p:cNvGrpSpPr/>
          <p:nvPr/>
        </p:nvGrpSpPr>
        <p:grpSpPr>
          <a:xfrm>
            <a:off x="9215585" y="969162"/>
            <a:ext cx="1610995" cy="1070610"/>
            <a:chOff x="9215585" y="969162"/>
            <a:chExt cx="1610995" cy="1070610"/>
          </a:xfrm>
        </p:grpSpPr>
        <p:pic>
          <p:nvPicPr>
            <p:cNvPr id="29" name="object 29"/>
            <p:cNvPicPr/>
            <p:nvPr/>
          </p:nvPicPr>
          <p:blipFill>
            <a:blip r:embed="rId12" cstate="print"/>
            <a:stretch>
              <a:fillRect/>
            </a:stretch>
          </p:blipFill>
          <p:spPr>
            <a:xfrm>
              <a:off x="9215585" y="969162"/>
              <a:ext cx="1610953" cy="1070025"/>
            </a:xfrm>
            <a:prstGeom prst="rect">
              <a:avLst/>
            </a:prstGeom>
          </p:spPr>
        </p:pic>
        <p:pic>
          <p:nvPicPr>
            <p:cNvPr id="30" name="object 30"/>
            <p:cNvPicPr/>
            <p:nvPr/>
          </p:nvPicPr>
          <p:blipFill>
            <a:blip r:embed="rId13" cstate="print"/>
            <a:stretch>
              <a:fillRect/>
            </a:stretch>
          </p:blipFill>
          <p:spPr>
            <a:xfrm>
              <a:off x="9253728" y="987552"/>
              <a:ext cx="1539240" cy="997838"/>
            </a:xfrm>
            <a:prstGeom prst="rect">
              <a:avLst/>
            </a:prstGeom>
          </p:spPr>
        </p:pic>
        <p:sp>
          <p:nvSpPr>
            <p:cNvPr id="31" name="object 31"/>
            <p:cNvSpPr/>
            <p:nvPr/>
          </p:nvSpPr>
          <p:spPr>
            <a:xfrm>
              <a:off x="9253728" y="987552"/>
              <a:ext cx="1539240" cy="998219"/>
            </a:xfrm>
            <a:custGeom>
              <a:avLst/>
              <a:gdLst/>
              <a:ahLst/>
              <a:cxnLst/>
              <a:rect l="l" t="t" r="r" b="b"/>
              <a:pathLst>
                <a:path w="1539240" h="998219">
                  <a:moveTo>
                    <a:pt x="0" y="147827"/>
                  </a:moveTo>
                  <a:lnTo>
                    <a:pt x="7534" y="101096"/>
                  </a:lnTo>
                  <a:lnTo>
                    <a:pt x="28517" y="60514"/>
                  </a:lnTo>
                  <a:lnTo>
                    <a:pt x="60514" y="28517"/>
                  </a:lnTo>
                  <a:lnTo>
                    <a:pt x="101096" y="7534"/>
                  </a:lnTo>
                  <a:lnTo>
                    <a:pt x="147827" y="0"/>
                  </a:lnTo>
                  <a:lnTo>
                    <a:pt x="256540" y="0"/>
                  </a:lnTo>
                  <a:lnTo>
                    <a:pt x="641350" y="0"/>
                  </a:lnTo>
                  <a:lnTo>
                    <a:pt x="1391412" y="0"/>
                  </a:lnTo>
                  <a:lnTo>
                    <a:pt x="1438143" y="7534"/>
                  </a:lnTo>
                  <a:lnTo>
                    <a:pt x="1478725" y="28517"/>
                  </a:lnTo>
                  <a:lnTo>
                    <a:pt x="1510722" y="60514"/>
                  </a:lnTo>
                  <a:lnTo>
                    <a:pt x="1531705" y="101096"/>
                  </a:lnTo>
                  <a:lnTo>
                    <a:pt x="1539240" y="147827"/>
                  </a:lnTo>
                  <a:lnTo>
                    <a:pt x="1539240" y="517398"/>
                  </a:lnTo>
                  <a:lnTo>
                    <a:pt x="1539240" y="739139"/>
                  </a:lnTo>
                  <a:lnTo>
                    <a:pt x="1531705" y="785871"/>
                  </a:lnTo>
                  <a:lnTo>
                    <a:pt x="1510722" y="826453"/>
                  </a:lnTo>
                  <a:lnTo>
                    <a:pt x="1478725" y="858450"/>
                  </a:lnTo>
                  <a:lnTo>
                    <a:pt x="1438143" y="879433"/>
                  </a:lnTo>
                  <a:lnTo>
                    <a:pt x="1391412" y="886968"/>
                  </a:lnTo>
                  <a:lnTo>
                    <a:pt x="641350" y="886968"/>
                  </a:lnTo>
                  <a:lnTo>
                    <a:pt x="448945" y="997838"/>
                  </a:lnTo>
                  <a:lnTo>
                    <a:pt x="256540" y="886968"/>
                  </a:lnTo>
                  <a:lnTo>
                    <a:pt x="147827" y="886968"/>
                  </a:lnTo>
                  <a:lnTo>
                    <a:pt x="101096" y="879433"/>
                  </a:lnTo>
                  <a:lnTo>
                    <a:pt x="60514" y="858450"/>
                  </a:lnTo>
                  <a:lnTo>
                    <a:pt x="28517" y="826453"/>
                  </a:lnTo>
                  <a:lnTo>
                    <a:pt x="7534" y="785871"/>
                  </a:lnTo>
                  <a:lnTo>
                    <a:pt x="0" y="739139"/>
                  </a:lnTo>
                  <a:lnTo>
                    <a:pt x="0" y="517398"/>
                  </a:lnTo>
                  <a:lnTo>
                    <a:pt x="0" y="147827"/>
                  </a:lnTo>
                  <a:close/>
                </a:path>
              </a:pathLst>
            </a:custGeom>
            <a:ln w="9525">
              <a:solidFill>
                <a:srgbClr val="0C449B"/>
              </a:solidFill>
            </a:ln>
          </p:spPr>
          <p:txBody>
            <a:bodyPr wrap="square" lIns="0" tIns="0" rIns="0" bIns="0" rtlCol="0"/>
            <a:lstStyle/>
            <a:p>
              <a:endParaRPr/>
            </a:p>
          </p:txBody>
        </p:sp>
      </p:grpSp>
      <p:sp>
        <p:nvSpPr>
          <p:cNvPr id="32" name="object 32"/>
          <p:cNvSpPr txBox="1"/>
          <p:nvPr/>
        </p:nvSpPr>
        <p:spPr>
          <a:xfrm>
            <a:off x="9753727" y="1226565"/>
            <a:ext cx="540385" cy="391160"/>
          </a:xfrm>
          <a:prstGeom prst="rect">
            <a:avLst/>
          </a:prstGeom>
        </p:spPr>
        <p:txBody>
          <a:bodyPr vert="horz" wrap="square" lIns="0" tIns="12700" rIns="0" bIns="0" rtlCol="0">
            <a:spAutoFit/>
          </a:bodyPr>
          <a:lstStyle/>
          <a:p>
            <a:pPr marL="44450" marR="5080" indent="-32384">
              <a:lnSpc>
                <a:spcPct val="100000"/>
              </a:lnSpc>
              <a:spcBef>
                <a:spcPts val="100"/>
              </a:spcBef>
            </a:pPr>
            <a:r>
              <a:rPr sz="1200" b="1" dirty="0">
                <a:latin typeface="Calibri"/>
                <a:cs typeface="Calibri"/>
              </a:rPr>
              <a:t>S</a:t>
            </a:r>
            <a:r>
              <a:rPr sz="1200" b="1" spc="-10" dirty="0">
                <a:latin typeface="Calibri"/>
                <a:cs typeface="Calibri"/>
              </a:rPr>
              <a:t>e</a:t>
            </a:r>
            <a:r>
              <a:rPr sz="1200" b="1" spc="15" dirty="0">
                <a:latin typeface="Calibri"/>
                <a:cs typeface="Calibri"/>
              </a:rPr>
              <a:t>r</a:t>
            </a:r>
            <a:r>
              <a:rPr sz="1200" b="1" spc="-5" dirty="0">
                <a:latin typeface="Calibri"/>
                <a:cs typeface="Calibri"/>
              </a:rPr>
              <a:t>vi</a:t>
            </a:r>
            <a:r>
              <a:rPr sz="1200" b="1" dirty="0">
                <a:latin typeface="Calibri"/>
                <a:cs typeface="Calibri"/>
              </a:rPr>
              <a:t>c</a:t>
            </a:r>
            <a:r>
              <a:rPr sz="1200" b="1" spc="-5" dirty="0">
                <a:latin typeface="Calibri"/>
                <a:cs typeface="Calibri"/>
              </a:rPr>
              <a:t>e</a:t>
            </a:r>
            <a:r>
              <a:rPr sz="1200" b="1" dirty="0">
                <a:latin typeface="Calibri"/>
                <a:cs typeface="Calibri"/>
              </a:rPr>
              <a:t>s  (70-94)</a:t>
            </a:r>
            <a:endParaRPr sz="1200">
              <a:latin typeface="Calibri"/>
              <a:cs typeface="Calibri"/>
            </a:endParaRPr>
          </a:p>
        </p:txBody>
      </p:sp>
      <p:graphicFrame>
        <p:nvGraphicFramePr>
          <p:cNvPr id="33" name="object 33"/>
          <p:cNvGraphicFramePr>
            <a:graphicFrameLocks noGrp="1"/>
          </p:cNvGraphicFramePr>
          <p:nvPr/>
        </p:nvGraphicFramePr>
        <p:xfrm>
          <a:off x="638555" y="2020823"/>
          <a:ext cx="11078208" cy="4343400"/>
        </p:xfrm>
        <a:graphic>
          <a:graphicData uri="http://schemas.openxmlformats.org/drawingml/2006/table">
            <a:tbl>
              <a:tblPr firstRow="1" bandRow="1">
                <a:tableStyleId>{2D5ABB26-0587-4C30-8999-92F81FD0307C}</a:tableStyleId>
              </a:tblPr>
              <a:tblGrid>
                <a:gridCol w="1910080">
                  <a:extLst>
                    <a:ext uri="{9D8B030D-6E8A-4147-A177-3AD203B41FA5}">
                      <a16:colId xmlns:a16="http://schemas.microsoft.com/office/drawing/2014/main" val="20000"/>
                    </a:ext>
                  </a:extLst>
                </a:gridCol>
                <a:gridCol w="2118995">
                  <a:extLst>
                    <a:ext uri="{9D8B030D-6E8A-4147-A177-3AD203B41FA5}">
                      <a16:colId xmlns:a16="http://schemas.microsoft.com/office/drawing/2014/main" val="20001"/>
                    </a:ext>
                  </a:extLst>
                </a:gridCol>
                <a:gridCol w="2116454">
                  <a:extLst>
                    <a:ext uri="{9D8B030D-6E8A-4147-A177-3AD203B41FA5}">
                      <a16:colId xmlns:a16="http://schemas.microsoft.com/office/drawing/2014/main" val="20002"/>
                    </a:ext>
                  </a:extLst>
                </a:gridCol>
                <a:gridCol w="1922145">
                  <a:extLst>
                    <a:ext uri="{9D8B030D-6E8A-4147-A177-3AD203B41FA5}">
                      <a16:colId xmlns:a16="http://schemas.microsoft.com/office/drawing/2014/main" val="20003"/>
                    </a:ext>
                  </a:extLst>
                </a:gridCol>
                <a:gridCol w="3010534">
                  <a:extLst>
                    <a:ext uri="{9D8B030D-6E8A-4147-A177-3AD203B41FA5}">
                      <a16:colId xmlns:a16="http://schemas.microsoft.com/office/drawing/2014/main" val="20004"/>
                    </a:ext>
                  </a:extLst>
                </a:gridCol>
              </a:tblGrid>
              <a:tr h="4343400">
                <a:tc>
                  <a:txBody>
                    <a:bodyPr/>
                    <a:lstStyle/>
                    <a:p>
                      <a:pPr>
                        <a:lnSpc>
                          <a:spcPct val="100000"/>
                        </a:lnSpc>
                        <a:spcBef>
                          <a:spcPts val="35"/>
                        </a:spcBef>
                      </a:pPr>
                      <a:endParaRPr sz="1100">
                        <a:latin typeface="Times New Roman"/>
                        <a:cs typeface="Times New Roman"/>
                      </a:endParaRPr>
                    </a:p>
                    <a:p>
                      <a:pPr marL="235585" marR="73660" indent="-200025">
                        <a:lnSpc>
                          <a:spcPct val="100000"/>
                        </a:lnSpc>
                        <a:spcBef>
                          <a:spcPts val="5"/>
                        </a:spcBef>
                        <a:buFont typeface="Wingdings"/>
                        <a:buChar char=""/>
                        <a:tabLst>
                          <a:tab pos="208915" algn="l"/>
                        </a:tabLst>
                      </a:pPr>
                      <a:r>
                        <a:rPr sz="1000" b="1" spc="-10" dirty="0">
                          <a:latin typeface="Calibri"/>
                          <a:cs typeface="Calibri"/>
                        </a:rPr>
                        <a:t>Live</a:t>
                      </a:r>
                      <a:r>
                        <a:rPr sz="1000" b="1" dirty="0">
                          <a:latin typeface="Calibri"/>
                          <a:cs typeface="Calibri"/>
                        </a:rPr>
                        <a:t> </a:t>
                      </a:r>
                      <a:r>
                        <a:rPr sz="1000" b="1" spc="-5" dirty="0">
                          <a:latin typeface="Calibri"/>
                          <a:cs typeface="Calibri"/>
                        </a:rPr>
                        <a:t>Plant</a:t>
                      </a:r>
                      <a:r>
                        <a:rPr sz="1000" b="1" spc="5"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Animal</a:t>
                      </a:r>
                      <a:r>
                        <a:rPr sz="1000" b="1" dirty="0">
                          <a:latin typeface="Calibri"/>
                          <a:cs typeface="Calibri"/>
                        </a:rPr>
                        <a:t> </a:t>
                      </a:r>
                      <a:r>
                        <a:rPr sz="1000" b="1" spc="-5" dirty="0">
                          <a:latin typeface="Calibri"/>
                          <a:cs typeface="Calibri"/>
                        </a:rPr>
                        <a:t>Material </a:t>
                      </a:r>
                      <a:r>
                        <a:rPr sz="1000" b="1" spc="-215"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Accessories</a:t>
                      </a:r>
                      <a:r>
                        <a:rPr sz="1000" b="1" spc="-20"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Supplies</a:t>
                      </a:r>
                      <a:endParaRPr sz="1000">
                        <a:latin typeface="Calibri"/>
                        <a:cs typeface="Calibri"/>
                      </a:endParaRPr>
                    </a:p>
                    <a:p>
                      <a:pPr marL="264795" marR="279400" indent="-228600">
                        <a:lnSpc>
                          <a:spcPct val="100000"/>
                        </a:lnSpc>
                        <a:buFont typeface="Wingdings"/>
                        <a:buChar char=""/>
                        <a:tabLst>
                          <a:tab pos="237490" algn="l"/>
                        </a:tabLst>
                      </a:pPr>
                      <a:r>
                        <a:rPr sz="1000" b="1" spc="-5" dirty="0">
                          <a:latin typeface="Calibri"/>
                          <a:cs typeface="Calibri"/>
                        </a:rPr>
                        <a:t>Mineral</a:t>
                      </a:r>
                      <a:r>
                        <a:rPr sz="1000" b="1" spc="-20" dirty="0">
                          <a:latin typeface="Calibri"/>
                          <a:cs typeface="Calibri"/>
                        </a:rPr>
                        <a:t> </a:t>
                      </a:r>
                      <a:r>
                        <a:rPr sz="1000" b="1" spc="-5" dirty="0">
                          <a:latin typeface="Calibri"/>
                          <a:cs typeface="Calibri"/>
                        </a:rPr>
                        <a:t>and</a:t>
                      </a:r>
                      <a:r>
                        <a:rPr sz="1000" b="1" spc="-15" dirty="0">
                          <a:latin typeface="Calibri"/>
                          <a:cs typeface="Calibri"/>
                        </a:rPr>
                        <a:t> </a:t>
                      </a:r>
                      <a:r>
                        <a:rPr sz="1000" b="1" spc="-10" dirty="0">
                          <a:latin typeface="Calibri"/>
                          <a:cs typeface="Calibri"/>
                        </a:rPr>
                        <a:t>Textile</a:t>
                      </a:r>
                      <a:r>
                        <a:rPr sz="1000" b="1" spc="20" dirty="0">
                          <a:latin typeface="Calibri"/>
                          <a:cs typeface="Calibri"/>
                        </a:rPr>
                        <a:t> </a:t>
                      </a:r>
                      <a:r>
                        <a:rPr sz="1000" b="1" spc="-5" dirty="0">
                          <a:latin typeface="Calibri"/>
                          <a:cs typeface="Calibri"/>
                        </a:rPr>
                        <a:t>and </a:t>
                      </a:r>
                      <a:r>
                        <a:rPr sz="1000" b="1" dirty="0">
                          <a:latin typeface="Calibri"/>
                          <a:cs typeface="Calibri"/>
                        </a:rPr>
                        <a:t> </a:t>
                      </a:r>
                      <a:r>
                        <a:rPr sz="1000" b="1" spc="-5" dirty="0">
                          <a:latin typeface="Calibri"/>
                          <a:cs typeface="Calibri"/>
                        </a:rPr>
                        <a:t>Inedible Plant and Animal </a:t>
                      </a:r>
                      <a:r>
                        <a:rPr sz="1000" b="1" spc="-220" dirty="0">
                          <a:latin typeface="Calibri"/>
                          <a:cs typeface="Calibri"/>
                        </a:rPr>
                        <a:t> </a:t>
                      </a:r>
                      <a:r>
                        <a:rPr sz="1000" b="1" spc="-5" dirty="0">
                          <a:latin typeface="Calibri"/>
                          <a:cs typeface="Calibri"/>
                        </a:rPr>
                        <a:t>Materials</a:t>
                      </a:r>
                      <a:endParaRPr sz="1000">
                        <a:latin typeface="Calibri"/>
                        <a:cs typeface="Calibri"/>
                      </a:endParaRPr>
                    </a:p>
                    <a:p>
                      <a:pPr marL="208279" indent="-172720">
                        <a:lnSpc>
                          <a:spcPct val="100000"/>
                        </a:lnSpc>
                        <a:buFont typeface="Wingdings"/>
                        <a:buChar char=""/>
                        <a:tabLst>
                          <a:tab pos="208915" algn="l"/>
                        </a:tabLst>
                      </a:pPr>
                      <a:r>
                        <a:rPr sz="1000" b="1" spc="-5" dirty="0">
                          <a:latin typeface="Calibri"/>
                          <a:cs typeface="Calibri"/>
                        </a:rPr>
                        <a:t>Chemicals</a:t>
                      </a:r>
                      <a:r>
                        <a:rPr sz="1000" b="1" spc="-40" dirty="0">
                          <a:latin typeface="Calibri"/>
                          <a:cs typeface="Calibri"/>
                        </a:rPr>
                        <a:t> </a:t>
                      </a:r>
                      <a:r>
                        <a:rPr sz="1000" b="1" spc="-5" dirty="0">
                          <a:latin typeface="Calibri"/>
                          <a:cs typeface="Calibri"/>
                        </a:rPr>
                        <a:t>including</a:t>
                      </a:r>
                      <a:r>
                        <a:rPr sz="1000" b="1" spc="-30" dirty="0">
                          <a:latin typeface="Calibri"/>
                          <a:cs typeface="Calibri"/>
                        </a:rPr>
                        <a:t> </a:t>
                      </a:r>
                      <a:r>
                        <a:rPr sz="1000" b="1" dirty="0">
                          <a:latin typeface="Calibri"/>
                          <a:cs typeface="Calibri"/>
                        </a:rPr>
                        <a:t>Bio-</a:t>
                      </a:r>
                      <a:endParaRPr sz="1000">
                        <a:latin typeface="Calibri"/>
                        <a:cs typeface="Calibri"/>
                      </a:endParaRPr>
                    </a:p>
                    <a:p>
                      <a:pPr marL="235585">
                        <a:lnSpc>
                          <a:spcPct val="100000"/>
                        </a:lnSpc>
                      </a:pPr>
                      <a:r>
                        <a:rPr sz="1000" b="1" spc="-5" dirty="0">
                          <a:latin typeface="Calibri"/>
                          <a:cs typeface="Calibri"/>
                        </a:rPr>
                        <a:t>Chemicals</a:t>
                      </a:r>
                      <a:r>
                        <a:rPr sz="1000" b="1" spc="-25" dirty="0">
                          <a:latin typeface="Calibri"/>
                          <a:cs typeface="Calibri"/>
                        </a:rPr>
                        <a:t> </a:t>
                      </a:r>
                      <a:r>
                        <a:rPr sz="1000" b="1" spc="-5" dirty="0">
                          <a:latin typeface="Calibri"/>
                          <a:cs typeface="Calibri"/>
                        </a:rPr>
                        <a:t>and</a:t>
                      </a:r>
                      <a:r>
                        <a:rPr sz="1000" b="1" spc="-25" dirty="0">
                          <a:latin typeface="Calibri"/>
                          <a:cs typeface="Calibri"/>
                        </a:rPr>
                        <a:t> </a:t>
                      </a:r>
                      <a:r>
                        <a:rPr sz="1000" b="1" spc="-5" dirty="0">
                          <a:latin typeface="Calibri"/>
                          <a:cs typeface="Calibri"/>
                        </a:rPr>
                        <a:t>Gas</a:t>
                      </a:r>
                      <a:r>
                        <a:rPr sz="1000" b="1" spc="-20" dirty="0">
                          <a:latin typeface="Calibri"/>
                          <a:cs typeface="Calibri"/>
                        </a:rPr>
                        <a:t> </a:t>
                      </a:r>
                      <a:r>
                        <a:rPr sz="1000" b="1" spc="-5" dirty="0">
                          <a:latin typeface="Calibri"/>
                          <a:cs typeface="Calibri"/>
                        </a:rPr>
                        <a:t>Materials</a:t>
                      </a:r>
                      <a:endParaRPr sz="1000">
                        <a:latin typeface="Calibri"/>
                        <a:cs typeface="Calibri"/>
                      </a:endParaRPr>
                    </a:p>
                    <a:p>
                      <a:pPr marL="235585" marR="221615" indent="-200025">
                        <a:lnSpc>
                          <a:spcPct val="100000"/>
                        </a:lnSpc>
                        <a:buFont typeface="Wingdings"/>
                        <a:buChar char=""/>
                        <a:tabLst>
                          <a:tab pos="208915" algn="l"/>
                        </a:tabLst>
                      </a:pPr>
                      <a:r>
                        <a:rPr sz="1000" b="1" spc="-5" dirty="0">
                          <a:latin typeface="Calibri"/>
                          <a:cs typeface="Calibri"/>
                        </a:rPr>
                        <a:t>Resin and Rosin and Rubber </a:t>
                      </a:r>
                      <a:r>
                        <a:rPr sz="1000" b="1" spc="-215"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Foam and</a:t>
                      </a:r>
                      <a:r>
                        <a:rPr sz="1000" b="1" spc="-10" dirty="0">
                          <a:latin typeface="Calibri"/>
                          <a:cs typeface="Calibri"/>
                        </a:rPr>
                        <a:t> Film</a:t>
                      </a:r>
                      <a:r>
                        <a:rPr sz="1000" b="1" spc="10" dirty="0">
                          <a:latin typeface="Calibri"/>
                          <a:cs typeface="Calibri"/>
                        </a:rPr>
                        <a:t> </a:t>
                      </a:r>
                      <a:r>
                        <a:rPr sz="1000" b="1" spc="-5" dirty="0">
                          <a:latin typeface="Calibri"/>
                          <a:cs typeface="Calibri"/>
                        </a:rPr>
                        <a:t>and </a:t>
                      </a:r>
                      <a:r>
                        <a:rPr sz="1000" b="1" dirty="0">
                          <a:latin typeface="Calibri"/>
                          <a:cs typeface="Calibri"/>
                        </a:rPr>
                        <a:t> </a:t>
                      </a:r>
                      <a:r>
                        <a:rPr sz="1000" b="1" spc="-5" dirty="0">
                          <a:latin typeface="Calibri"/>
                          <a:cs typeface="Calibri"/>
                        </a:rPr>
                        <a:t>Elastomeric</a:t>
                      </a:r>
                      <a:r>
                        <a:rPr sz="1000" b="1" spc="-10" dirty="0">
                          <a:latin typeface="Calibri"/>
                          <a:cs typeface="Calibri"/>
                        </a:rPr>
                        <a:t> </a:t>
                      </a:r>
                      <a:r>
                        <a:rPr sz="1000" b="1" spc="-5" dirty="0">
                          <a:latin typeface="Calibri"/>
                          <a:cs typeface="Calibri"/>
                        </a:rPr>
                        <a:t>Materials</a:t>
                      </a:r>
                      <a:endParaRPr sz="1000">
                        <a:latin typeface="Calibri"/>
                        <a:cs typeface="Calibri"/>
                      </a:endParaRPr>
                    </a:p>
                    <a:p>
                      <a:pPr marL="208279" indent="-172720">
                        <a:lnSpc>
                          <a:spcPct val="100000"/>
                        </a:lnSpc>
                        <a:buFont typeface="Wingdings"/>
                        <a:buChar char=""/>
                        <a:tabLst>
                          <a:tab pos="208915" algn="l"/>
                        </a:tabLst>
                      </a:pPr>
                      <a:r>
                        <a:rPr sz="1000" b="1" spc="-5" dirty="0">
                          <a:latin typeface="Calibri"/>
                          <a:cs typeface="Calibri"/>
                        </a:rPr>
                        <a:t>Paper</a:t>
                      </a:r>
                      <a:r>
                        <a:rPr sz="1000" b="1" spc="-20" dirty="0">
                          <a:latin typeface="Calibri"/>
                          <a:cs typeface="Calibri"/>
                        </a:rPr>
                        <a:t> </a:t>
                      </a:r>
                      <a:r>
                        <a:rPr sz="1000" b="1" spc="-5" dirty="0">
                          <a:latin typeface="Calibri"/>
                          <a:cs typeface="Calibri"/>
                        </a:rPr>
                        <a:t>Materials</a:t>
                      </a:r>
                      <a:r>
                        <a:rPr sz="1000" b="1" spc="-15"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Products</a:t>
                      </a:r>
                      <a:endParaRPr sz="1000">
                        <a:latin typeface="Calibri"/>
                        <a:cs typeface="Calibri"/>
                      </a:endParaRPr>
                    </a:p>
                    <a:p>
                      <a:pPr marL="208279" indent="-172720">
                        <a:lnSpc>
                          <a:spcPct val="100000"/>
                        </a:lnSpc>
                        <a:buFont typeface="Wingdings"/>
                        <a:buChar char=""/>
                        <a:tabLst>
                          <a:tab pos="208915" algn="l"/>
                        </a:tabLst>
                      </a:pPr>
                      <a:r>
                        <a:rPr sz="1000" b="1" spc="-5" dirty="0">
                          <a:latin typeface="Calibri"/>
                          <a:cs typeface="Calibri"/>
                        </a:rPr>
                        <a:t>Fuels</a:t>
                      </a:r>
                      <a:r>
                        <a:rPr sz="1000" b="1"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Fuel</a:t>
                      </a:r>
                      <a:r>
                        <a:rPr sz="1000" b="1" spc="-15" dirty="0">
                          <a:latin typeface="Calibri"/>
                          <a:cs typeface="Calibri"/>
                        </a:rPr>
                        <a:t> </a:t>
                      </a:r>
                      <a:r>
                        <a:rPr sz="1000" b="1" spc="-5" dirty="0">
                          <a:latin typeface="Calibri"/>
                          <a:cs typeface="Calibri"/>
                        </a:rPr>
                        <a:t>Additives</a:t>
                      </a:r>
                      <a:r>
                        <a:rPr sz="1000" b="1" spc="10" dirty="0">
                          <a:latin typeface="Calibri"/>
                          <a:cs typeface="Calibri"/>
                        </a:rPr>
                        <a:t> </a:t>
                      </a:r>
                      <a:r>
                        <a:rPr sz="1000" b="1" spc="-5" dirty="0">
                          <a:latin typeface="Calibri"/>
                          <a:cs typeface="Calibri"/>
                        </a:rPr>
                        <a:t>and</a:t>
                      </a:r>
                      <a:endParaRPr sz="1000">
                        <a:latin typeface="Calibri"/>
                        <a:cs typeface="Calibri"/>
                      </a:endParaRPr>
                    </a:p>
                    <a:p>
                      <a:pPr marL="235585" marR="160020" indent="-200025">
                        <a:lnSpc>
                          <a:spcPct val="100000"/>
                        </a:lnSpc>
                        <a:buFont typeface="Wingdings"/>
                        <a:buChar char=""/>
                        <a:tabLst>
                          <a:tab pos="208915" algn="l"/>
                        </a:tabLst>
                      </a:pPr>
                      <a:r>
                        <a:rPr sz="1000" b="1" spc="-5" dirty="0">
                          <a:latin typeface="Calibri"/>
                          <a:cs typeface="Calibri"/>
                        </a:rPr>
                        <a:t>Lubricants and Anti corrosive </a:t>
                      </a:r>
                      <a:r>
                        <a:rPr sz="1000" b="1" spc="-215" dirty="0">
                          <a:latin typeface="Calibri"/>
                          <a:cs typeface="Calibri"/>
                        </a:rPr>
                        <a:t> </a:t>
                      </a:r>
                      <a:r>
                        <a:rPr sz="1000" b="1" spc="-5" dirty="0">
                          <a:latin typeface="Calibri"/>
                          <a:cs typeface="Calibri"/>
                        </a:rPr>
                        <a:t>Materials</a:t>
                      </a:r>
                      <a:endParaRPr sz="1000">
                        <a:latin typeface="Calibri"/>
                        <a:cs typeface="Calibri"/>
                      </a:endParaRPr>
                    </a:p>
                  </a:txBody>
                  <a:tcPr marL="0" marR="0" marT="4445" marB="0">
                    <a:lnR w="76200">
                      <a:solidFill>
                        <a:srgbClr val="FFFFFF"/>
                      </a:solidFill>
                      <a:prstDash val="solid"/>
                    </a:lnR>
                    <a:solidFill>
                      <a:srgbClr val="EBEBEB"/>
                    </a:solidFill>
                  </a:tcPr>
                </a:tc>
                <a:tc>
                  <a:txBody>
                    <a:bodyPr/>
                    <a:lstStyle/>
                    <a:p>
                      <a:pPr>
                        <a:lnSpc>
                          <a:spcPct val="100000"/>
                        </a:lnSpc>
                        <a:spcBef>
                          <a:spcPts val="30"/>
                        </a:spcBef>
                      </a:pPr>
                      <a:endParaRPr sz="1150">
                        <a:latin typeface="Times New Roman"/>
                        <a:cs typeface="Times New Roman"/>
                      </a:endParaRPr>
                    </a:p>
                    <a:p>
                      <a:pPr marL="234950" marR="685800" indent="-170815" algn="just">
                        <a:lnSpc>
                          <a:spcPct val="100000"/>
                        </a:lnSpc>
                        <a:buFont typeface="Wingdings"/>
                        <a:buChar char=""/>
                        <a:tabLst>
                          <a:tab pos="236854" algn="l"/>
                        </a:tabLst>
                      </a:pPr>
                      <a:r>
                        <a:rPr sz="1000" b="1" spc="-5" dirty="0">
                          <a:latin typeface="Calibri"/>
                          <a:cs typeface="Calibri"/>
                        </a:rPr>
                        <a:t>Mining Machinery and </a:t>
                      </a:r>
                      <a:r>
                        <a:rPr sz="1000" b="1" spc="-220" dirty="0">
                          <a:latin typeface="Calibri"/>
                          <a:cs typeface="Calibri"/>
                        </a:rPr>
                        <a:t> </a:t>
                      </a:r>
                      <a:r>
                        <a:rPr sz="1000" b="1" spc="-5" dirty="0">
                          <a:latin typeface="Calibri"/>
                          <a:cs typeface="Calibri"/>
                        </a:rPr>
                        <a:t>Accessories</a:t>
                      </a:r>
                      <a:endParaRPr sz="1000">
                        <a:latin typeface="Calibri"/>
                        <a:cs typeface="Calibri"/>
                      </a:endParaRPr>
                    </a:p>
                    <a:p>
                      <a:pPr marL="264160" marR="357505" indent="-200025" algn="just">
                        <a:lnSpc>
                          <a:spcPct val="100000"/>
                        </a:lnSpc>
                        <a:buFont typeface="Wingdings"/>
                        <a:buChar char=""/>
                        <a:tabLst>
                          <a:tab pos="236854" algn="l"/>
                        </a:tabLst>
                      </a:pPr>
                      <a:r>
                        <a:rPr sz="1000" b="1" spc="-5" dirty="0">
                          <a:latin typeface="Calibri"/>
                          <a:cs typeface="Calibri"/>
                        </a:rPr>
                        <a:t>Farming and Fishing Forestry </a:t>
                      </a:r>
                      <a:r>
                        <a:rPr sz="1000" b="1" spc="-215" dirty="0">
                          <a:latin typeface="Calibri"/>
                          <a:cs typeface="Calibri"/>
                        </a:rPr>
                        <a:t> </a:t>
                      </a:r>
                      <a:r>
                        <a:rPr sz="1000" b="1" spc="-5" dirty="0">
                          <a:latin typeface="Calibri"/>
                          <a:cs typeface="Calibri"/>
                        </a:rPr>
                        <a:t>and </a:t>
                      </a:r>
                      <a:r>
                        <a:rPr sz="1000" b="1" spc="-10" dirty="0">
                          <a:latin typeface="Calibri"/>
                          <a:cs typeface="Calibri"/>
                        </a:rPr>
                        <a:t>Wildlife </a:t>
                      </a:r>
                      <a:r>
                        <a:rPr sz="1000" b="1" spc="-5" dirty="0">
                          <a:latin typeface="Calibri"/>
                          <a:cs typeface="Calibri"/>
                        </a:rPr>
                        <a:t>Machinery and </a:t>
                      </a:r>
                      <a:r>
                        <a:rPr sz="1000" b="1" dirty="0">
                          <a:latin typeface="Calibri"/>
                          <a:cs typeface="Calibri"/>
                        </a:rPr>
                        <a:t> </a:t>
                      </a:r>
                      <a:r>
                        <a:rPr sz="1000" b="1" spc="-5" dirty="0">
                          <a:latin typeface="Calibri"/>
                          <a:cs typeface="Calibri"/>
                        </a:rPr>
                        <a:t>Accessories</a:t>
                      </a:r>
                      <a:endParaRPr sz="1000">
                        <a:latin typeface="Calibri"/>
                        <a:cs typeface="Calibri"/>
                      </a:endParaRPr>
                    </a:p>
                    <a:p>
                      <a:pPr marL="264160" marR="335915" indent="-200025">
                        <a:lnSpc>
                          <a:spcPct val="100000"/>
                        </a:lnSpc>
                        <a:spcBef>
                          <a:spcPts val="5"/>
                        </a:spcBef>
                        <a:buFont typeface="Wingdings"/>
                        <a:buChar char=""/>
                        <a:tabLst>
                          <a:tab pos="236854" algn="l"/>
                        </a:tabLst>
                      </a:pPr>
                      <a:r>
                        <a:rPr sz="1000" b="1" spc="-5" dirty="0">
                          <a:latin typeface="Calibri"/>
                          <a:cs typeface="Calibri"/>
                        </a:rPr>
                        <a:t>Industrial Manufacturing and </a:t>
                      </a:r>
                      <a:r>
                        <a:rPr sz="1000" b="1" spc="-215" dirty="0">
                          <a:latin typeface="Calibri"/>
                          <a:cs typeface="Calibri"/>
                        </a:rPr>
                        <a:t> </a:t>
                      </a:r>
                      <a:r>
                        <a:rPr sz="1000" b="1" spc="-5" dirty="0">
                          <a:latin typeface="Calibri"/>
                          <a:cs typeface="Calibri"/>
                        </a:rPr>
                        <a:t>Processing Machinery and </a:t>
                      </a:r>
                      <a:r>
                        <a:rPr sz="1000" b="1" dirty="0">
                          <a:latin typeface="Calibri"/>
                          <a:cs typeface="Calibri"/>
                        </a:rPr>
                        <a:t> </a:t>
                      </a:r>
                      <a:r>
                        <a:rPr sz="1000" b="1" spc="-5" dirty="0">
                          <a:latin typeface="Calibri"/>
                          <a:cs typeface="Calibri"/>
                        </a:rPr>
                        <a:t>Accessories</a:t>
                      </a:r>
                      <a:endParaRPr sz="1000">
                        <a:latin typeface="Calibri"/>
                        <a:cs typeface="Calibri"/>
                      </a:endParaRPr>
                    </a:p>
                    <a:p>
                      <a:pPr marL="264160" marR="198755" indent="-200025">
                        <a:lnSpc>
                          <a:spcPct val="100000"/>
                        </a:lnSpc>
                        <a:buFont typeface="Wingdings"/>
                        <a:buChar char=""/>
                        <a:tabLst>
                          <a:tab pos="236854" algn="l"/>
                        </a:tabLst>
                      </a:pPr>
                      <a:r>
                        <a:rPr sz="1000" b="1" spc="-5" dirty="0">
                          <a:latin typeface="Calibri"/>
                          <a:cs typeface="Calibri"/>
                        </a:rPr>
                        <a:t>Material Handling and </a:t>
                      </a:r>
                      <a:r>
                        <a:rPr sz="1000" b="1" dirty="0">
                          <a:latin typeface="Calibri"/>
                          <a:cs typeface="Calibri"/>
                        </a:rPr>
                        <a:t> </a:t>
                      </a:r>
                      <a:r>
                        <a:rPr sz="1000" b="1" spc="-5" dirty="0">
                          <a:latin typeface="Calibri"/>
                          <a:cs typeface="Calibri"/>
                        </a:rPr>
                        <a:t>Conditioning</a:t>
                      </a:r>
                      <a:r>
                        <a:rPr sz="1000" b="1" spc="15"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Storage </a:t>
                      </a:r>
                      <a:r>
                        <a:rPr sz="1000" b="1" dirty="0">
                          <a:latin typeface="Calibri"/>
                          <a:cs typeface="Calibri"/>
                        </a:rPr>
                        <a:t> </a:t>
                      </a:r>
                      <a:r>
                        <a:rPr sz="1000" b="1" spc="-5" dirty="0">
                          <a:latin typeface="Calibri"/>
                          <a:cs typeface="Calibri"/>
                        </a:rPr>
                        <a:t>Machinery</a:t>
                      </a:r>
                      <a:r>
                        <a:rPr sz="1000" b="1" spc="-25"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Accessories</a:t>
                      </a:r>
                      <a:r>
                        <a:rPr sz="1000" b="1" spc="-30" dirty="0">
                          <a:latin typeface="Calibri"/>
                          <a:cs typeface="Calibri"/>
                        </a:rPr>
                        <a:t> </a:t>
                      </a:r>
                      <a:r>
                        <a:rPr sz="1000" b="1" spc="-5" dirty="0">
                          <a:latin typeface="Calibri"/>
                          <a:cs typeface="Calibri"/>
                        </a:rPr>
                        <a:t>and </a:t>
                      </a:r>
                      <a:r>
                        <a:rPr sz="1000" b="1" spc="-210" dirty="0">
                          <a:latin typeface="Calibri"/>
                          <a:cs typeface="Calibri"/>
                        </a:rPr>
                        <a:t> </a:t>
                      </a:r>
                      <a:r>
                        <a:rPr sz="1000" b="1" spc="-10" dirty="0">
                          <a:latin typeface="Calibri"/>
                          <a:cs typeface="Calibri"/>
                        </a:rPr>
                        <a:t>Supplies</a:t>
                      </a:r>
                      <a:endParaRPr sz="1000">
                        <a:latin typeface="Calibri"/>
                        <a:cs typeface="Calibri"/>
                      </a:endParaRPr>
                    </a:p>
                    <a:p>
                      <a:pPr marL="264160" marR="398145" indent="-200025">
                        <a:lnSpc>
                          <a:spcPct val="100000"/>
                        </a:lnSpc>
                        <a:buFont typeface="Wingdings"/>
                        <a:buChar char=""/>
                        <a:tabLst>
                          <a:tab pos="236854" algn="l"/>
                        </a:tabLst>
                      </a:pPr>
                      <a:r>
                        <a:rPr sz="1000" b="1" spc="-5" dirty="0">
                          <a:latin typeface="Calibri"/>
                          <a:cs typeface="Calibri"/>
                        </a:rPr>
                        <a:t>Power Generation and </a:t>
                      </a:r>
                      <a:r>
                        <a:rPr sz="1000" b="1" dirty="0">
                          <a:latin typeface="Calibri"/>
                          <a:cs typeface="Calibri"/>
                        </a:rPr>
                        <a:t> </a:t>
                      </a:r>
                      <a:r>
                        <a:rPr sz="1000" b="1" spc="-5" dirty="0">
                          <a:latin typeface="Calibri"/>
                          <a:cs typeface="Calibri"/>
                        </a:rPr>
                        <a:t>Distribution Machinery and </a:t>
                      </a:r>
                      <a:r>
                        <a:rPr sz="1000" b="1" spc="-215" dirty="0">
                          <a:latin typeface="Calibri"/>
                          <a:cs typeface="Calibri"/>
                        </a:rPr>
                        <a:t> </a:t>
                      </a:r>
                      <a:r>
                        <a:rPr sz="1000" b="1" spc="-5" dirty="0">
                          <a:latin typeface="Calibri"/>
                          <a:cs typeface="Calibri"/>
                        </a:rPr>
                        <a:t>Accessories</a:t>
                      </a:r>
                      <a:endParaRPr sz="1000">
                        <a:latin typeface="Calibri"/>
                        <a:cs typeface="Calibri"/>
                      </a:endParaRPr>
                    </a:p>
                    <a:p>
                      <a:pPr marL="236220" indent="-172720">
                        <a:lnSpc>
                          <a:spcPct val="100000"/>
                        </a:lnSpc>
                        <a:buFont typeface="Wingdings"/>
                        <a:buChar char=""/>
                        <a:tabLst>
                          <a:tab pos="236854" algn="l"/>
                        </a:tabLst>
                      </a:pPr>
                      <a:r>
                        <a:rPr sz="1000" b="1" spc="-5" dirty="0">
                          <a:latin typeface="Calibri"/>
                          <a:cs typeface="Calibri"/>
                        </a:rPr>
                        <a:t>Tools</a:t>
                      </a:r>
                      <a:r>
                        <a:rPr sz="1000" b="1"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General</a:t>
                      </a:r>
                      <a:r>
                        <a:rPr sz="1000" b="1" spc="-25" dirty="0">
                          <a:latin typeface="Calibri"/>
                          <a:cs typeface="Calibri"/>
                        </a:rPr>
                        <a:t> </a:t>
                      </a:r>
                      <a:r>
                        <a:rPr sz="1000" b="1" spc="-5" dirty="0">
                          <a:latin typeface="Calibri"/>
                          <a:cs typeface="Calibri"/>
                        </a:rPr>
                        <a:t>Machinery</a:t>
                      </a:r>
                      <a:endParaRPr sz="1000">
                        <a:latin typeface="Calibri"/>
                        <a:cs typeface="Calibri"/>
                      </a:endParaRPr>
                    </a:p>
                    <a:p>
                      <a:pPr marL="264160" marR="422909" indent="-200025">
                        <a:lnSpc>
                          <a:spcPct val="100000"/>
                        </a:lnSpc>
                        <a:buFont typeface="Wingdings"/>
                        <a:buChar char=""/>
                        <a:tabLst>
                          <a:tab pos="236854" algn="l"/>
                        </a:tabLst>
                      </a:pPr>
                      <a:r>
                        <a:rPr sz="1000" b="1" spc="-5" dirty="0">
                          <a:latin typeface="Calibri"/>
                          <a:cs typeface="Calibri"/>
                        </a:rPr>
                        <a:t>Building</a:t>
                      </a:r>
                      <a:r>
                        <a:rPr sz="1000" b="1" spc="10"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Construction </a:t>
                      </a:r>
                      <a:r>
                        <a:rPr sz="1000" b="1" dirty="0">
                          <a:latin typeface="Calibri"/>
                          <a:cs typeface="Calibri"/>
                        </a:rPr>
                        <a:t> </a:t>
                      </a:r>
                      <a:r>
                        <a:rPr sz="1000" b="1" spc="-5" dirty="0">
                          <a:latin typeface="Calibri"/>
                          <a:cs typeface="Calibri"/>
                        </a:rPr>
                        <a:t>Machinery</a:t>
                      </a:r>
                      <a:r>
                        <a:rPr sz="1000" b="1" spc="-30" dirty="0">
                          <a:latin typeface="Calibri"/>
                          <a:cs typeface="Calibri"/>
                        </a:rPr>
                        <a:t> </a:t>
                      </a:r>
                      <a:r>
                        <a:rPr sz="1000" b="1" spc="-5" dirty="0">
                          <a:latin typeface="Calibri"/>
                          <a:cs typeface="Calibri"/>
                        </a:rPr>
                        <a:t>and</a:t>
                      </a:r>
                      <a:r>
                        <a:rPr sz="1000" b="1" spc="-25" dirty="0">
                          <a:latin typeface="Calibri"/>
                          <a:cs typeface="Calibri"/>
                        </a:rPr>
                        <a:t> </a:t>
                      </a:r>
                      <a:r>
                        <a:rPr sz="1000" b="1" spc="-5" dirty="0">
                          <a:latin typeface="Calibri"/>
                          <a:cs typeface="Calibri"/>
                        </a:rPr>
                        <a:t>Accessories</a:t>
                      </a:r>
                      <a:endParaRPr sz="1000">
                        <a:latin typeface="Calibri"/>
                        <a:cs typeface="Calibri"/>
                      </a:endParaRPr>
                    </a:p>
                    <a:p>
                      <a:pPr marL="264160" marR="145415" indent="-200025">
                        <a:lnSpc>
                          <a:spcPct val="100000"/>
                        </a:lnSpc>
                        <a:buFont typeface="Wingdings"/>
                        <a:buChar char=""/>
                        <a:tabLst>
                          <a:tab pos="236854" algn="l"/>
                        </a:tabLst>
                      </a:pPr>
                      <a:r>
                        <a:rPr sz="1000" b="1" spc="-5" dirty="0">
                          <a:latin typeface="Calibri"/>
                          <a:cs typeface="Calibri"/>
                        </a:rPr>
                        <a:t>Commercial and Military and </a:t>
                      </a:r>
                      <a:r>
                        <a:rPr sz="1000" b="1" dirty="0">
                          <a:latin typeface="Calibri"/>
                          <a:cs typeface="Calibri"/>
                        </a:rPr>
                        <a:t> </a:t>
                      </a:r>
                      <a:r>
                        <a:rPr sz="1000" b="1" spc="-5" dirty="0">
                          <a:latin typeface="Calibri"/>
                          <a:cs typeface="Calibri"/>
                        </a:rPr>
                        <a:t>Private</a:t>
                      </a:r>
                      <a:r>
                        <a:rPr sz="1000" b="1" spc="15" dirty="0">
                          <a:latin typeface="Calibri"/>
                          <a:cs typeface="Calibri"/>
                        </a:rPr>
                        <a:t> </a:t>
                      </a:r>
                      <a:r>
                        <a:rPr sz="1000" b="1" spc="-10" dirty="0">
                          <a:latin typeface="Calibri"/>
                          <a:cs typeface="Calibri"/>
                        </a:rPr>
                        <a:t>Vehicles</a:t>
                      </a:r>
                      <a:r>
                        <a:rPr sz="1000" b="1" dirty="0">
                          <a:latin typeface="Calibri"/>
                          <a:cs typeface="Calibri"/>
                        </a:rPr>
                        <a:t> </a:t>
                      </a:r>
                      <a:r>
                        <a:rPr sz="1000" b="1" spc="-5" dirty="0">
                          <a:latin typeface="Calibri"/>
                          <a:cs typeface="Calibri"/>
                        </a:rPr>
                        <a:t>and </a:t>
                      </a:r>
                      <a:r>
                        <a:rPr sz="1000" b="1" spc="-10" dirty="0">
                          <a:latin typeface="Calibri"/>
                          <a:cs typeface="Calibri"/>
                        </a:rPr>
                        <a:t>Accessories </a:t>
                      </a:r>
                      <a:r>
                        <a:rPr sz="1000" b="1" spc="-210"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Components</a:t>
                      </a:r>
                      <a:endParaRPr sz="1000">
                        <a:latin typeface="Calibri"/>
                        <a:cs typeface="Calibri"/>
                      </a:endParaRPr>
                    </a:p>
                  </a:txBody>
                  <a:tcPr marL="0" marR="0" marT="3810" marB="0">
                    <a:lnL w="76200">
                      <a:solidFill>
                        <a:srgbClr val="FFFFFF"/>
                      </a:solidFill>
                      <a:prstDash val="solid"/>
                    </a:lnL>
                    <a:lnR w="76200">
                      <a:solidFill>
                        <a:srgbClr val="FFFFFF"/>
                      </a:solidFill>
                      <a:prstDash val="solid"/>
                    </a:lnR>
                    <a:solidFill>
                      <a:srgbClr val="B7DEE8"/>
                    </a:solidFill>
                  </a:tcPr>
                </a:tc>
                <a:tc>
                  <a:txBody>
                    <a:bodyPr/>
                    <a:lstStyle/>
                    <a:p>
                      <a:pPr>
                        <a:lnSpc>
                          <a:spcPct val="100000"/>
                        </a:lnSpc>
                        <a:spcBef>
                          <a:spcPts val="30"/>
                        </a:spcBef>
                      </a:pPr>
                      <a:endParaRPr sz="1150">
                        <a:latin typeface="Times New Roman"/>
                        <a:cs typeface="Times New Roman"/>
                      </a:endParaRPr>
                    </a:p>
                    <a:p>
                      <a:pPr marL="263525" marR="244475" indent="-200025">
                        <a:lnSpc>
                          <a:spcPct val="100000"/>
                        </a:lnSpc>
                        <a:buFont typeface="Wingdings"/>
                        <a:buChar char=""/>
                        <a:tabLst>
                          <a:tab pos="236220" algn="l"/>
                        </a:tabLst>
                      </a:pPr>
                      <a:r>
                        <a:rPr sz="1000" b="1" spc="-5" dirty="0">
                          <a:latin typeface="Calibri"/>
                          <a:cs typeface="Calibri"/>
                        </a:rPr>
                        <a:t>Structures and Building and </a:t>
                      </a:r>
                      <a:r>
                        <a:rPr sz="1000" b="1" dirty="0">
                          <a:latin typeface="Calibri"/>
                          <a:cs typeface="Calibri"/>
                        </a:rPr>
                        <a:t> </a:t>
                      </a:r>
                      <a:r>
                        <a:rPr sz="1000" b="1" spc="-5" dirty="0">
                          <a:latin typeface="Calibri"/>
                          <a:cs typeface="Calibri"/>
                        </a:rPr>
                        <a:t>Construction Components and </a:t>
                      </a:r>
                      <a:r>
                        <a:rPr sz="1000" b="1" spc="-215" dirty="0">
                          <a:latin typeface="Calibri"/>
                          <a:cs typeface="Calibri"/>
                        </a:rPr>
                        <a:t> </a:t>
                      </a:r>
                      <a:r>
                        <a:rPr sz="1000" b="1" spc="-5" dirty="0">
                          <a:latin typeface="Calibri"/>
                          <a:cs typeface="Calibri"/>
                        </a:rPr>
                        <a:t>Supplies</a:t>
                      </a:r>
                      <a:endParaRPr sz="1000">
                        <a:latin typeface="Calibri"/>
                        <a:cs typeface="Calibri"/>
                      </a:endParaRPr>
                    </a:p>
                    <a:p>
                      <a:pPr marL="236220" indent="-172720">
                        <a:lnSpc>
                          <a:spcPct val="100000"/>
                        </a:lnSpc>
                        <a:buFont typeface="Wingdings"/>
                        <a:buChar char=""/>
                        <a:tabLst>
                          <a:tab pos="236220" algn="l"/>
                        </a:tabLst>
                      </a:pPr>
                      <a:r>
                        <a:rPr sz="1000" b="1" spc="-5" dirty="0">
                          <a:latin typeface="Calibri"/>
                          <a:cs typeface="Calibri"/>
                        </a:rPr>
                        <a:t>Manufacturing</a:t>
                      </a:r>
                      <a:r>
                        <a:rPr sz="1000" b="1" spc="-40" dirty="0">
                          <a:latin typeface="Calibri"/>
                          <a:cs typeface="Calibri"/>
                        </a:rPr>
                        <a:t> </a:t>
                      </a:r>
                      <a:r>
                        <a:rPr sz="1000" b="1" spc="-5" dirty="0">
                          <a:latin typeface="Calibri"/>
                          <a:cs typeface="Calibri"/>
                        </a:rPr>
                        <a:t>Components</a:t>
                      </a:r>
                      <a:endParaRPr sz="1000">
                        <a:latin typeface="Calibri"/>
                        <a:cs typeface="Calibri"/>
                      </a:endParaRPr>
                    </a:p>
                    <a:p>
                      <a:pPr marL="263525">
                        <a:lnSpc>
                          <a:spcPct val="100000"/>
                        </a:lnSpc>
                        <a:spcBef>
                          <a:spcPts val="5"/>
                        </a:spcBef>
                      </a:pPr>
                      <a:r>
                        <a:rPr sz="1000" b="1" spc="-5" dirty="0">
                          <a:latin typeface="Calibri"/>
                          <a:cs typeface="Calibri"/>
                        </a:rPr>
                        <a:t>and</a:t>
                      </a:r>
                      <a:r>
                        <a:rPr sz="1000" b="1" spc="-45" dirty="0">
                          <a:latin typeface="Calibri"/>
                          <a:cs typeface="Calibri"/>
                        </a:rPr>
                        <a:t> </a:t>
                      </a:r>
                      <a:r>
                        <a:rPr sz="1000" b="1" spc="-5" dirty="0">
                          <a:latin typeface="Calibri"/>
                          <a:cs typeface="Calibri"/>
                        </a:rPr>
                        <a:t>Supplies</a:t>
                      </a:r>
                      <a:endParaRPr sz="1000">
                        <a:latin typeface="Calibri"/>
                        <a:cs typeface="Calibri"/>
                      </a:endParaRPr>
                    </a:p>
                    <a:p>
                      <a:pPr marL="263525" marR="428625" indent="-200025">
                        <a:lnSpc>
                          <a:spcPct val="100000"/>
                        </a:lnSpc>
                        <a:buFont typeface="Wingdings"/>
                        <a:buChar char=""/>
                        <a:tabLst>
                          <a:tab pos="236220" algn="l"/>
                        </a:tabLst>
                      </a:pPr>
                      <a:r>
                        <a:rPr sz="1000" b="1" spc="-5" dirty="0">
                          <a:latin typeface="Calibri"/>
                          <a:cs typeface="Calibri"/>
                        </a:rPr>
                        <a:t>Electronic Components and </a:t>
                      </a:r>
                      <a:r>
                        <a:rPr sz="1000" b="1" spc="-220" dirty="0">
                          <a:latin typeface="Calibri"/>
                          <a:cs typeface="Calibri"/>
                        </a:rPr>
                        <a:t> </a:t>
                      </a:r>
                      <a:r>
                        <a:rPr sz="1000" b="1" spc="-5" dirty="0">
                          <a:latin typeface="Calibri"/>
                          <a:cs typeface="Calibri"/>
                        </a:rPr>
                        <a:t>Supplies</a:t>
                      </a:r>
                      <a:endParaRPr sz="1000">
                        <a:latin typeface="Calibri"/>
                        <a:cs typeface="Calibri"/>
                      </a:endParaRPr>
                    </a:p>
                    <a:p>
                      <a:pPr marL="263525" marR="544830" indent="-200025">
                        <a:lnSpc>
                          <a:spcPct val="100000"/>
                        </a:lnSpc>
                        <a:buFont typeface="Wingdings"/>
                        <a:buChar char=""/>
                        <a:tabLst>
                          <a:tab pos="236220" algn="l"/>
                        </a:tabLst>
                      </a:pPr>
                      <a:r>
                        <a:rPr sz="1000" b="1" spc="-5" dirty="0">
                          <a:latin typeface="Calibri"/>
                          <a:cs typeface="Calibri"/>
                        </a:rPr>
                        <a:t>Lighting</a:t>
                      </a:r>
                      <a:r>
                        <a:rPr sz="1000" b="1" spc="25"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Electrical </a:t>
                      </a:r>
                      <a:r>
                        <a:rPr sz="1000" b="1" dirty="0">
                          <a:latin typeface="Calibri"/>
                          <a:cs typeface="Calibri"/>
                        </a:rPr>
                        <a:t> </a:t>
                      </a:r>
                      <a:r>
                        <a:rPr sz="1000" b="1" spc="-5" dirty="0">
                          <a:latin typeface="Calibri"/>
                          <a:cs typeface="Calibri"/>
                        </a:rPr>
                        <a:t>Accessories</a:t>
                      </a:r>
                      <a:r>
                        <a:rPr sz="1000" b="1" spc="-40" dirty="0">
                          <a:latin typeface="Calibri"/>
                          <a:cs typeface="Calibri"/>
                        </a:rPr>
                        <a:t> </a:t>
                      </a:r>
                      <a:r>
                        <a:rPr sz="1000" b="1" spc="-5" dirty="0">
                          <a:latin typeface="Calibri"/>
                          <a:cs typeface="Calibri"/>
                        </a:rPr>
                        <a:t>and</a:t>
                      </a:r>
                      <a:r>
                        <a:rPr sz="1000" b="1" spc="-30" dirty="0">
                          <a:latin typeface="Calibri"/>
                          <a:cs typeface="Calibri"/>
                        </a:rPr>
                        <a:t> </a:t>
                      </a:r>
                      <a:r>
                        <a:rPr sz="1000" b="1" spc="-5" dirty="0">
                          <a:latin typeface="Calibri"/>
                          <a:cs typeface="Calibri"/>
                        </a:rPr>
                        <a:t>Supplies</a:t>
                      </a:r>
                      <a:endParaRPr sz="1000">
                        <a:latin typeface="Calibri"/>
                        <a:cs typeface="Calibri"/>
                      </a:endParaRPr>
                    </a:p>
                    <a:p>
                      <a:pPr marL="263525" marR="313055" indent="-200025">
                        <a:lnSpc>
                          <a:spcPct val="100000"/>
                        </a:lnSpc>
                        <a:buFont typeface="Wingdings"/>
                        <a:buChar char=""/>
                        <a:tabLst>
                          <a:tab pos="236220" algn="l"/>
                        </a:tabLst>
                      </a:pPr>
                      <a:r>
                        <a:rPr sz="1000" b="1" spc="-5" dirty="0">
                          <a:latin typeface="Calibri"/>
                          <a:cs typeface="Calibri"/>
                        </a:rPr>
                        <a:t>Distribution and Conditioning </a:t>
                      </a:r>
                      <a:r>
                        <a:rPr sz="1000" b="1" spc="-215" dirty="0">
                          <a:latin typeface="Calibri"/>
                          <a:cs typeface="Calibri"/>
                        </a:rPr>
                        <a:t> </a:t>
                      </a:r>
                      <a:r>
                        <a:rPr sz="1000" b="1" spc="-5" dirty="0">
                          <a:latin typeface="Calibri"/>
                          <a:cs typeface="Calibri"/>
                        </a:rPr>
                        <a:t>Systems and Equipment and </a:t>
                      </a:r>
                      <a:r>
                        <a:rPr sz="1000" b="1" dirty="0">
                          <a:latin typeface="Calibri"/>
                          <a:cs typeface="Calibri"/>
                        </a:rPr>
                        <a:t> </a:t>
                      </a:r>
                      <a:r>
                        <a:rPr sz="1000" b="1" spc="-5" dirty="0">
                          <a:latin typeface="Calibri"/>
                          <a:cs typeface="Calibri"/>
                        </a:rPr>
                        <a:t>Components</a:t>
                      </a:r>
                      <a:endParaRPr sz="1000">
                        <a:latin typeface="Calibri"/>
                        <a:cs typeface="Calibri"/>
                      </a:endParaRPr>
                    </a:p>
                    <a:p>
                      <a:pPr marL="263525" marR="255270" indent="-200025">
                        <a:lnSpc>
                          <a:spcPct val="100000"/>
                        </a:lnSpc>
                        <a:buFont typeface="Wingdings"/>
                        <a:buChar char=""/>
                        <a:tabLst>
                          <a:tab pos="236220" algn="l"/>
                        </a:tabLst>
                      </a:pPr>
                      <a:r>
                        <a:rPr sz="1000" b="1" spc="-5" dirty="0">
                          <a:latin typeface="Calibri"/>
                          <a:cs typeface="Calibri"/>
                        </a:rPr>
                        <a:t>Laboratory</a:t>
                      </a:r>
                      <a:r>
                        <a:rPr sz="1000" b="1" spc="-40"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Measuring</a:t>
                      </a:r>
                      <a:r>
                        <a:rPr sz="1000" b="1" spc="-20" dirty="0">
                          <a:latin typeface="Calibri"/>
                          <a:cs typeface="Calibri"/>
                        </a:rPr>
                        <a:t> </a:t>
                      </a:r>
                      <a:r>
                        <a:rPr sz="1000" b="1" spc="-5" dirty="0">
                          <a:latin typeface="Calibri"/>
                          <a:cs typeface="Calibri"/>
                        </a:rPr>
                        <a:t>and </a:t>
                      </a:r>
                      <a:r>
                        <a:rPr sz="1000" b="1" spc="-210" dirty="0">
                          <a:latin typeface="Calibri"/>
                          <a:cs typeface="Calibri"/>
                        </a:rPr>
                        <a:t> </a:t>
                      </a:r>
                      <a:r>
                        <a:rPr sz="1000" b="1" spc="-5" dirty="0">
                          <a:latin typeface="Calibri"/>
                          <a:cs typeface="Calibri"/>
                        </a:rPr>
                        <a:t>Observing</a:t>
                      </a:r>
                      <a:r>
                        <a:rPr sz="1000" b="1" dirty="0">
                          <a:latin typeface="Calibri"/>
                          <a:cs typeface="Calibri"/>
                        </a:rPr>
                        <a:t> </a:t>
                      </a:r>
                      <a:r>
                        <a:rPr sz="1000" b="1" spc="-5" dirty="0">
                          <a:latin typeface="Calibri"/>
                          <a:cs typeface="Calibri"/>
                        </a:rPr>
                        <a:t>and</a:t>
                      </a:r>
                      <a:r>
                        <a:rPr sz="1000" b="1" spc="-10" dirty="0">
                          <a:latin typeface="Calibri"/>
                          <a:cs typeface="Calibri"/>
                        </a:rPr>
                        <a:t> Testing </a:t>
                      </a:r>
                      <a:r>
                        <a:rPr sz="1000" b="1" spc="-5" dirty="0">
                          <a:latin typeface="Calibri"/>
                          <a:cs typeface="Calibri"/>
                        </a:rPr>
                        <a:t> Equipment</a:t>
                      </a:r>
                      <a:endParaRPr sz="1000">
                        <a:latin typeface="Calibri"/>
                        <a:cs typeface="Calibri"/>
                      </a:endParaRPr>
                    </a:p>
                  </a:txBody>
                  <a:tcPr marL="0" marR="0" marT="3810" marB="0">
                    <a:lnL w="76200">
                      <a:solidFill>
                        <a:srgbClr val="FFFFFF"/>
                      </a:solidFill>
                      <a:prstDash val="solid"/>
                    </a:lnL>
                    <a:lnR w="38100">
                      <a:solidFill>
                        <a:srgbClr val="FFFFFF"/>
                      </a:solidFill>
                      <a:prstDash val="solid"/>
                    </a:lnR>
                    <a:solidFill>
                      <a:srgbClr val="FFC2C2"/>
                    </a:solidFill>
                  </a:tcPr>
                </a:tc>
                <a:tc>
                  <a:txBody>
                    <a:bodyPr/>
                    <a:lstStyle/>
                    <a:p>
                      <a:pPr>
                        <a:lnSpc>
                          <a:spcPct val="100000"/>
                        </a:lnSpc>
                        <a:spcBef>
                          <a:spcPts val="40"/>
                        </a:spcBef>
                      </a:pPr>
                      <a:endParaRPr sz="850">
                        <a:latin typeface="Times New Roman"/>
                        <a:cs typeface="Times New Roman"/>
                      </a:endParaRPr>
                    </a:p>
                    <a:p>
                      <a:pPr marL="231140" marR="508634" indent="-178435">
                        <a:lnSpc>
                          <a:spcPct val="80000"/>
                        </a:lnSpc>
                        <a:buFont typeface="Wingdings"/>
                        <a:buChar char=""/>
                        <a:tabLst>
                          <a:tab pos="226060" algn="l"/>
                        </a:tabLst>
                      </a:pPr>
                      <a:r>
                        <a:rPr sz="900" b="1" spc="-5" dirty="0">
                          <a:latin typeface="Calibri"/>
                          <a:cs typeface="Calibri"/>
                        </a:rPr>
                        <a:t>Medical</a:t>
                      </a:r>
                      <a:r>
                        <a:rPr sz="900" b="1" dirty="0">
                          <a:latin typeface="Calibri"/>
                          <a:cs typeface="Calibri"/>
                        </a:rPr>
                        <a:t> </a:t>
                      </a:r>
                      <a:r>
                        <a:rPr sz="900" b="1" spc="-5" dirty="0">
                          <a:latin typeface="Calibri"/>
                          <a:cs typeface="Calibri"/>
                        </a:rPr>
                        <a:t>Equipment</a:t>
                      </a:r>
                      <a:r>
                        <a:rPr sz="900" b="1" spc="5" dirty="0">
                          <a:latin typeface="Calibri"/>
                          <a:cs typeface="Calibri"/>
                        </a:rPr>
                        <a:t> </a:t>
                      </a:r>
                      <a:r>
                        <a:rPr sz="900" b="1" spc="-5" dirty="0">
                          <a:latin typeface="Calibri"/>
                          <a:cs typeface="Calibri"/>
                        </a:rPr>
                        <a:t>and </a:t>
                      </a:r>
                      <a:r>
                        <a:rPr sz="900" b="1" dirty="0">
                          <a:latin typeface="Calibri"/>
                          <a:cs typeface="Calibri"/>
                        </a:rPr>
                        <a:t> </a:t>
                      </a:r>
                      <a:r>
                        <a:rPr sz="900" b="1" spc="-5" dirty="0">
                          <a:latin typeface="Calibri"/>
                          <a:cs typeface="Calibri"/>
                        </a:rPr>
                        <a:t>Accessories</a:t>
                      </a:r>
                      <a:r>
                        <a:rPr sz="900" b="1" spc="-10" dirty="0">
                          <a:latin typeface="Calibri"/>
                          <a:cs typeface="Calibri"/>
                        </a:rPr>
                        <a:t> </a:t>
                      </a:r>
                      <a:r>
                        <a:rPr sz="900" b="1" spc="-5" dirty="0">
                          <a:latin typeface="Calibri"/>
                          <a:cs typeface="Calibri"/>
                        </a:rPr>
                        <a:t>and</a:t>
                      </a:r>
                      <a:r>
                        <a:rPr sz="900" b="1" spc="-15" dirty="0">
                          <a:latin typeface="Calibri"/>
                          <a:cs typeface="Calibri"/>
                        </a:rPr>
                        <a:t> </a:t>
                      </a:r>
                      <a:r>
                        <a:rPr sz="900" b="1" spc="-5" dirty="0">
                          <a:latin typeface="Calibri"/>
                          <a:cs typeface="Calibri"/>
                        </a:rPr>
                        <a:t>Supplies</a:t>
                      </a:r>
                      <a:endParaRPr sz="900">
                        <a:latin typeface="Calibri"/>
                        <a:cs typeface="Calibri"/>
                      </a:endParaRPr>
                    </a:p>
                    <a:p>
                      <a:pPr marL="231140" marR="179070" indent="-178435">
                        <a:lnSpc>
                          <a:spcPct val="80000"/>
                        </a:lnSpc>
                        <a:buFont typeface="Wingdings"/>
                        <a:buChar char=""/>
                        <a:tabLst>
                          <a:tab pos="226060" algn="l"/>
                        </a:tabLst>
                      </a:pPr>
                      <a:r>
                        <a:rPr sz="900" b="1" spc="-5" dirty="0">
                          <a:latin typeface="Calibri"/>
                          <a:cs typeface="Calibri"/>
                        </a:rPr>
                        <a:t>Communications</a:t>
                      </a:r>
                      <a:r>
                        <a:rPr sz="900" b="1" spc="35" dirty="0">
                          <a:latin typeface="Calibri"/>
                          <a:cs typeface="Calibri"/>
                        </a:rPr>
                        <a:t> </a:t>
                      </a:r>
                      <a:r>
                        <a:rPr sz="900" b="1" spc="-5" dirty="0">
                          <a:latin typeface="Calibri"/>
                          <a:cs typeface="Calibri"/>
                        </a:rPr>
                        <a:t>and</a:t>
                      </a:r>
                      <a:r>
                        <a:rPr sz="900" b="1" spc="-15" dirty="0">
                          <a:latin typeface="Calibri"/>
                          <a:cs typeface="Calibri"/>
                        </a:rPr>
                        <a:t> </a:t>
                      </a:r>
                      <a:r>
                        <a:rPr sz="900" b="1" spc="-5" dirty="0">
                          <a:latin typeface="Calibri"/>
                          <a:cs typeface="Calibri"/>
                        </a:rPr>
                        <a:t>Computer </a:t>
                      </a:r>
                      <a:r>
                        <a:rPr sz="900" b="1" spc="-185" dirty="0">
                          <a:latin typeface="Calibri"/>
                          <a:cs typeface="Calibri"/>
                        </a:rPr>
                        <a:t> </a:t>
                      </a:r>
                      <a:r>
                        <a:rPr sz="900" b="1" spc="-5" dirty="0">
                          <a:latin typeface="Calibri"/>
                          <a:cs typeface="Calibri"/>
                        </a:rPr>
                        <a:t>Equipment</a:t>
                      </a:r>
                      <a:r>
                        <a:rPr sz="900" b="1" spc="10" dirty="0">
                          <a:latin typeface="Calibri"/>
                          <a:cs typeface="Calibri"/>
                        </a:rPr>
                        <a:t> </a:t>
                      </a:r>
                      <a:r>
                        <a:rPr sz="900" b="1" spc="-5" dirty="0">
                          <a:latin typeface="Calibri"/>
                          <a:cs typeface="Calibri"/>
                        </a:rPr>
                        <a:t>Peripherals</a:t>
                      </a:r>
                      <a:r>
                        <a:rPr sz="900" b="1" spc="15" dirty="0">
                          <a:latin typeface="Calibri"/>
                          <a:cs typeface="Calibri"/>
                        </a:rPr>
                        <a:t> </a:t>
                      </a:r>
                      <a:r>
                        <a:rPr sz="900" b="1" spc="-5" dirty="0">
                          <a:latin typeface="Calibri"/>
                          <a:cs typeface="Calibri"/>
                        </a:rPr>
                        <a:t>and </a:t>
                      </a:r>
                      <a:r>
                        <a:rPr sz="900" b="1" dirty="0">
                          <a:latin typeface="Calibri"/>
                          <a:cs typeface="Calibri"/>
                        </a:rPr>
                        <a:t> </a:t>
                      </a:r>
                      <a:r>
                        <a:rPr sz="900" b="1" spc="-5" dirty="0">
                          <a:latin typeface="Calibri"/>
                          <a:cs typeface="Calibri"/>
                        </a:rPr>
                        <a:t>Components</a:t>
                      </a:r>
                      <a:r>
                        <a:rPr sz="900" b="1" spc="10" dirty="0">
                          <a:latin typeface="Calibri"/>
                          <a:cs typeface="Calibri"/>
                        </a:rPr>
                        <a:t> </a:t>
                      </a:r>
                      <a:r>
                        <a:rPr sz="900" b="1" spc="-5" dirty="0">
                          <a:latin typeface="Calibri"/>
                          <a:cs typeface="Calibri"/>
                        </a:rPr>
                        <a:t>and</a:t>
                      </a:r>
                      <a:r>
                        <a:rPr sz="900" b="1" spc="15" dirty="0">
                          <a:latin typeface="Calibri"/>
                          <a:cs typeface="Calibri"/>
                        </a:rPr>
                        <a:t> </a:t>
                      </a:r>
                      <a:r>
                        <a:rPr sz="900" b="1" spc="-5" dirty="0">
                          <a:latin typeface="Calibri"/>
                          <a:cs typeface="Calibri"/>
                        </a:rPr>
                        <a:t>Supplies</a:t>
                      </a:r>
                      <a:endParaRPr sz="900">
                        <a:latin typeface="Calibri"/>
                        <a:cs typeface="Calibri"/>
                      </a:endParaRPr>
                    </a:p>
                    <a:p>
                      <a:pPr marL="231140" marR="508634" indent="-178435">
                        <a:lnSpc>
                          <a:spcPct val="80000"/>
                        </a:lnSpc>
                        <a:buFont typeface="Wingdings"/>
                        <a:buChar char=""/>
                        <a:tabLst>
                          <a:tab pos="226060" algn="l"/>
                        </a:tabLst>
                      </a:pPr>
                      <a:r>
                        <a:rPr sz="900" b="1" spc="-5" dirty="0">
                          <a:latin typeface="Calibri"/>
                          <a:cs typeface="Calibri"/>
                        </a:rPr>
                        <a:t>Office</a:t>
                      </a:r>
                      <a:r>
                        <a:rPr sz="900" b="1" spc="-10" dirty="0">
                          <a:latin typeface="Calibri"/>
                          <a:cs typeface="Calibri"/>
                        </a:rPr>
                        <a:t> </a:t>
                      </a:r>
                      <a:r>
                        <a:rPr sz="900" b="1" spc="-5" dirty="0">
                          <a:latin typeface="Calibri"/>
                          <a:cs typeface="Calibri"/>
                        </a:rPr>
                        <a:t>Equipment</a:t>
                      </a:r>
                      <a:r>
                        <a:rPr sz="900" b="1" spc="15" dirty="0">
                          <a:latin typeface="Calibri"/>
                          <a:cs typeface="Calibri"/>
                        </a:rPr>
                        <a:t> </a:t>
                      </a:r>
                      <a:r>
                        <a:rPr sz="900" b="1" spc="-5" dirty="0">
                          <a:latin typeface="Calibri"/>
                          <a:cs typeface="Calibri"/>
                        </a:rPr>
                        <a:t>and </a:t>
                      </a:r>
                      <a:r>
                        <a:rPr sz="900" b="1" dirty="0">
                          <a:latin typeface="Calibri"/>
                          <a:cs typeface="Calibri"/>
                        </a:rPr>
                        <a:t> </a:t>
                      </a:r>
                      <a:r>
                        <a:rPr sz="900" b="1" spc="-5" dirty="0">
                          <a:latin typeface="Calibri"/>
                          <a:cs typeface="Calibri"/>
                        </a:rPr>
                        <a:t>Accessories</a:t>
                      </a:r>
                      <a:r>
                        <a:rPr sz="900" b="1" spc="-10" dirty="0">
                          <a:latin typeface="Calibri"/>
                          <a:cs typeface="Calibri"/>
                        </a:rPr>
                        <a:t> </a:t>
                      </a:r>
                      <a:r>
                        <a:rPr sz="900" b="1" spc="-5" dirty="0">
                          <a:latin typeface="Calibri"/>
                          <a:cs typeface="Calibri"/>
                        </a:rPr>
                        <a:t>and</a:t>
                      </a:r>
                      <a:r>
                        <a:rPr sz="900" b="1" spc="-20" dirty="0">
                          <a:latin typeface="Calibri"/>
                          <a:cs typeface="Calibri"/>
                        </a:rPr>
                        <a:t> </a:t>
                      </a:r>
                      <a:r>
                        <a:rPr sz="900" b="1" spc="-5" dirty="0">
                          <a:latin typeface="Calibri"/>
                          <a:cs typeface="Calibri"/>
                        </a:rPr>
                        <a:t>Supplies</a:t>
                      </a:r>
                      <a:endParaRPr sz="900">
                        <a:latin typeface="Calibri"/>
                        <a:cs typeface="Calibri"/>
                      </a:endParaRPr>
                    </a:p>
                    <a:p>
                      <a:pPr marL="231140" marR="240665" indent="-178435">
                        <a:lnSpc>
                          <a:spcPct val="80000"/>
                        </a:lnSpc>
                        <a:buFont typeface="Wingdings"/>
                        <a:buChar char=""/>
                        <a:tabLst>
                          <a:tab pos="226060" algn="l"/>
                        </a:tabLst>
                      </a:pPr>
                      <a:r>
                        <a:rPr sz="900" b="1" spc="-5" dirty="0">
                          <a:latin typeface="Calibri"/>
                          <a:cs typeface="Calibri"/>
                        </a:rPr>
                        <a:t>Printing</a:t>
                      </a:r>
                      <a:r>
                        <a:rPr sz="900" b="1" spc="5" dirty="0">
                          <a:latin typeface="Calibri"/>
                          <a:cs typeface="Calibri"/>
                        </a:rPr>
                        <a:t> </a:t>
                      </a:r>
                      <a:r>
                        <a:rPr sz="900" b="1" spc="-5" dirty="0">
                          <a:latin typeface="Calibri"/>
                          <a:cs typeface="Calibri"/>
                        </a:rPr>
                        <a:t>and Photographic</a:t>
                      </a:r>
                      <a:r>
                        <a:rPr sz="900" b="1" spc="10" dirty="0">
                          <a:latin typeface="Calibri"/>
                          <a:cs typeface="Calibri"/>
                        </a:rPr>
                        <a:t> </a:t>
                      </a:r>
                      <a:r>
                        <a:rPr sz="900" b="1" spc="-5" dirty="0">
                          <a:latin typeface="Calibri"/>
                          <a:cs typeface="Calibri"/>
                        </a:rPr>
                        <a:t>and </a:t>
                      </a:r>
                      <a:r>
                        <a:rPr sz="900" b="1" spc="-185" dirty="0">
                          <a:latin typeface="Calibri"/>
                          <a:cs typeface="Calibri"/>
                        </a:rPr>
                        <a:t> </a:t>
                      </a:r>
                      <a:r>
                        <a:rPr sz="900" b="1" spc="-5" dirty="0">
                          <a:latin typeface="Calibri"/>
                          <a:cs typeface="Calibri"/>
                        </a:rPr>
                        <a:t>Audio</a:t>
                      </a:r>
                      <a:r>
                        <a:rPr sz="900" b="1" spc="20" dirty="0">
                          <a:latin typeface="Calibri"/>
                          <a:cs typeface="Calibri"/>
                        </a:rPr>
                        <a:t> </a:t>
                      </a:r>
                      <a:r>
                        <a:rPr sz="900" b="1" spc="-5" dirty="0">
                          <a:latin typeface="Calibri"/>
                          <a:cs typeface="Calibri"/>
                        </a:rPr>
                        <a:t>Visual</a:t>
                      </a:r>
                      <a:r>
                        <a:rPr sz="900" b="1" spc="20" dirty="0">
                          <a:latin typeface="Calibri"/>
                          <a:cs typeface="Calibri"/>
                        </a:rPr>
                        <a:t> </a:t>
                      </a:r>
                      <a:r>
                        <a:rPr sz="900" b="1" spc="-5" dirty="0">
                          <a:latin typeface="Calibri"/>
                          <a:cs typeface="Calibri"/>
                        </a:rPr>
                        <a:t>Equipment</a:t>
                      </a:r>
                      <a:r>
                        <a:rPr sz="900" b="1" spc="10" dirty="0">
                          <a:latin typeface="Calibri"/>
                          <a:cs typeface="Calibri"/>
                        </a:rPr>
                        <a:t> </a:t>
                      </a:r>
                      <a:r>
                        <a:rPr sz="900" b="1" spc="-5" dirty="0">
                          <a:latin typeface="Calibri"/>
                          <a:cs typeface="Calibri"/>
                        </a:rPr>
                        <a:t>and </a:t>
                      </a:r>
                      <a:r>
                        <a:rPr sz="900" b="1" dirty="0">
                          <a:latin typeface="Calibri"/>
                          <a:cs typeface="Calibri"/>
                        </a:rPr>
                        <a:t> </a:t>
                      </a:r>
                      <a:r>
                        <a:rPr sz="900" b="1" spc="-5" dirty="0">
                          <a:latin typeface="Calibri"/>
                          <a:cs typeface="Calibri"/>
                        </a:rPr>
                        <a:t>Supplies</a:t>
                      </a:r>
                      <a:endParaRPr sz="900">
                        <a:latin typeface="Calibri"/>
                        <a:cs typeface="Calibri"/>
                      </a:endParaRPr>
                    </a:p>
                    <a:p>
                      <a:pPr marL="205740" marR="240665" indent="-152400">
                        <a:lnSpc>
                          <a:spcPct val="80000"/>
                        </a:lnSpc>
                        <a:spcBef>
                          <a:spcPts val="5"/>
                        </a:spcBef>
                        <a:buFont typeface="Wingdings"/>
                        <a:buChar char=""/>
                        <a:tabLst>
                          <a:tab pos="226060" algn="l"/>
                        </a:tabLst>
                      </a:pPr>
                      <a:r>
                        <a:rPr sz="900" b="1" spc="-5" dirty="0">
                          <a:latin typeface="Calibri"/>
                          <a:cs typeface="Calibri"/>
                        </a:rPr>
                        <a:t>Defence and </a:t>
                      </a:r>
                      <a:r>
                        <a:rPr sz="900" b="1" dirty="0">
                          <a:latin typeface="Calibri"/>
                          <a:cs typeface="Calibri"/>
                        </a:rPr>
                        <a:t>Law </a:t>
                      </a:r>
                      <a:r>
                        <a:rPr sz="900" b="1" spc="-5" dirty="0">
                          <a:latin typeface="Calibri"/>
                          <a:cs typeface="Calibri"/>
                        </a:rPr>
                        <a:t>Enforcement </a:t>
                      </a:r>
                      <a:r>
                        <a:rPr sz="900" b="1" spc="-190" dirty="0">
                          <a:latin typeface="Calibri"/>
                          <a:cs typeface="Calibri"/>
                        </a:rPr>
                        <a:t> </a:t>
                      </a:r>
                      <a:r>
                        <a:rPr sz="900" b="1" spc="-5" dirty="0">
                          <a:latin typeface="Calibri"/>
                          <a:cs typeface="Calibri"/>
                        </a:rPr>
                        <a:t>and</a:t>
                      </a:r>
                      <a:r>
                        <a:rPr sz="900" b="1" dirty="0">
                          <a:latin typeface="Calibri"/>
                          <a:cs typeface="Calibri"/>
                        </a:rPr>
                        <a:t> </a:t>
                      </a:r>
                      <a:r>
                        <a:rPr sz="900" b="1" spc="-5" dirty="0">
                          <a:latin typeface="Calibri"/>
                          <a:cs typeface="Calibri"/>
                        </a:rPr>
                        <a:t>Security</a:t>
                      </a:r>
                      <a:r>
                        <a:rPr sz="900" b="1" spc="10" dirty="0">
                          <a:latin typeface="Calibri"/>
                          <a:cs typeface="Calibri"/>
                        </a:rPr>
                        <a:t> </a:t>
                      </a:r>
                      <a:r>
                        <a:rPr sz="900" b="1" spc="-5" dirty="0">
                          <a:latin typeface="Calibri"/>
                          <a:cs typeface="Calibri"/>
                        </a:rPr>
                        <a:t>and</a:t>
                      </a:r>
                      <a:r>
                        <a:rPr sz="900" b="1" spc="20" dirty="0">
                          <a:latin typeface="Calibri"/>
                          <a:cs typeface="Calibri"/>
                        </a:rPr>
                        <a:t> </a:t>
                      </a:r>
                      <a:r>
                        <a:rPr sz="900" b="1" spc="-5" dirty="0">
                          <a:latin typeface="Calibri"/>
                          <a:cs typeface="Calibri"/>
                        </a:rPr>
                        <a:t>Safety </a:t>
                      </a:r>
                      <a:r>
                        <a:rPr sz="900" b="1" dirty="0">
                          <a:latin typeface="Calibri"/>
                          <a:cs typeface="Calibri"/>
                        </a:rPr>
                        <a:t> </a:t>
                      </a:r>
                      <a:r>
                        <a:rPr sz="900" b="1" spc="-5" dirty="0">
                          <a:latin typeface="Calibri"/>
                          <a:cs typeface="Calibri"/>
                        </a:rPr>
                        <a:t>Equipment</a:t>
                      </a:r>
                      <a:r>
                        <a:rPr sz="900" b="1" spc="10" dirty="0">
                          <a:latin typeface="Calibri"/>
                          <a:cs typeface="Calibri"/>
                        </a:rPr>
                        <a:t> </a:t>
                      </a:r>
                      <a:r>
                        <a:rPr sz="900" b="1" spc="-5" dirty="0">
                          <a:latin typeface="Calibri"/>
                          <a:cs typeface="Calibri"/>
                        </a:rPr>
                        <a:t>and</a:t>
                      </a:r>
                      <a:r>
                        <a:rPr sz="900" b="1" spc="15" dirty="0">
                          <a:latin typeface="Calibri"/>
                          <a:cs typeface="Calibri"/>
                        </a:rPr>
                        <a:t> </a:t>
                      </a:r>
                      <a:r>
                        <a:rPr sz="900" b="1" spc="-5" dirty="0">
                          <a:latin typeface="Calibri"/>
                          <a:cs typeface="Calibri"/>
                        </a:rPr>
                        <a:t>Supplies</a:t>
                      </a:r>
                      <a:endParaRPr sz="900">
                        <a:latin typeface="Calibri"/>
                        <a:cs typeface="Calibri"/>
                      </a:endParaRPr>
                    </a:p>
                    <a:p>
                      <a:pPr marL="231140" marR="528320" indent="-178435">
                        <a:lnSpc>
                          <a:spcPct val="80000"/>
                        </a:lnSpc>
                        <a:buFont typeface="Wingdings"/>
                        <a:buChar char=""/>
                        <a:tabLst>
                          <a:tab pos="226060" algn="l"/>
                        </a:tabLst>
                      </a:pPr>
                      <a:r>
                        <a:rPr sz="900" b="1" spc="-5" dirty="0">
                          <a:latin typeface="Calibri"/>
                          <a:cs typeface="Calibri"/>
                        </a:rPr>
                        <a:t>Cleaning</a:t>
                      </a:r>
                      <a:r>
                        <a:rPr sz="900" b="1" spc="-10" dirty="0">
                          <a:latin typeface="Calibri"/>
                          <a:cs typeface="Calibri"/>
                        </a:rPr>
                        <a:t> </a:t>
                      </a:r>
                      <a:r>
                        <a:rPr sz="900" b="1" spc="-5" dirty="0">
                          <a:latin typeface="Calibri"/>
                          <a:cs typeface="Calibri"/>
                        </a:rPr>
                        <a:t>Equipment</a:t>
                      </a:r>
                      <a:r>
                        <a:rPr sz="900" b="1" spc="5" dirty="0">
                          <a:latin typeface="Calibri"/>
                          <a:cs typeface="Calibri"/>
                        </a:rPr>
                        <a:t> </a:t>
                      </a:r>
                      <a:r>
                        <a:rPr sz="900" b="1" spc="-5" dirty="0">
                          <a:latin typeface="Calibri"/>
                          <a:cs typeface="Calibri"/>
                        </a:rPr>
                        <a:t>and </a:t>
                      </a:r>
                      <a:r>
                        <a:rPr sz="900" b="1" spc="-185" dirty="0">
                          <a:latin typeface="Calibri"/>
                          <a:cs typeface="Calibri"/>
                        </a:rPr>
                        <a:t> </a:t>
                      </a:r>
                      <a:r>
                        <a:rPr sz="900" b="1" spc="-5" dirty="0">
                          <a:latin typeface="Calibri"/>
                          <a:cs typeface="Calibri"/>
                        </a:rPr>
                        <a:t>Supplies</a:t>
                      </a:r>
                      <a:endParaRPr sz="900">
                        <a:latin typeface="Calibri"/>
                        <a:cs typeface="Calibri"/>
                      </a:endParaRPr>
                    </a:p>
                    <a:p>
                      <a:pPr marL="231140" marR="395605" indent="-178435">
                        <a:lnSpc>
                          <a:spcPct val="80000"/>
                        </a:lnSpc>
                        <a:buFont typeface="Wingdings"/>
                        <a:buChar char=""/>
                        <a:tabLst>
                          <a:tab pos="226060" algn="l"/>
                        </a:tabLst>
                      </a:pPr>
                      <a:r>
                        <a:rPr sz="900" b="1" spc="-5" dirty="0">
                          <a:latin typeface="Calibri"/>
                          <a:cs typeface="Calibri"/>
                        </a:rPr>
                        <a:t>Service Industry Machinery </a:t>
                      </a:r>
                      <a:r>
                        <a:rPr sz="900" b="1" spc="-190" dirty="0">
                          <a:latin typeface="Calibri"/>
                          <a:cs typeface="Calibri"/>
                        </a:rPr>
                        <a:t> </a:t>
                      </a:r>
                      <a:r>
                        <a:rPr sz="900" b="1" spc="-5" dirty="0">
                          <a:latin typeface="Calibri"/>
                          <a:cs typeface="Calibri"/>
                        </a:rPr>
                        <a:t>Equipment</a:t>
                      </a:r>
                      <a:r>
                        <a:rPr sz="900" b="1" spc="10" dirty="0">
                          <a:latin typeface="Calibri"/>
                          <a:cs typeface="Calibri"/>
                        </a:rPr>
                        <a:t> </a:t>
                      </a:r>
                      <a:r>
                        <a:rPr sz="900" b="1" spc="-5" dirty="0">
                          <a:latin typeface="Calibri"/>
                          <a:cs typeface="Calibri"/>
                        </a:rPr>
                        <a:t>and Supplies</a:t>
                      </a:r>
                      <a:endParaRPr sz="900">
                        <a:latin typeface="Calibri"/>
                        <a:cs typeface="Calibri"/>
                      </a:endParaRPr>
                    </a:p>
                    <a:p>
                      <a:pPr marL="231140" marR="536575" indent="-178435">
                        <a:lnSpc>
                          <a:spcPct val="80000"/>
                        </a:lnSpc>
                        <a:buFont typeface="Wingdings"/>
                        <a:buChar char=""/>
                        <a:tabLst>
                          <a:tab pos="226060" algn="l"/>
                        </a:tabLst>
                      </a:pPr>
                      <a:r>
                        <a:rPr sz="900" b="1" spc="-5" dirty="0">
                          <a:latin typeface="Calibri"/>
                          <a:cs typeface="Calibri"/>
                        </a:rPr>
                        <a:t>Sports</a:t>
                      </a:r>
                      <a:r>
                        <a:rPr sz="900" b="1" dirty="0">
                          <a:latin typeface="Calibri"/>
                          <a:cs typeface="Calibri"/>
                        </a:rPr>
                        <a:t> </a:t>
                      </a:r>
                      <a:r>
                        <a:rPr sz="900" b="1" spc="-5" dirty="0">
                          <a:latin typeface="Calibri"/>
                          <a:cs typeface="Calibri"/>
                        </a:rPr>
                        <a:t>and</a:t>
                      </a:r>
                      <a:r>
                        <a:rPr sz="900" b="1" spc="-10" dirty="0">
                          <a:latin typeface="Calibri"/>
                          <a:cs typeface="Calibri"/>
                        </a:rPr>
                        <a:t> </a:t>
                      </a:r>
                      <a:r>
                        <a:rPr sz="900" b="1" spc="-5" dirty="0">
                          <a:latin typeface="Calibri"/>
                          <a:cs typeface="Calibri"/>
                        </a:rPr>
                        <a:t>Recreational </a:t>
                      </a:r>
                      <a:r>
                        <a:rPr sz="900" b="1" spc="-190" dirty="0">
                          <a:latin typeface="Calibri"/>
                          <a:cs typeface="Calibri"/>
                        </a:rPr>
                        <a:t> </a:t>
                      </a:r>
                      <a:r>
                        <a:rPr sz="900" b="1" spc="-5" dirty="0">
                          <a:latin typeface="Calibri"/>
                          <a:cs typeface="Calibri"/>
                        </a:rPr>
                        <a:t>Equipment</a:t>
                      </a:r>
                      <a:r>
                        <a:rPr sz="900" b="1" spc="-15" dirty="0">
                          <a:latin typeface="Calibri"/>
                          <a:cs typeface="Calibri"/>
                        </a:rPr>
                        <a:t> </a:t>
                      </a:r>
                      <a:r>
                        <a:rPr sz="900" b="1" spc="-5" dirty="0">
                          <a:latin typeface="Calibri"/>
                          <a:cs typeface="Calibri"/>
                        </a:rPr>
                        <a:t>and</a:t>
                      </a:r>
                      <a:r>
                        <a:rPr sz="900" b="1" spc="-25" dirty="0">
                          <a:latin typeface="Calibri"/>
                          <a:cs typeface="Calibri"/>
                        </a:rPr>
                        <a:t> </a:t>
                      </a:r>
                      <a:r>
                        <a:rPr sz="900" b="1" spc="-5" dirty="0">
                          <a:latin typeface="Calibri"/>
                          <a:cs typeface="Calibri"/>
                        </a:rPr>
                        <a:t>Supplies</a:t>
                      </a:r>
                      <a:endParaRPr sz="900">
                        <a:latin typeface="Calibri"/>
                        <a:cs typeface="Calibri"/>
                      </a:endParaRPr>
                    </a:p>
                    <a:p>
                      <a:pPr marL="231140" marR="337185" indent="-178435">
                        <a:lnSpc>
                          <a:spcPct val="80000"/>
                        </a:lnSpc>
                        <a:buFont typeface="Wingdings"/>
                        <a:buChar char=""/>
                        <a:tabLst>
                          <a:tab pos="251460" algn="l"/>
                        </a:tabLst>
                      </a:pPr>
                      <a:r>
                        <a:rPr sz="900" b="1" spc="-5" dirty="0">
                          <a:latin typeface="Calibri"/>
                          <a:cs typeface="Calibri"/>
                        </a:rPr>
                        <a:t>Food Beverage and Tobacco </a:t>
                      </a:r>
                      <a:r>
                        <a:rPr sz="900" b="1" spc="-190" dirty="0">
                          <a:latin typeface="Calibri"/>
                          <a:cs typeface="Calibri"/>
                        </a:rPr>
                        <a:t> </a:t>
                      </a:r>
                      <a:r>
                        <a:rPr sz="900" b="1" spc="-5" dirty="0">
                          <a:latin typeface="Calibri"/>
                          <a:cs typeface="Calibri"/>
                        </a:rPr>
                        <a:t>Products</a:t>
                      </a:r>
                      <a:endParaRPr sz="900">
                        <a:latin typeface="Calibri"/>
                        <a:cs typeface="Calibri"/>
                      </a:endParaRPr>
                    </a:p>
                    <a:p>
                      <a:pPr marL="225425" indent="-172720">
                        <a:lnSpc>
                          <a:spcPts val="755"/>
                        </a:lnSpc>
                        <a:buFont typeface="Wingdings"/>
                        <a:buChar char=""/>
                        <a:tabLst>
                          <a:tab pos="226060" algn="l"/>
                        </a:tabLst>
                      </a:pPr>
                      <a:r>
                        <a:rPr sz="900" b="1" spc="-5" dirty="0">
                          <a:latin typeface="Calibri"/>
                          <a:cs typeface="Calibri"/>
                        </a:rPr>
                        <a:t>Drugs</a:t>
                      </a:r>
                      <a:r>
                        <a:rPr sz="900" b="1" spc="-15" dirty="0">
                          <a:latin typeface="Calibri"/>
                          <a:cs typeface="Calibri"/>
                        </a:rPr>
                        <a:t> </a:t>
                      </a:r>
                      <a:r>
                        <a:rPr sz="900" b="1" spc="-5" dirty="0">
                          <a:latin typeface="Calibri"/>
                          <a:cs typeface="Calibri"/>
                        </a:rPr>
                        <a:t>and Pharmaceutical</a:t>
                      </a:r>
                      <a:endParaRPr sz="900">
                        <a:latin typeface="Calibri"/>
                        <a:cs typeface="Calibri"/>
                      </a:endParaRPr>
                    </a:p>
                    <a:p>
                      <a:pPr marL="231140">
                        <a:lnSpc>
                          <a:spcPts val="865"/>
                        </a:lnSpc>
                      </a:pPr>
                      <a:r>
                        <a:rPr sz="900" b="1" spc="-5" dirty="0">
                          <a:latin typeface="Calibri"/>
                          <a:cs typeface="Calibri"/>
                        </a:rPr>
                        <a:t>Products</a:t>
                      </a:r>
                      <a:endParaRPr sz="900">
                        <a:latin typeface="Calibri"/>
                        <a:cs typeface="Calibri"/>
                      </a:endParaRPr>
                    </a:p>
                    <a:p>
                      <a:pPr marL="205740" marR="172085" indent="-152400">
                        <a:lnSpc>
                          <a:spcPts val="860"/>
                        </a:lnSpc>
                        <a:spcBef>
                          <a:spcPts val="100"/>
                        </a:spcBef>
                        <a:buFont typeface="Wingdings"/>
                        <a:buChar char=""/>
                        <a:tabLst>
                          <a:tab pos="226060" algn="l"/>
                        </a:tabLst>
                      </a:pPr>
                      <a:r>
                        <a:rPr sz="900" b="1" spc="-5" dirty="0">
                          <a:latin typeface="Calibri"/>
                          <a:cs typeface="Calibri"/>
                        </a:rPr>
                        <a:t>Domestic</a:t>
                      </a:r>
                      <a:r>
                        <a:rPr sz="900" b="1" spc="-15" dirty="0">
                          <a:latin typeface="Calibri"/>
                          <a:cs typeface="Calibri"/>
                        </a:rPr>
                        <a:t> </a:t>
                      </a:r>
                      <a:r>
                        <a:rPr sz="900" b="1" spc="-5" dirty="0">
                          <a:latin typeface="Calibri"/>
                          <a:cs typeface="Calibri"/>
                        </a:rPr>
                        <a:t>Appliances</a:t>
                      </a:r>
                      <a:r>
                        <a:rPr sz="900" b="1" spc="35" dirty="0">
                          <a:latin typeface="Calibri"/>
                          <a:cs typeface="Calibri"/>
                        </a:rPr>
                        <a:t> </a:t>
                      </a:r>
                      <a:r>
                        <a:rPr sz="900" b="1" dirty="0">
                          <a:latin typeface="Calibri"/>
                          <a:cs typeface="Calibri"/>
                        </a:rPr>
                        <a:t>&amp;</a:t>
                      </a:r>
                      <a:r>
                        <a:rPr sz="900" b="1" spc="-30" dirty="0">
                          <a:latin typeface="Calibri"/>
                          <a:cs typeface="Calibri"/>
                        </a:rPr>
                        <a:t> </a:t>
                      </a:r>
                      <a:r>
                        <a:rPr sz="900" b="1" spc="-5" dirty="0">
                          <a:latin typeface="Calibri"/>
                          <a:cs typeface="Calibri"/>
                        </a:rPr>
                        <a:t>Supplies </a:t>
                      </a:r>
                      <a:r>
                        <a:rPr sz="900" b="1" spc="-185" dirty="0">
                          <a:latin typeface="Calibri"/>
                          <a:cs typeface="Calibri"/>
                        </a:rPr>
                        <a:t> </a:t>
                      </a:r>
                      <a:r>
                        <a:rPr sz="900" b="1" dirty="0">
                          <a:latin typeface="Calibri"/>
                          <a:cs typeface="Calibri"/>
                        </a:rPr>
                        <a:t>&amp;</a:t>
                      </a:r>
                      <a:r>
                        <a:rPr sz="900" b="1" spc="-10" dirty="0">
                          <a:latin typeface="Calibri"/>
                          <a:cs typeface="Calibri"/>
                        </a:rPr>
                        <a:t> </a:t>
                      </a:r>
                      <a:r>
                        <a:rPr sz="900" b="1" spc="-5" dirty="0">
                          <a:latin typeface="Calibri"/>
                          <a:cs typeface="Calibri"/>
                        </a:rPr>
                        <a:t>Consumer</a:t>
                      </a:r>
                      <a:r>
                        <a:rPr sz="900" b="1" spc="5" dirty="0">
                          <a:latin typeface="Calibri"/>
                          <a:cs typeface="Calibri"/>
                        </a:rPr>
                        <a:t> </a:t>
                      </a:r>
                      <a:r>
                        <a:rPr sz="900" b="1" spc="-5" dirty="0">
                          <a:latin typeface="Calibri"/>
                          <a:cs typeface="Calibri"/>
                        </a:rPr>
                        <a:t>Electronic</a:t>
                      </a:r>
                      <a:r>
                        <a:rPr sz="900" b="1" spc="10" dirty="0">
                          <a:latin typeface="Calibri"/>
                          <a:cs typeface="Calibri"/>
                        </a:rPr>
                        <a:t> </a:t>
                      </a:r>
                      <a:r>
                        <a:rPr sz="900" b="1" spc="-5" dirty="0">
                          <a:latin typeface="Calibri"/>
                          <a:cs typeface="Calibri"/>
                        </a:rPr>
                        <a:t>Products</a:t>
                      </a:r>
                      <a:endParaRPr sz="900">
                        <a:latin typeface="Calibri"/>
                        <a:cs typeface="Calibri"/>
                      </a:endParaRPr>
                    </a:p>
                    <a:p>
                      <a:pPr marL="231140" marR="490220" indent="-178435">
                        <a:lnSpc>
                          <a:spcPct val="80000"/>
                        </a:lnSpc>
                        <a:spcBef>
                          <a:spcPts val="15"/>
                        </a:spcBef>
                        <a:buFont typeface="Wingdings"/>
                        <a:buChar char=""/>
                        <a:tabLst>
                          <a:tab pos="226060" algn="l"/>
                        </a:tabLst>
                      </a:pPr>
                      <a:r>
                        <a:rPr sz="900" b="1" spc="-5" dirty="0">
                          <a:latin typeface="Calibri"/>
                          <a:cs typeface="Calibri"/>
                        </a:rPr>
                        <a:t>Apparel and Luggage and </a:t>
                      </a:r>
                      <a:r>
                        <a:rPr sz="900" b="1" spc="-190" dirty="0">
                          <a:latin typeface="Calibri"/>
                          <a:cs typeface="Calibri"/>
                        </a:rPr>
                        <a:t> </a:t>
                      </a:r>
                      <a:r>
                        <a:rPr sz="900" b="1" spc="-5" dirty="0">
                          <a:latin typeface="Calibri"/>
                          <a:cs typeface="Calibri"/>
                        </a:rPr>
                        <a:t>Personal </a:t>
                      </a:r>
                      <a:r>
                        <a:rPr sz="900" b="1" dirty="0">
                          <a:latin typeface="Calibri"/>
                          <a:cs typeface="Calibri"/>
                        </a:rPr>
                        <a:t>Care</a:t>
                      </a:r>
                      <a:r>
                        <a:rPr sz="900" b="1" spc="-10" dirty="0">
                          <a:latin typeface="Calibri"/>
                          <a:cs typeface="Calibri"/>
                        </a:rPr>
                        <a:t> </a:t>
                      </a:r>
                      <a:r>
                        <a:rPr sz="900" b="1" spc="-5" dirty="0">
                          <a:latin typeface="Calibri"/>
                          <a:cs typeface="Calibri"/>
                        </a:rPr>
                        <a:t>Products</a:t>
                      </a:r>
                      <a:endParaRPr sz="900">
                        <a:latin typeface="Calibri"/>
                        <a:cs typeface="Calibri"/>
                      </a:endParaRPr>
                    </a:p>
                    <a:p>
                      <a:pPr marL="231140" marR="246379" indent="-178435">
                        <a:lnSpc>
                          <a:spcPct val="80000"/>
                        </a:lnSpc>
                        <a:buFont typeface="Wingdings"/>
                        <a:buChar char=""/>
                        <a:tabLst>
                          <a:tab pos="226060" algn="l"/>
                        </a:tabLst>
                      </a:pPr>
                      <a:r>
                        <a:rPr sz="900" b="1" spc="-5" dirty="0">
                          <a:latin typeface="Calibri"/>
                          <a:cs typeface="Calibri"/>
                        </a:rPr>
                        <a:t>Time pieces </a:t>
                      </a:r>
                      <a:r>
                        <a:rPr sz="900" b="1" dirty="0">
                          <a:latin typeface="Calibri"/>
                          <a:cs typeface="Calibri"/>
                        </a:rPr>
                        <a:t>and </a:t>
                      </a:r>
                      <a:r>
                        <a:rPr sz="900" b="1" spc="-5" dirty="0">
                          <a:latin typeface="Calibri"/>
                          <a:cs typeface="Calibri"/>
                        </a:rPr>
                        <a:t>Jewellery and </a:t>
                      </a:r>
                      <a:r>
                        <a:rPr sz="900" b="1" spc="-190" dirty="0">
                          <a:latin typeface="Calibri"/>
                          <a:cs typeface="Calibri"/>
                        </a:rPr>
                        <a:t> </a:t>
                      </a:r>
                      <a:r>
                        <a:rPr sz="900" b="1" spc="-5" dirty="0">
                          <a:latin typeface="Calibri"/>
                          <a:cs typeface="Calibri"/>
                        </a:rPr>
                        <a:t>Gemstone Products</a:t>
                      </a:r>
                      <a:endParaRPr sz="900">
                        <a:latin typeface="Calibri"/>
                        <a:cs typeface="Calibri"/>
                      </a:endParaRPr>
                    </a:p>
                    <a:p>
                      <a:pPr marL="225425" indent="-172720">
                        <a:lnSpc>
                          <a:spcPts val="755"/>
                        </a:lnSpc>
                        <a:buFont typeface="Wingdings"/>
                        <a:buChar char=""/>
                        <a:tabLst>
                          <a:tab pos="226060" algn="l"/>
                        </a:tabLst>
                      </a:pPr>
                      <a:r>
                        <a:rPr sz="900" b="1" spc="-5" dirty="0">
                          <a:latin typeface="Calibri"/>
                          <a:cs typeface="Calibri"/>
                        </a:rPr>
                        <a:t>Published Products</a:t>
                      </a:r>
                      <a:endParaRPr sz="900">
                        <a:latin typeface="Calibri"/>
                        <a:cs typeface="Calibri"/>
                      </a:endParaRPr>
                    </a:p>
                    <a:p>
                      <a:pPr marL="225425" indent="-172720">
                        <a:lnSpc>
                          <a:spcPts val="865"/>
                        </a:lnSpc>
                        <a:buFont typeface="Wingdings"/>
                        <a:buChar char=""/>
                        <a:tabLst>
                          <a:tab pos="226060" algn="l"/>
                        </a:tabLst>
                      </a:pPr>
                      <a:r>
                        <a:rPr sz="900" b="1" spc="-5" dirty="0">
                          <a:latin typeface="Calibri"/>
                          <a:cs typeface="Calibri"/>
                        </a:rPr>
                        <a:t>Furniture</a:t>
                      </a:r>
                      <a:r>
                        <a:rPr sz="900" b="1" spc="5" dirty="0">
                          <a:latin typeface="Calibri"/>
                          <a:cs typeface="Calibri"/>
                        </a:rPr>
                        <a:t> </a:t>
                      </a:r>
                      <a:r>
                        <a:rPr sz="900" b="1" spc="-5" dirty="0">
                          <a:latin typeface="Calibri"/>
                          <a:cs typeface="Calibri"/>
                        </a:rPr>
                        <a:t>and</a:t>
                      </a:r>
                      <a:r>
                        <a:rPr sz="900" b="1" dirty="0">
                          <a:latin typeface="Calibri"/>
                          <a:cs typeface="Calibri"/>
                        </a:rPr>
                        <a:t> </a:t>
                      </a:r>
                      <a:r>
                        <a:rPr sz="900" b="1" spc="-5" dirty="0">
                          <a:latin typeface="Calibri"/>
                          <a:cs typeface="Calibri"/>
                        </a:rPr>
                        <a:t>Furnishings</a:t>
                      </a:r>
                      <a:endParaRPr sz="900">
                        <a:latin typeface="Calibri"/>
                        <a:cs typeface="Calibri"/>
                      </a:endParaRPr>
                    </a:p>
                    <a:p>
                      <a:pPr marL="231140" marR="273685" indent="-178435">
                        <a:lnSpc>
                          <a:spcPct val="80100"/>
                        </a:lnSpc>
                        <a:spcBef>
                          <a:spcPts val="105"/>
                        </a:spcBef>
                        <a:buFont typeface="Wingdings"/>
                        <a:buChar char=""/>
                        <a:tabLst>
                          <a:tab pos="226060" algn="l"/>
                        </a:tabLst>
                      </a:pPr>
                      <a:r>
                        <a:rPr sz="900" b="1" spc="-5" dirty="0">
                          <a:latin typeface="Calibri"/>
                          <a:cs typeface="Calibri"/>
                        </a:rPr>
                        <a:t>Musical</a:t>
                      </a:r>
                      <a:r>
                        <a:rPr sz="900" b="1" spc="10" dirty="0">
                          <a:latin typeface="Calibri"/>
                          <a:cs typeface="Calibri"/>
                        </a:rPr>
                        <a:t> </a:t>
                      </a:r>
                      <a:r>
                        <a:rPr sz="900" b="1" spc="-5" dirty="0">
                          <a:latin typeface="Calibri"/>
                          <a:cs typeface="Calibri"/>
                        </a:rPr>
                        <a:t>Instruments</a:t>
                      </a:r>
                      <a:r>
                        <a:rPr sz="900" b="1" spc="15" dirty="0">
                          <a:latin typeface="Calibri"/>
                          <a:cs typeface="Calibri"/>
                        </a:rPr>
                        <a:t> </a:t>
                      </a:r>
                      <a:r>
                        <a:rPr sz="900" b="1" spc="-5" dirty="0">
                          <a:latin typeface="Calibri"/>
                          <a:cs typeface="Calibri"/>
                        </a:rPr>
                        <a:t>and </a:t>
                      </a:r>
                      <a:r>
                        <a:rPr sz="900" b="1" dirty="0">
                          <a:latin typeface="Calibri"/>
                          <a:cs typeface="Calibri"/>
                        </a:rPr>
                        <a:t> </a:t>
                      </a:r>
                      <a:r>
                        <a:rPr sz="900" b="1" spc="-5" dirty="0">
                          <a:latin typeface="Calibri"/>
                          <a:cs typeface="Calibri"/>
                        </a:rPr>
                        <a:t>Games</a:t>
                      </a:r>
                      <a:r>
                        <a:rPr sz="900" b="1" spc="-10" dirty="0">
                          <a:latin typeface="Calibri"/>
                          <a:cs typeface="Calibri"/>
                        </a:rPr>
                        <a:t> </a:t>
                      </a:r>
                      <a:r>
                        <a:rPr sz="900" b="1" spc="-5" dirty="0">
                          <a:latin typeface="Calibri"/>
                          <a:cs typeface="Calibri"/>
                        </a:rPr>
                        <a:t>and</a:t>
                      </a:r>
                      <a:r>
                        <a:rPr sz="900" b="1" dirty="0">
                          <a:latin typeface="Calibri"/>
                          <a:cs typeface="Calibri"/>
                        </a:rPr>
                        <a:t> </a:t>
                      </a:r>
                      <a:r>
                        <a:rPr sz="900" b="1" spc="-5" dirty="0">
                          <a:latin typeface="Calibri"/>
                          <a:cs typeface="Calibri"/>
                        </a:rPr>
                        <a:t>Toys</a:t>
                      </a:r>
                      <a:r>
                        <a:rPr sz="900" b="1" dirty="0">
                          <a:latin typeface="Calibri"/>
                          <a:cs typeface="Calibri"/>
                        </a:rPr>
                        <a:t> </a:t>
                      </a:r>
                      <a:r>
                        <a:rPr sz="900" b="1" spc="-5" dirty="0">
                          <a:latin typeface="Calibri"/>
                          <a:cs typeface="Calibri"/>
                        </a:rPr>
                        <a:t>and</a:t>
                      </a:r>
                      <a:r>
                        <a:rPr sz="900" b="1" dirty="0">
                          <a:latin typeface="Calibri"/>
                          <a:cs typeface="Calibri"/>
                        </a:rPr>
                        <a:t> </a:t>
                      </a:r>
                      <a:r>
                        <a:rPr sz="900" b="1" spc="-5" dirty="0">
                          <a:latin typeface="Calibri"/>
                          <a:cs typeface="Calibri"/>
                        </a:rPr>
                        <a:t>Arts</a:t>
                      </a:r>
                      <a:r>
                        <a:rPr sz="900" b="1" dirty="0">
                          <a:latin typeface="Calibri"/>
                          <a:cs typeface="Calibri"/>
                        </a:rPr>
                        <a:t> </a:t>
                      </a:r>
                      <a:r>
                        <a:rPr sz="900" b="1" spc="-5" dirty="0">
                          <a:latin typeface="Calibri"/>
                          <a:cs typeface="Calibri"/>
                        </a:rPr>
                        <a:t>and </a:t>
                      </a:r>
                      <a:r>
                        <a:rPr sz="900" b="1" spc="-185" dirty="0">
                          <a:latin typeface="Calibri"/>
                          <a:cs typeface="Calibri"/>
                        </a:rPr>
                        <a:t> </a:t>
                      </a:r>
                      <a:r>
                        <a:rPr sz="900" b="1" dirty="0">
                          <a:latin typeface="Calibri"/>
                          <a:cs typeface="Calibri"/>
                        </a:rPr>
                        <a:t>Crafts</a:t>
                      </a:r>
                      <a:r>
                        <a:rPr sz="900" b="1" spc="-5" dirty="0">
                          <a:latin typeface="Calibri"/>
                          <a:cs typeface="Calibri"/>
                        </a:rPr>
                        <a:t> and</a:t>
                      </a:r>
                      <a:r>
                        <a:rPr sz="900" b="1" dirty="0">
                          <a:latin typeface="Calibri"/>
                          <a:cs typeface="Calibri"/>
                        </a:rPr>
                        <a:t> </a:t>
                      </a:r>
                      <a:r>
                        <a:rPr sz="900" b="1" spc="-5" dirty="0">
                          <a:latin typeface="Calibri"/>
                          <a:cs typeface="Calibri"/>
                        </a:rPr>
                        <a:t>Educational</a:t>
                      </a:r>
                      <a:endParaRPr sz="900">
                        <a:latin typeface="Calibri"/>
                        <a:cs typeface="Calibri"/>
                      </a:endParaRPr>
                    </a:p>
                    <a:p>
                      <a:pPr marL="255904" marR="276860" indent="-203200">
                        <a:lnSpc>
                          <a:spcPct val="80000"/>
                        </a:lnSpc>
                        <a:buFont typeface="Wingdings"/>
                        <a:buChar char=""/>
                        <a:tabLst>
                          <a:tab pos="226060" algn="l"/>
                        </a:tabLst>
                      </a:pPr>
                      <a:r>
                        <a:rPr sz="900" b="1" spc="-5" dirty="0">
                          <a:latin typeface="Calibri"/>
                          <a:cs typeface="Calibri"/>
                        </a:rPr>
                        <a:t>Equipment</a:t>
                      </a:r>
                      <a:r>
                        <a:rPr sz="900" b="1" spc="10" dirty="0">
                          <a:latin typeface="Calibri"/>
                          <a:cs typeface="Calibri"/>
                        </a:rPr>
                        <a:t> </a:t>
                      </a:r>
                      <a:r>
                        <a:rPr sz="900" b="1" spc="-5" dirty="0">
                          <a:latin typeface="Calibri"/>
                          <a:cs typeface="Calibri"/>
                        </a:rPr>
                        <a:t>and</a:t>
                      </a:r>
                      <a:r>
                        <a:rPr sz="900" b="1" spc="10" dirty="0">
                          <a:latin typeface="Calibri"/>
                          <a:cs typeface="Calibri"/>
                        </a:rPr>
                        <a:t> </a:t>
                      </a:r>
                      <a:r>
                        <a:rPr sz="900" b="1" spc="-5" dirty="0">
                          <a:latin typeface="Calibri"/>
                          <a:cs typeface="Calibri"/>
                        </a:rPr>
                        <a:t>Materials</a:t>
                      </a:r>
                      <a:r>
                        <a:rPr sz="900" b="1" dirty="0">
                          <a:latin typeface="Calibri"/>
                          <a:cs typeface="Calibri"/>
                        </a:rPr>
                        <a:t> </a:t>
                      </a:r>
                      <a:r>
                        <a:rPr sz="900" b="1" spc="-5" dirty="0">
                          <a:latin typeface="Calibri"/>
                          <a:cs typeface="Calibri"/>
                        </a:rPr>
                        <a:t>and </a:t>
                      </a:r>
                      <a:r>
                        <a:rPr sz="900" b="1" spc="-190" dirty="0">
                          <a:latin typeface="Calibri"/>
                          <a:cs typeface="Calibri"/>
                        </a:rPr>
                        <a:t> </a:t>
                      </a:r>
                      <a:r>
                        <a:rPr sz="900" b="1" spc="-5" dirty="0">
                          <a:latin typeface="Calibri"/>
                          <a:cs typeface="Calibri"/>
                        </a:rPr>
                        <a:t>Accessories</a:t>
                      </a:r>
                      <a:r>
                        <a:rPr sz="900" b="1" spc="10" dirty="0">
                          <a:latin typeface="Calibri"/>
                          <a:cs typeface="Calibri"/>
                        </a:rPr>
                        <a:t> </a:t>
                      </a:r>
                      <a:r>
                        <a:rPr sz="900" b="1" spc="-5" dirty="0">
                          <a:latin typeface="Calibri"/>
                          <a:cs typeface="Calibri"/>
                        </a:rPr>
                        <a:t>and</a:t>
                      </a:r>
                      <a:r>
                        <a:rPr sz="900" b="1" spc="15" dirty="0">
                          <a:latin typeface="Calibri"/>
                          <a:cs typeface="Calibri"/>
                        </a:rPr>
                        <a:t> </a:t>
                      </a:r>
                      <a:r>
                        <a:rPr sz="900" b="1" spc="-5" dirty="0">
                          <a:latin typeface="Calibri"/>
                          <a:cs typeface="Calibri"/>
                        </a:rPr>
                        <a:t>Supplies</a:t>
                      </a:r>
                      <a:endParaRPr sz="900">
                        <a:latin typeface="Calibri"/>
                        <a:cs typeface="Calibri"/>
                      </a:endParaRPr>
                    </a:p>
                  </a:txBody>
                  <a:tcPr marL="0" marR="0" marT="5080" marB="0">
                    <a:lnL w="38100">
                      <a:solidFill>
                        <a:srgbClr val="FFFFFF"/>
                      </a:solidFill>
                      <a:prstDash val="solid"/>
                    </a:lnL>
                    <a:lnR w="53975">
                      <a:solidFill>
                        <a:srgbClr val="FFFFFF"/>
                      </a:solidFill>
                      <a:prstDash val="solid"/>
                    </a:lnR>
                    <a:solidFill>
                      <a:srgbClr val="FBD4B5"/>
                    </a:solidFill>
                  </a:tcPr>
                </a:tc>
                <a:tc>
                  <a:txBody>
                    <a:bodyPr/>
                    <a:lstStyle/>
                    <a:p>
                      <a:pPr marL="404495" marR="191135" indent="-342900">
                        <a:lnSpc>
                          <a:spcPct val="100000"/>
                        </a:lnSpc>
                        <a:spcBef>
                          <a:spcPts val="220"/>
                        </a:spcBef>
                        <a:buFont typeface="Wingdings"/>
                        <a:buChar char=""/>
                        <a:tabLst>
                          <a:tab pos="404495" algn="l"/>
                          <a:tab pos="405130" algn="l"/>
                        </a:tabLst>
                      </a:pPr>
                      <a:r>
                        <a:rPr sz="1000" b="1" spc="-5" dirty="0">
                          <a:latin typeface="Calibri"/>
                          <a:cs typeface="Calibri"/>
                        </a:rPr>
                        <a:t>Farming</a:t>
                      </a:r>
                      <a:r>
                        <a:rPr sz="1000" b="1" spc="-10" dirty="0">
                          <a:latin typeface="Calibri"/>
                          <a:cs typeface="Calibri"/>
                        </a:rPr>
                        <a:t> </a:t>
                      </a:r>
                      <a:r>
                        <a:rPr sz="1000" b="1" spc="-5" dirty="0">
                          <a:latin typeface="Calibri"/>
                          <a:cs typeface="Calibri"/>
                        </a:rPr>
                        <a:t>and Fishing</a:t>
                      </a:r>
                      <a:r>
                        <a:rPr sz="1000" b="1" spc="20" dirty="0">
                          <a:latin typeface="Calibri"/>
                          <a:cs typeface="Calibri"/>
                        </a:rPr>
                        <a:t> </a:t>
                      </a:r>
                      <a:r>
                        <a:rPr sz="1000" b="1" spc="-5" dirty="0">
                          <a:latin typeface="Calibri"/>
                          <a:cs typeface="Calibri"/>
                        </a:rPr>
                        <a:t>and Forestry</a:t>
                      </a:r>
                      <a:r>
                        <a:rPr sz="1000" b="1" dirty="0">
                          <a:latin typeface="Calibri"/>
                          <a:cs typeface="Calibri"/>
                        </a:rPr>
                        <a:t> </a:t>
                      </a:r>
                      <a:r>
                        <a:rPr sz="1000" b="1" spc="-5" dirty="0">
                          <a:latin typeface="Calibri"/>
                          <a:cs typeface="Calibri"/>
                        </a:rPr>
                        <a:t>and</a:t>
                      </a:r>
                      <a:r>
                        <a:rPr sz="1000" b="1" spc="-10" dirty="0">
                          <a:latin typeface="Calibri"/>
                          <a:cs typeface="Calibri"/>
                        </a:rPr>
                        <a:t> Wildlife </a:t>
                      </a:r>
                      <a:r>
                        <a:rPr sz="1000" b="1" spc="-210" dirty="0">
                          <a:latin typeface="Calibri"/>
                          <a:cs typeface="Calibri"/>
                        </a:rPr>
                        <a:t> </a:t>
                      </a:r>
                      <a:r>
                        <a:rPr sz="1000" b="1" spc="-5" dirty="0">
                          <a:latin typeface="Calibri"/>
                          <a:cs typeface="Calibri"/>
                        </a:rPr>
                        <a:t>Contracting</a:t>
                      </a:r>
                      <a:r>
                        <a:rPr sz="1000" b="1" spc="-2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Mining</a:t>
                      </a:r>
                      <a:r>
                        <a:rPr sz="1000" b="1" dirty="0">
                          <a:latin typeface="Calibri"/>
                          <a:cs typeface="Calibri"/>
                        </a:rPr>
                        <a:t> </a:t>
                      </a:r>
                      <a:r>
                        <a:rPr sz="1000" b="1" spc="-5" dirty="0">
                          <a:latin typeface="Calibri"/>
                          <a:cs typeface="Calibri"/>
                        </a:rPr>
                        <a:t>and</a:t>
                      </a:r>
                      <a:r>
                        <a:rPr sz="1000" b="1" spc="-15" dirty="0">
                          <a:latin typeface="Calibri"/>
                          <a:cs typeface="Calibri"/>
                        </a:rPr>
                        <a:t> </a:t>
                      </a:r>
                      <a:r>
                        <a:rPr sz="1000" b="1" spc="-10" dirty="0">
                          <a:latin typeface="Calibri"/>
                          <a:cs typeface="Calibri"/>
                        </a:rPr>
                        <a:t>Oil</a:t>
                      </a:r>
                      <a:r>
                        <a:rPr sz="1000" b="1" spc="15" dirty="0">
                          <a:latin typeface="Calibri"/>
                          <a:cs typeface="Calibri"/>
                        </a:rPr>
                        <a:t> </a:t>
                      </a:r>
                      <a:r>
                        <a:rPr sz="1000" b="1" spc="-5" dirty="0">
                          <a:latin typeface="Calibri"/>
                          <a:cs typeface="Calibri"/>
                        </a:rPr>
                        <a:t>and</a:t>
                      </a:r>
                      <a:r>
                        <a:rPr sz="1000" b="1" spc="-15" dirty="0">
                          <a:latin typeface="Calibri"/>
                          <a:cs typeface="Calibri"/>
                        </a:rPr>
                        <a:t> </a:t>
                      </a:r>
                      <a:r>
                        <a:rPr sz="1000" b="1" spc="-10" dirty="0">
                          <a:latin typeface="Calibri"/>
                          <a:cs typeface="Calibri"/>
                        </a:rPr>
                        <a:t>Gas</a:t>
                      </a:r>
                      <a:r>
                        <a:rPr sz="1000" b="1" dirty="0">
                          <a:latin typeface="Calibri"/>
                          <a:cs typeface="Calibri"/>
                        </a:rPr>
                        <a:t> </a:t>
                      </a:r>
                      <a:r>
                        <a:rPr sz="1000" b="1" spc="-5" dirty="0">
                          <a:latin typeface="Calibri"/>
                          <a:cs typeface="Calibri"/>
                        </a:rPr>
                        <a:t>Drilling</a:t>
                      </a:r>
                      <a:r>
                        <a:rPr sz="1000" b="1" spc="25" dirty="0">
                          <a:latin typeface="Calibri"/>
                          <a:cs typeface="Calibri"/>
                        </a:rPr>
                        <a:t> </a:t>
                      </a:r>
                      <a:r>
                        <a:rPr sz="1000" b="1" spc="-5" dirty="0">
                          <a:latin typeface="Calibri"/>
                          <a:cs typeface="Calibri"/>
                        </a:rPr>
                        <a:t>Services</a:t>
                      </a:r>
                      <a:endParaRPr sz="1000">
                        <a:latin typeface="Calibri"/>
                        <a:cs typeface="Calibri"/>
                      </a:endParaRPr>
                    </a:p>
                    <a:p>
                      <a:pPr marL="404495" marR="283210" indent="-342900">
                        <a:lnSpc>
                          <a:spcPct val="100000"/>
                        </a:lnSpc>
                        <a:buFont typeface="Wingdings"/>
                        <a:buChar char=""/>
                        <a:tabLst>
                          <a:tab pos="404495" algn="l"/>
                          <a:tab pos="405130" algn="l"/>
                        </a:tabLst>
                      </a:pPr>
                      <a:r>
                        <a:rPr sz="1000" b="1" spc="-5" dirty="0">
                          <a:latin typeface="Calibri"/>
                          <a:cs typeface="Calibri"/>
                        </a:rPr>
                        <a:t>Building</a:t>
                      </a:r>
                      <a:r>
                        <a:rPr sz="1000" b="1" spc="20"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Construction and</a:t>
                      </a:r>
                      <a:r>
                        <a:rPr sz="1000" b="1" spc="-10" dirty="0">
                          <a:latin typeface="Calibri"/>
                          <a:cs typeface="Calibri"/>
                        </a:rPr>
                        <a:t> </a:t>
                      </a:r>
                      <a:r>
                        <a:rPr sz="1000" b="1" spc="-5" dirty="0">
                          <a:latin typeface="Calibri"/>
                          <a:cs typeface="Calibri"/>
                        </a:rPr>
                        <a:t>Maintenance </a:t>
                      </a:r>
                      <a:r>
                        <a:rPr sz="1000" b="1" spc="-215" dirty="0">
                          <a:latin typeface="Calibri"/>
                          <a:cs typeface="Calibri"/>
                        </a:rPr>
                        <a:t> </a:t>
                      </a:r>
                      <a:r>
                        <a:rPr sz="1000" b="1" spc="-5" dirty="0">
                          <a:latin typeface="Calibri"/>
                          <a:cs typeface="Calibri"/>
                        </a:rPr>
                        <a:t>Services</a:t>
                      </a:r>
                      <a:endParaRPr sz="1000">
                        <a:latin typeface="Calibri"/>
                        <a:cs typeface="Calibri"/>
                      </a:endParaRPr>
                    </a:p>
                    <a:p>
                      <a:pPr marL="404495" marR="447040" indent="-342900">
                        <a:lnSpc>
                          <a:spcPct val="100000"/>
                        </a:lnSpc>
                        <a:buFont typeface="Wingdings"/>
                        <a:buChar char=""/>
                        <a:tabLst>
                          <a:tab pos="404495" algn="l"/>
                          <a:tab pos="405130" algn="l"/>
                        </a:tabLst>
                      </a:pPr>
                      <a:r>
                        <a:rPr sz="1000" b="1" spc="-5" dirty="0">
                          <a:latin typeface="Calibri"/>
                          <a:cs typeface="Calibri"/>
                        </a:rPr>
                        <a:t>Industrial Production and Manufacturing </a:t>
                      </a:r>
                      <a:r>
                        <a:rPr sz="1000" b="1" spc="-215"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Industrial</a:t>
                      </a:r>
                      <a:r>
                        <a:rPr sz="1000" b="1" spc="-25" dirty="0">
                          <a:latin typeface="Calibri"/>
                          <a:cs typeface="Calibri"/>
                        </a:rPr>
                        <a:t> </a:t>
                      </a:r>
                      <a:r>
                        <a:rPr sz="1000" b="1" spc="-5" dirty="0">
                          <a:latin typeface="Calibri"/>
                          <a:cs typeface="Calibri"/>
                        </a:rPr>
                        <a:t>Cleaning</a:t>
                      </a:r>
                      <a:r>
                        <a:rPr sz="1000" b="1" spc="-1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spcBef>
                          <a:spcPts val="5"/>
                        </a:spcBef>
                        <a:buFont typeface="Wingdings"/>
                        <a:buChar char=""/>
                        <a:tabLst>
                          <a:tab pos="404495" algn="l"/>
                          <a:tab pos="405130" algn="l"/>
                        </a:tabLst>
                      </a:pPr>
                      <a:r>
                        <a:rPr sz="1000" b="1" spc="-5" dirty="0">
                          <a:latin typeface="Calibri"/>
                          <a:cs typeface="Calibri"/>
                        </a:rPr>
                        <a:t>Environmental</a:t>
                      </a:r>
                      <a:r>
                        <a:rPr sz="1000" b="1" spc="-3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Transportation</a:t>
                      </a:r>
                      <a:r>
                        <a:rPr sz="1000" b="1" spc="-25"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Storage</a:t>
                      </a:r>
                      <a:r>
                        <a:rPr sz="1000" b="1"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Mail</a:t>
                      </a:r>
                      <a:r>
                        <a:rPr sz="1000" b="1" spc="5" dirty="0">
                          <a:latin typeface="Calibri"/>
                          <a:cs typeface="Calibri"/>
                        </a:rPr>
                        <a:t> </a:t>
                      </a:r>
                      <a:r>
                        <a:rPr sz="1000" b="1" spc="-5" dirty="0">
                          <a:latin typeface="Calibri"/>
                          <a:cs typeface="Calibri"/>
                        </a:rPr>
                        <a:t>Services</a:t>
                      </a:r>
                      <a:endParaRPr sz="1000">
                        <a:latin typeface="Calibri"/>
                        <a:cs typeface="Calibri"/>
                      </a:endParaRPr>
                    </a:p>
                    <a:p>
                      <a:pPr marL="404495" marR="228600" indent="-342900">
                        <a:lnSpc>
                          <a:spcPct val="100000"/>
                        </a:lnSpc>
                        <a:buFont typeface="Wingdings"/>
                        <a:buChar char=""/>
                        <a:tabLst>
                          <a:tab pos="404495" algn="l"/>
                          <a:tab pos="405130" algn="l"/>
                        </a:tabLst>
                      </a:pPr>
                      <a:r>
                        <a:rPr sz="1000" b="1" spc="-5" dirty="0">
                          <a:latin typeface="Calibri"/>
                          <a:cs typeface="Calibri"/>
                        </a:rPr>
                        <a:t>Management and Business Professionals and </a:t>
                      </a:r>
                      <a:r>
                        <a:rPr sz="1000" b="1" spc="-215" dirty="0">
                          <a:latin typeface="Calibri"/>
                          <a:cs typeface="Calibri"/>
                        </a:rPr>
                        <a:t> </a:t>
                      </a:r>
                      <a:r>
                        <a:rPr sz="1000" b="1" spc="-5" dirty="0">
                          <a:latin typeface="Calibri"/>
                          <a:cs typeface="Calibri"/>
                        </a:rPr>
                        <a:t>Administrative</a:t>
                      </a:r>
                      <a:r>
                        <a:rPr sz="1000" b="1" spc="5" dirty="0">
                          <a:latin typeface="Calibri"/>
                          <a:cs typeface="Calibri"/>
                        </a:rPr>
                        <a:t> </a:t>
                      </a:r>
                      <a:r>
                        <a:rPr sz="1000" b="1" spc="-5" dirty="0">
                          <a:latin typeface="Calibri"/>
                          <a:cs typeface="Calibri"/>
                        </a:rPr>
                        <a:t>Services</a:t>
                      </a:r>
                      <a:endParaRPr sz="1000">
                        <a:latin typeface="Calibri"/>
                        <a:cs typeface="Calibri"/>
                      </a:endParaRPr>
                    </a:p>
                    <a:p>
                      <a:pPr marL="404495" marR="41275" indent="-342900">
                        <a:lnSpc>
                          <a:spcPct val="100000"/>
                        </a:lnSpc>
                        <a:buFont typeface="Wingdings"/>
                        <a:buChar char=""/>
                        <a:tabLst>
                          <a:tab pos="404495" algn="l"/>
                          <a:tab pos="405130" algn="l"/>
                        </a:tabLst>
                      </a:pPr>
                      <a:r>
                        <a:rPr sz="1000" b="1" spc="-5" dirty="0">
                          <a:latin typeface="Calibri"/>
                          <a:cs typeface="Calibri"/>
                        </a:rPr>
                        <a:t>Engineering and Research and Technology Based </a:t>
                      </a:r>
                      <a:r>
                        <a:rPr sz="1000" b="1" spc="-215"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Editorial</a:t>
                      </a:r>
                      <a:r>
                        <a:rPr sz="1000" b="1" spc="5" dirty="0">
                          <a:latin typeface="Calibri"/>
                          <a:cs typeface="Calibri"/>
                        </a:rPr>
                        <a:t> </a:t>
                      </a:r>
                      <a:r>
                        <a:rPr sz="1000" b="1" spc="-5" dirty="0">
                          <a:latin typeface="Calibri"/>
                          <a:cs typeface="Calibri"/>
                        </a:rPr>
                        <a:t>and</a:t>
                      </a:r>
                      <a:r>
                        <a:rPr sz="1000" b="1" spc="-10" dirty="0">
                          <a:latin typeface="Calibri"/>
                          <a:cs typeface="Calibri"/>
                        </a:rPr>
                        <a:t> Design</a:t>
                      </a:r>
                      <a:r>
                        <a:rPr sz="1000" b="1" spc="15"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Graphic</a:t>
                      </a:r>
                      <a:r>
                        <a:rPr sz="1000" b="1" spc="-10"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Fine</a:t>
                      </a:r>
                      <a:r>
                        <a:rPr sz="1000" b="1" dirty="0">
                          <a:latin typeface="Calibri"/>
                          <a:cs typeface="Calibri"/>
                        </a:rPr>
                        <a:t> </a:t>
                      </a:r>
                      <a:r>
                        <a:rPr sz="1000" b="1" spc="-5" dirty="0">
                          <a:latin typeface="Calibri"/>
                          <a:cs typeface="Calibri"/>
                        </a:rPr>
                        <a:t>Art</a:t>
                      </a:r>
                      <a:endParaRPr sz="1000">
                        <a:latin typeface="Calibri"/>
                        <a:cs typeface="Calibri"/>
                      </a:endParaRPr>
                    </a:p>
                    <a:p>
                      <a:pPr marL="404495">
                        <a:lnSpc>
                          <a:spcPct val="100000"/>
                        </a:lnSpc>
                      </a:pPr>
                      <a:r>
                        <a:rPr sz="1000" b="1" spc="-5" dirty="0">
                          <a:latin typeface="Calibri"/>
                          <a:cs typeface="Calibri"/>
                        </a:rPr>
                        <a:t>Services</a:t>
                      </a:r>
                      <a:endParaRPr sz="1000">
                        <a:latin typeface="Calibri"/>
                        <a:cs typeface="Calibri"/>
                      </a:endParaRPr>
                    </a:p>
                    <a:p>
                      <a:pPr marL="404495" marR="467359" indent="-342900">
                        <a:lnSpc>
                          <a:spcPct val="100000"/>
                        </a:lnSpc>
                        <a:spcBef>
                          <a:spcPts val="5"/>
                        </a:spcBef>
                        <a:buFont typeface="Wingdings"/>
                        <a:buChar char=""/>
                        <a:tabLst>
                          <a:tab pos="404495" algn="l"/>
                          <a:tab pos="405130" algn="l"/>
                        </a:tabLst>
                      </a:pPr>
                      <a:r>
                        <a:rPr sz="1000" b="1" spc="-5" dirty="0">
                          <a:latin typeface="Calibri"/>
                          <a:cs typeface="Calibri"/>
                        </a:rPr>
                        <a:t>Public</a:t>
                      </a:r>
                      <a:r>
                        <a:rPr sz="1000" b="1" spc="5" dirty="0">
                          <a:latin typeface="Calibri"/>
                          <a:cs typeface="Calibri"/>
                        </a:rPr>
                        <a:t> </a:t>
                      </a:r>
                      <a:r>
                        <a:rPr sz="1000" b="1" spc="-5" dirty="0">
                          <a:latin typeface="Calibri"/>
                          <a:cs typeface="Calibri"/>
                        </a:rPr>
                        <a:t>Utilities</a:t>
                      </a:r>
                      <a:r>
                        <a:rPr sz="1000" b="1" spc="40"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Public</a:t>
                      </a:r>
                      <a:r>
                        <a:rPr sz="1000" b="1" spc="10" dirty="0">
                          <a:latin typeface="Calibri"/>
                          <a:cs typeface="Calibri"/>
                        </a:rPr>
                        <a:t> </a:t>
                      </a:r>
                      <a:r>
                        <a:rPr sz="1000" b="1" spc="-5" dirty="0">
                          <a:latin typeface="Calibri"/>
                          <a:cs typeface="Calibri"/>
                        </a:rPr>
                        <a:t>Sector</a:t>
                      </a:r>
                      <a:r>
                        <a:rPr sz="1000" b="1" spc="-25" dirty="0">
                          <a:latin typeface="Calibri"/>
                          <a:cs typeface="Calibri"/>
                        </a:rPr>
                        <a:t> </a:t>
                      </a:r>
                      <a:r>
                        <a:rPr sz="1000" b="1" spc="-5" dirty="0">
                          <a:latin typeface="Calibri"/>
                          <a:cs typeface="Calibri"/>
                        </a:rPr>
                        <a:t>Related </a:t>
                      </a:r>
                      <a:r>
                        <a:rPr sz="1000" b="1" spc="-21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Financial and</a:t>
                      </a:r>
                      <a:r>
                        <a:rPr sz="1000" b="1" spc="-20" dirty="0">
                          <a:latin typeface="Calibri"/>
                          <a:cs typeface="Calibri"/>
                        </a:rPr>
                        <a:t> </a:t>
                      </a:r>
                      <a:r>
                        <a:rPr sz="1000" b="1" spc="-5" dirty="0">
                          <a:latin typeface="Calibri"/>
                          <a:cs typeface="Calibri"/>
                        </a:rPr>
                        <a:t>Insurance</a:t>
                      </a:r>
                      <a:r>
                        <a:rPr sz="1000" b="1" spc="-4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Healthcare</a:t>
                      </a:r>
                      <a:r>
                        <a:rPr sz="1000" b="1" spc="-5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Education</a:t>
                      </a:r>
                      <a:r>
                        <a:rPr sz="1000" b="1" spc="-10" dirty="0">
                          <a:latin typeface="Calibri"/>
                          <a:cs typeface="Calibri"/>
                        </a:rPr>
                        <a:t> </a:t>
                      </a:r>
                      <a:r>
                        <a:rPr sz="1000" b="1" spc="-5" dirty="0">
                          <a:latin typeface="Calibri"/>
                          <a:cs typeface="Calibri"/>
                        </a:rPr>
                        <a:t>and</a:t>
                      </a:r>
                      <a:r>
                        <a:rPr sz="1000" b="1" spc="-25" dirty="0">
                          <a:latin typeface="Calibri"/>
                          <a:cs typeface="Calibri"/>
                        </a:rPr>
                        <a:t> </a:t>
                      </a:r>
                      <a:r>
                        <a:rPr sz="1000" b="1" spc="-5" dirty="0">
                          <a:latin typeface="Calibri"/>
                          <a:cs typeface="Calibri"/>
                        </a:rPr>
                        <a:t>Training</a:t>
                      </a:r>
                      <a:r>
                        <a:rPr sz="1000" b="1" spc="5" dirty="0">
                          <a:latin typeface="Calibri"/>
                          <a:cs typeface="Calibri"/>
                        </a:rPr>
                        <a:t> </a:t>
                      </a:r>
                      <a:r>
                        <a:rPr sz="1000" b="1" spc="-5" dirty="0">
                          <a:latin typeface="Calibri"/>
                          <a:cs typeface="Calibri"/>
                        </a:rPr>
                        <a:t>Services</a:t>
                      </a:r>
                      <a:endParaRPr sz="1000">
                        <a:latin typeface="Calibri"/>
                        <a:cs typeface="Calibri"/>
                      </a:endParaRPr>
                    </a:p>
                    <a:p>
                      <a:pPr marL="404495" marR="65405" indent="-342900">
                        <a:lnSpc>
                          <a:spcPct val="100000"/>
                        </a:lnSpc>
                        <a:buFont typeface="Wingdings"/>
                        <a:buChar char=""/>
                        <a:tabLst>
                          <a:tab pos="404495" algn="l"/>
                          <a:tab pos="405130" algn="l"/>
                        </a:tabLst>
                      </a:pPr>
                      <a:r>
                        <a:rPr sz="1000" b="1" spc="-5" dirty="0">
                          <a:latin typeface="Calibri"/>
                          <a:cs typeface="Calibri"/>
                        </a:rPr>
                        <a:t>Travel</a:t>
                      </a:r>
                      <a:r>
                        <a:rPr sz="1000" b="1" spc="-10"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Food</a:t>
                      </a:r>
                      <a:r>
                        <a:rPr sz="1000" b="1" dirty="0">
                          <a:latin typeface="Calibri"/>
                          <a:cs typeface="Calibri"/>
                        </a:rPr>
                        <a:t> </a:t>
                      </a:r>
                      <a:r>
                        <a:rPr sz="1000" b="1" spc="-5" dirty="0">
                          <a:latin typeface="Calibri"/>
                          <a:cs typeface="Calibri"/>
                        </a:rPr>
                        <a:t>and Lodging</a:t>
                      </a:r>
                      <a:r>
                        <a:rPr sz="1000" b="1" spc="5" dirty="0">
                          <a:latin typeface="Calibri"/>
                          <a:cs typeface="Calibri"/>
                        </a:rPr>
                        <a:t> </a:t>
                      </a:r>
                      <a:r>
                        <a:rPr sz="1000" b="1" spc="-5" dirty="0">
                          <a:latin typeface="Calibri"/>
                          <a:cs typeface="Calibri"/>
                        </a:rPr>
                        <a:t>and</a:t>
                      </a:r>
                      <a:r>
                        <a:rPr sz="1000" b="1" spc="-10" dirty="0">
                          <a:latin typeface="Calibri"/>
                          <a:cs typeface="Calibri"/>
                        </a:rPr>
                        <a:t> </a:t>
                      </a:r>
                      <a:r>
                        <a:rPr sz="1000" b="1" spc="-5" dirty="0">
                          <a:latin typeface="Calibri"/>
                          <a:cs typeface="Calibri"/>
                        </a:rPr>
                        <a:t>Entertainment </a:t>
                      </a:r>
                      <a:r>
                        <a:rPr sz="1000" b="1" spc="-210" dirty="0">
                          <a:latin typeface="Calibri"/>
                          <a:cs typeface="Calibri"/>
                        </a:rPr>
                        <a:t> </a:t>
                      </a:r>
                      <a:r>
                        <a:rPr sz="1000" b="1" spc="-5" dirty="0">
                          <a:latin typeface="Calibri"/>
                          <a:cs typeface="Calibri"/>
                        </a:rPr>
                        <a:t>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Personal</a:t>
                      </a:r>
                      <a:r>
                        <a:rPr sz="1000" b="1" spc="-20" dirty="0">
                          <a:latin typeface="Calibri"/>
                          <a:cs typeface="Calibri"/>
                        </a:rPr>
                        <a:t> </a:t>
                      </a:r>
                      <a:r>
                        <a:rPr sz="1000" b="1" spc="-5" dirty="0">
                          <a:latin typeface="Calibri"/>
                          <a:cs typeface="Calibri"/>
                        </a:rPr>
                        <a:t>and</a:t>
                      </a:r>
                      <a:r>
                        <a:rPr sz="1000" b="1" spc="-20" dirty="0">
                          <a:latin typeface="Calibri"/>
                          <a:cs typeface="Calibri"/>
                        </a:rPr>
                        <a:t> </a:t>
                      </a:r>
                      <a:r>
                        <a:rPr sz="1000" b="1" spc="-5" dirty="0">
                          <a:latin typeface="Calibri"/>
                          <a:cs typeface="Calibri"/>
                        </a:rPr>
                        <a:t>Domestic</a:t>
                      </a:r>
                      <a:r>
                        <a:rPr sz="1000" b="1" spc="-20" dirty="0">
                          <a:latin typeface="Calibri"/>
                          <a:cs typeface="Calibri"/>
                        </a:rPr>
                        <a:t> </a:t>
                      </a:r>
                      <a:r>
                        <a:rPr sz="1000" b="1" spc="-5" dirty="0">
                          <a:latin typeface="Calibri"/>
                          <a:cs typeface="Calibri"/>
                        </a:rPr>
                        <a:t>Services</a:t>
                      </a:r>
                      <a:endParaRPr sz="1000">
                        <a:latin typeface="Calibri"/>
                        <a:cs typeface="Calibri"/>
                      </a:endParaRPr>
                    </a:p>
                    <a:p>
                      <a:pPr marL="404495" marR="97155" indent="-342900">
                        <a:lnSpc>
                          <a:spcPct val="100000"/>
                        </a:lnSpc>
                        <a:buFont typeface="Wingdings"/>
                        <a:buChar char=""/>
                        <a:tabLst>
                          <a:tab pos="404495" algn="l"/>
                          <a:tab pos="405130" algn="l"/>
                        </a:tabLst>
                      </a:pPr>
                      <a:r>
                        <a:rPr sz="1000" b="1" spc="-5" dirty="0">
                          <a:latin typeface="Calibri"/>
                          <a:cs typeface="Calibri"/>
                        </a:rPr>
                        <a:t>National Defence and Public Order and Security </a:t>
                      </a:r>
                      <a:r>
                        <a:rPr sz="1000" b="1" spc="-215" dirty="0">
                          <a:latin typeface="Calibri"/>
                          <a:cs typeface="Calibri"/>
                        </a:rPr>
                        <a:t> </a:t>
                      </a:r>
                      <a:r>
                        <a:rPr sz="1000" b="1" spc="-5" dirty="0">
                          <a:latin typeface="Calibri"/>
                          <a:cs typeface="Calibri"/>
                        </a:rPr>
                        <a:t>and</a:t>
                      </a:r>
                      <a:r>
                        <a:rPr sz="1000" b="1" spc="-15" dirty="0">
                          <a:latin typeface="Calibri"/>
                          <a:cs typeface="Calibri"/>
                        </a:rPr>
                        <a:t> </a:t>
                      </a:r>
                      <a:r>
                        <a:rPr sz="1000" b="1" spc="-5" dirty="0">
                          <a:latin typeface="Calibri"/>
                          <a:cs typeface="Calibri"/>
                        </a:rPr>
                        <a:t>Safety 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Politics</a:t>
                      </a:r>
                      <a:r>
                        <a:rPr sz="1000" b="1" spc="30" dirty="0">
                          <a:latin typeface="Calibri"/>
                          <a:cs typeface="Calibri"/>
                        </a:rPr>
                        <a:t> </a:t>
                      </a:r>
                      <a:r>
                        <a:rPr sz="1000" b="1" spc="-5" dirty="0">
                          <a:latin typeface="Calibri"/>
                          <a:cs typeface="Calibri"/>
                        </a:rPr>
                        <a:t>and</a:t>
                      </a:r>
                      <a:r>
                        <a:rPr sz="1000" b="1" spc="-10" dirty="0">
                          <a:latin typeface="Calibri"/>
                          <a:cs typeface="Calibri"/>
                        </a:rPr>
                        <a:t> Civic</a:t>
                      </a:r>
                      <a:r>
                        <a:rPr sz="1000" b="1" spc="10" dirty="0">
                          <a:latin typeface="Calibri"/>
                          <a:cs typeface="Calibri"/>
                        </a:rPr>
                        <a:t> </a:t>
                      </a:r>
                      <a:r>
                        <a:rPr sz="1000" b="1" spc="-10" dirty="0">
                          <a:latin typeface="Calibri"/>
                          <a:cs typeface="Calibri"/>
                        </a:rPr>
                        <a:t>Affairs</a:t>
                      </a:r>
                      <a:r>
                        <a:rPr sz="1000" b="1" spc="-5" dirty="0">
                          <a:latin typeface="Calibri"/>
                          <a:cs typeface="Calibri"/>
                        </a:rPr>
                        <a:t> Services</a:t>
                      </a:r>
                      <a:endParaRPr sz="1000">
                        <a:latin typeface="Calibri"/>
                        <a:cs typeface="Calibri"/>
                      </a:endParaRPr>
                    </a:p>
                    <a:p>
                      <a:pPr marL="404495" indent="-343535">
                        <a:lnSpc>
                          <a:spcPct val="100000"/>
                        </a:lnSpc>
                        <a:buFont typeface="Wingdings"/>
                        <a:buChar char=""/>
                        <a:tabLst>
                          <a:tab pos="404495" algn="l"/>
                          <a:tab pos="405130" algn="l"/>
                        </a:tabLst>
                      </a:pPr>
                      <a:r>
                        <a:rPr sz="1000" b="1" spc="-5" dirty="0">
                          <a:latin typeface="Calibri"/>
                          <a:cs typeface="Calibri"/>
                        </a:rPr>
                        <a:t>Organizations</a:t>
                      </a:r>
                      <a:r>
                        <a:rPr sz="1000" b="1" spc="-15" dirty="0">
                          <a:latin typeface="Calibri"/>
                          <a:cs typeface="Calibri"/>
                        </a:rPr>
                        <a:t> </a:t>
                      </a:r>
                      <a:r>
                        <a:rPr sz="1000" b="1" spc="-5" dirty="0">
                          <a:latin typeface="Calibri"/>
                          <a:cs typeface="Calibri"/>
                        </a:rPr>
                        <a:t>and</a:t>
                      </a:r>
                      <a:r>
                        <a:rPr sz="1000" b="1" spc="-30" dirty="0">
                          <a:latin typeface="Calibri"/>
                          <a:cs typeface="Calibri"/>
                        </a:rPr>
                        <a:t> </a:t>
                      </a:r>
                      <a:r>
                        <a:rPr sz="1000" b="1" spc="-5" dirty="0">
                          <a:latin typeface="Calibri"/>
                          <a:cs typeface="Calibri"/>
                        </a:rPr>
                        <a:t>Clubs</a:t>
                      </a:r>
                      <a:endParaRPr sz="1000">
                        <a:latin typeface="Calibri"/>
                        <a:cs typeface="Calibri"/>
                      </a:endParaRPr>
                    </a:p>
                  </a:txBody>
                  <a:tcPr marL="0" marR="0" marT="27940" marB="0">
                    <a:lnL w="53975">
                      <a:solidFill>
                        <a:srgbClr val="FFFFFF"/>
                      </a:solidFill>
                      <a:prstDash val="solid"/>
                    </a:lnL>
                    <a:solidFill>
                      <a:srgbClr val="CCC1DA"/>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17119"/>
            <a:ext cx="2905125" cy="391160"/>
          </a:xfrm>
          <a:prstGeom prst="rect">
            <a:avLst/>
          </a:prstGeom>
        </p:spPr>
        <p:txBody>
          <a:bodyPr vert="horz" wrap="square" lIns="0" tIns="12700" rIns="0" bIns="0" rtlCol="0">
            <a:spAutoFit/>
          </a:bodyPr>
          <a:lstStyle/>
          <a:p>
            <a:pPr marL="12700">
              <a:lnSpc>
                <a:spcPct val="100000"/>
              </a:lnSpc>
              <a:spcBef>
                <a:spcPts val="100"/>
              </a:spcBef>
            </a:pPr>
            <a:r>
              <a:rPr sz="2400" spc="-15" dirty="0">
                <a:solidFill>
                  <a:srgbClr val="0F469B"/>
                </a:solidFill>
                <a:latin typeface="+mj-lt"/>
              </a:rPr>
              <a:t>Advantages</a:t>
            </a:r>
            <a:r>
              <a:rPr sz="2400" spc="-25" dirty="0">
                <a:solidFill>
                  <a:srgbClr val="0F469B"/>
                </a:solidFill>
                <a:latin typeface="+mj-lt"/>
              </a:rPr>
              <a:t> </a:t>
            </a:r>
            <a:r>
              <a:rPr sz="2400" dirty="0">
                <a:solidFill>
                  <a:srgbClr val="0F469B"/>
                </a:solidFill>
                <a:latin typeface="+mj-lt"/>
              </a:rPr>
              <a:t>of</a:t>
            </a:r>
            <a:r>
              <a:rPr sz="2400" spc="-50" dirty="0">
                <a:solidFill>
                  <a:srgbClr val="0F469B"/>
                </a:solidFill>
                <a:latin typeface="+mj-lt"/>
              </a:rPr>
              <a:t> </a:t>
            </a:r>
            <a:r>
              <a:rPr sz="2400" dirty="0">
                <a:solidFill>
                  <a:srgbClr val="0F469B"/>
                </a:solidFill>
                <a:latin typeface="+mj-lt"/>
              </a:rPr>
              <a:t>UNSPSC</a:t>
            </a:r>
            <a:endParaRPr sz="2400" dirty="0">
              <a:latin typeface="+mj-lt"/>
            </a:endParaRPr>
          </a:p>
        </p:txBody>
      </p:sp>
      <p:sp>
        <p:nvSpPr>
          <p:cNvPr id="3" name="object 3"/>
          <p:cNvSpPr txBox="1"/>
          <p:nvPr/>
        </p:nvSpPr>
        <p:spPr>
          <a:xfrm>
            <a:off x="265277" y="1036066"/>
            <a:ext cx="11533505" cy="4366260"/>
          </a:xfrm>
          <a:prstGeom prst="rect">
            <a:avLst/>
          </a:prstGeom>
        </p:spPr>
        <p:txBody>
          <a:bodyPr vert="horz" wrap="square" lIns="0" tIns="12065" rIns="0" bIns="0" rtlCol="0">
            <a:spAutoFit/>
          </a:bodyPr>
          <a:lstStyle/>
          <a:p>
            <a:pPr marL="245745" indent="-233679">
              <a:lnSpc>
                <a:spcPct val="100000"/>
              </a:lnSpc>
              <a:spcBef>
                <a:spcPts val="95"/>
              </a:spcBef>
              <a:buFont typeface="Wingdings"/>
              <a:buChar char=""/>
              <a:tabLst>
                <a:tab pos="246379" algn="l"/>
              </a:tabLst>
            </a:pPr>
            <a:r>
              <a:rPr sz="1600" spc="-10" dirty="0">
                <a:solidFill>
                  <a:srgbClr val="0F469B"/>
                </a:solidFill>
                <a:latin typeface="+mj-lt"/>
                <a:cs typeface="Calibri"/>
              </a:rPr>
              <a:t>Company-wide</a:t>
            </a:r>
            <a:r>
              <a:rPr sz="1600" dirty="0">
                <a:solidFill>
                  <a:srgbClr val="0F469B"/>
                </a:solidFill>
                <a:latin typeface="+mj-lt"/>
                <a:cs typeface="Calibri"/>
              </a:rPr>
              <a:t> </a:t>
            </a:r>
            <a:r>
              <a:rPr sz="1600" spc="-5" dirty="0">
                <a:solidFill>
                  <a:srgbClr val="0F469B"/>
                </a:solidFill>
                <a:latin typeface="+mj-lt"/>
                <a:cs typeface="Calibri"/>
              </a:rPr>
              <a:t>visibility</a:t>
            </a:r>
            <a:r>
              <a:rPr sz="1600" spc="-25" dirty="0">
                <a:solidFill>
                  <a:srgbClr val="0F469B"/>
                </a:solidFill>
                <a:latin typeface="+mj-lt"/>
                <a:cs typeface="Calibri"/>
              </a:rPr>
              <a:t> </a:t>
            </a:r>
            <a:r>
              <a:rPr sz="1600" spc="-5" dirty="0">
                <a:solidFill>
                  <a:srgbClr val="0F469B"/>
                </a:solidFill>
                <a:latin typeface="+mj-lt"/>
                <a:cs typeface="Calibri"/>
              </a:rPr>
              <a:t>of</a:t>
            </a:r>
            <a:r>
              <a:rPr sz="1600" spc="15" dirty="0">
                <a:solidFill>
                  <a:srgbClr val="0F469B"/>
                </a:solidFill>
                <a:latin typeface="+mj-lt"/>
                <a:cs typeface="Calibri"/>
              </a:rPr>
              <a:t> </a:t>
            </a:r>
            <a:r>
              <a:rPr sz="1600" spc="-10" dirty="0">
                <a:solidFill>
                  <a:srgbClr val="0F469B"/>
                </a:solidFill>
                <a:latin typeface="+mj-lt"/>
                <a:cs typeface="Calibri"/>
              </a:rPr>
              <a:t>spend</a:t>
            </a:r>
            <a:r>
              <a:rPr sz="1600" dirty="0">
                <a:solidFill>
                  <a:srgbClr val="0F469B"/>
                </a:solidFill>
                <a:latin typeface="+mj-lt"/>
                <a:cs typeface="Calibri"/>
              </a:rPr>
              <a:t> </a:t>
            </a:r>
            <a:r>
              <a:rPr sz="1600" spc="-5" dirty="0">
                <a:solidFill>
                  <a:srgbClr val="0F469B"/>
                </a:solidFill>
                <a:latin typeface="+mj-lt"/>
                <a:cs typeface="Calibri"/>
              </a:rPr>
              <a:t>analysis</a:t>
            </a:r>
            <a:r>
              <a:rPr sz="1600" spc="-25" dirty="0">
                <a:solidFill>
                  <a:srgbClr val="0F469B"/>
                </a:solidFill>
                <a:latin typeface="+mj-lt"/>
                <a:cs typeface="Calibri"/>
              </a:rPr>
              <a:t> </a:t>
            </a:r>
            <a:r>
              <a:rPr sz="1600" spc="-5" dirty="0">
                <a:solidFill>
                  <a:srgbClr val="0F469B"/>
                </a:solidFill>
                <a:latin typeface="+mj-lt"/>
                <a:cs typeface="Calibri"/>
              </a:rPr>
              <a:t>(i.e.,</a:t>
            </a:r>
            <a:r>
              <a:rPr sz="1600" spc="5" dirty="0">
                <a:solidFill>
                  <a:srgbClr val="0F469B"/>
                </a:solidFill>
                <a:latin typeface="+mj-lt"/>
                <a:cs typeface="Calibri"/>
              </a:rPr>
              <a:t> </a:t>
            </a:r>
            <a:r>
              <a:rPr sz="1600" spc="-5" dirty="0">
                <a:solidFill>
                  <a:srgbClr val="0F469B"/>
                </a:solidFill>
                <a:latin typeface="+mj-lt"/>
                <a:cs typeface="Calibri"/>
              </a:rPr>
              <a:t>a</a:t>
            </a:r>
            <a:r>
              <a:rPr sz="1600" spc="-15" dirty="0">
                <a:solidFill>
                  <a:srgbClr val="0F469B"/>
                </a:solidFill>
                <a:latin typeface="+mj-lt"/>
                <a:cs typeface="Calibri"/>
              </a:rPr>
              <a:t> </a:t>
            </a:r>
            <a:r>
              <a:rPr sz="1600" spc="-10" dirty="0">
                <a:solidFill>
                  <a:srgbClr val="0F469B"/>
                </a:solidFill>
                <a:latin typeface="+mj-lt"/>
                <a:cs typeface="Calibri"/>
              </a:rPr>
              <a:t>uniform</a:t>
            </a:r>
            <a:r>
              <a:rPr sz="1600" spc="10" dirty="0">
                <a:solidFill>
                  <a:srgbClr val="0F469B"/>
                </a:solidFill>
                <a:latin typeface="+mj-lt"/>
                <a:cs typeface="Calibri"/>
              </a:rPr>
              <a:t> </a:t>
            </a:r>
            <a:r>
              <a:rPr sz="1600" spc="-10" dirty="0">
                <a:solidFill>
                  <a:srgbClr val="0F469B"/>
                </a:solidFill>
                <a:latin typeface="+mj-lt"/>
                <a:cs typeface="Calibri"/>
              </a:rPr>
              <a:t>view</a:t>
            </a:r>
            <a:r>
              <a:rPr sz="1600" spc="25" dirty="0">
                <a:solidFill>
                  <a:srgbClr val="0F469B"/>
                </a:solidFill>
                <a:latin typeface="+mj-lt"/>
                <a:cs typeface="Calibri"/>
              </a:rPr>
              <a:t> </a:t>
            </a:r>
            <a:r>
              <a:rPr sz="1600" spc="-5" dirty="0">
                <a:solidFill>
                  <a:srgbClr val="0F469B"/>
                </a:solidFill>
                <a:latin typeface="+mj-lt"/>
                <a:cs typeface="Calibri"/>
              </a:rPr>
              <a:t>of</a:t>
            </a:r>
            <a:r>
              <a:rPr sz="1600" spc="15" dirty="0">
                <a:solidFill>
                  <a:srgbClr val="0F469B"/>
                </a:solidFill>
                <a:latin typeface="+mj-lt"/>
                <a:cs typeface="Calibri"/>
              </a:rPr>
              <a:t> </a:t>
            </a:r>
            <a:r>
              <a:rPr sz="1600" dirty="0">
                <a:solidFill>
                  <a:srgbClr val="0F469B"/>
                </a:solidFill>
                <a:latin typeface="+mj-lt"/>
                <a:cs typeface="Calibri"/>
              </a:rPr>
              <a:t>all</a:t>
            </a:r>
            <a:r>
              <a:rPr sz="1600" spc="-20" dirty="0">
                <a:solidFill>
                  <a:srgbClr val="0F469B"/>
                </a:solidFill>
                <a:latin typeface="+mj-lt"/>
                <a:cs typeface="Calibri"/>
              </a:rPr>
              <a:t> </a:t>
            </a:r>
            <a:r>
              <a:rPr sz="1600" spc="-5" dirty="0">
                <a:solidFill>
                  <a:srgbClr val="0F469B"/>
                </a:solidFill>
                <a:latin typeface="+mj-lt"/>
                <a:cs typeface="Calibri"/>
              </a:rPr>
              <a:t>spending </a:t>
            </a:r>
            <a:r>
              <a:rPr sz="1600" spc="-10" dirty="0">
                <a:solidFill>
                  <a:srgbClr val="0F469B"/>
                </a:solidFill>
                <a:latin typeface="+mj-lt"/>
                <a:cs typeface="Calibri"/>
              </a:rPr>
              <a:t>across</a:t>
            </a:r>
            <a:r>
              <a:rPr sz="1600" spc="10" dirty="0">
                <a:solidFill>
                  <a:srgbClr val="0F469B"/>
                </a:solidFill>
                <a:latin typeface="+mj-lt"/>
                <a:cs typeface="Calibri"/>
              </a:rPr>
              <a:t> </a:t>
            </a:r>
            <a:r>
              <a:rPr sz="1600" spc="-5" dirty="0">
                <a:solidFill>
                  <a:srgbClr val="0F469B"/>
                </a:solidFill>
                <a:latin typeface="+mj-lt"/>
                <a:cs typeface="Calibri"/>
              </a:rPr>
              <a:t>the</a:t>
            </a:r>
            <a:r>
              <a:rPr sz="1600" spc="5" dirty="0">
                <a:solidFill>
                  <a:srgbClr val="0F469B"/>
                </a:solidFill>
                <a:latin typeface="+mj-lt"/>
                <a:cs typeface="Calibri"/>
              </a:rPr>
              <a:t> </a:t>
            </a:r>
            <a:r>
              <a:rPr sz="1600" spc="-10" dirty="0">
                <a:solidFill>
                  <a:srgbClr val="0F469B"/>
                </a:solidFill>
                <a:latin typeface="+mj-lt"/>
                <a:cs typeface="Calibri"/>
              </a:rPr>
              <a:t>enterprise)</a:t>
            </a:r>
            <a:endParaRPr sz="1600" dirty="0">
              <a:latin typeface="+mj-lt"/>
              <a:cs typeface="Calibri"/>
            </a:endParaRPr>
          </a:p>
          <a:p>
            <a:pPr>
              <a:lnSpc>
                <a:spcPct val="100000"/>
              </a:lnSpc>
              <a:spcBef>
                <a:spcPts val="25"/>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10" dirty="0">
                <a:solidFill>
                  <a:srgbClr val="0F469B"/>
                </a:solidFill>
                <a:latin typeface="+mj-lt"/>
                <a:cs typeface="Calibri"/>
              </a:rPr>
              <a:t>Identification</a:t>
            </a:r>
            <a:r>
              <a:rPr sz="1600" spc="-40" dirty="0">
                <a:solidFill>
                  <a:srgbClr val="0F469B"/>
                </a:solidFill>
                <a:latin typeface="+mj-lt"/>
                <a:cs typeface="Calibri"/>
              </a:rPr>
              <a:t> </a:t>
            </a:r>
            <a:r>
              <a:rPr sz="1600" spc="-5" dirty="0">
                <a:solidFill>
                  <a:srgbClr val="0F469B"/>
                </a:solidFill>
                <a:latin typeface="+mj-lt"/>
                <a:cs typeface="Calibri"/>
              </a:rPr>
              <a:t>of</a:t>
            </a:r>
            <a:r>
              <a:rPr sz="1600" spc="15" dirty="0">
                <a:solidFill>
                  <a:srgbClr val="0F469B"/>
                </a:solidFill>
                <a:latin typeface="+mj-lt"/>
                <a:cs typeface="Calibri"/>
              </a:rPr>
              <a:t> </a:t>
            </a:r>
            <a:r>
              <a:rPr sz="1600" spc="-15" dirty="0">
                <a:solidFill>
                  <a:srgbClr val="0F469B"/>
                </a:solidFill>
                <a:latin typeface="+mj-lt"/>
                <a:cs typeface="Calibri"/>
              </a:rPr>
              <a:t>relevant</a:t>
            </a:r>
            <a:r>
              <a:rPr sz="1600" spc="25" dirty="0">
                <a:solidFill>
                  <a:srgbClr val="0F469B"/>
                </a:solidFill>
                <a:latin typeface="+mj-lt"/>
                <a:cs typeface="Calibri"/>
              </a:rPr>
              <a:t> </a:t>
            </a:r>
            <a:r>
              <a:rPr sz="1600" spc="-10" dirty="0">
                <a:solidFill>
                  <a:srgbClr val="0F469B"/>
                </a:solidFill>
                <a:latin typeface="+mj-lt"/>
                <a:cs typeface="Calibri"/>
              </a:rPr>
              <a:t>suppliers</a:t>
            </a:r>
            <a:r>
              <a:rPr sz="1600" spc="-15" dirty="0">
                <a:solidFill>
                  <a:srgbClr val="0F469B"/>
                </a:solidFill>
                <a:latin typeface="+mj-lt"/>
                <a:cs typeface="Calibri"/>
              </a:rPr>
              <a:t> for</a:t>
            </a:r>
            <a:r>
              <a:rPr sz="1600" spc="15" dirty="0">
                <a:solidFill>
                  <a:srgbClr val="0F469B"/>
                </a:solidFill>
                <a:latin typeface="+mj-lt"/>
                <a:cs typeface="Calibri"/>
              </a:rPr>
              <a:t> </a:t>
            </a:r>
            <a:r>
              <a:rPr sz="1600" spc="-5" dirty="0">
                <a:solidFill>
                  <a:srgbClr val="0F469B"/>
                </a:solidFill>
                <a:latin typeface="+mj-lt"/>
                <a:cs typeface="Calibri"/>
              </a:rPr>
              <a:t>a</a:t>
            </a:r>
            <a:r>
              <a:rPr sz="1600" dirty="0">
                <a:solidFill>
                  <a:srgbClr val="0F469B"/>
                </a:solidFill>
                <a:latin typeface="+mj-lt"/>
                <a:cs typeface="Calibri"/>
              </a:rPr>
              <a:t> </a:t>
            </a:r>
            <a:r>
              <a:rPr sz="1600" spc="-5" dirty="0">
                <a:solidFill>
                  <a:srgbClr val="0F469B"/>
                </a:solidFill>
                <a:latin typeface="+mj-lt"/>
                <a:cs typeface="Calibri"/>
              </a:rPr>
              <a:t>specific</a:t>
            </a:r>
            <a:r>
              <a:rPr sz="1600" spc="-20" dirty="0">
                <a:solidFill>
                  <a:srgbClr val="0F469B"/>
                </a:solidFill>
                <a:latin typeface="+mj-lt"/>
                <a:cs typeface="Calibri"/>
              </a:rPr>
              <a:t> </a:t>
            </a:r>
            <a:r>
              <a:rPr sz="1600" spc="-10" dirty="0">
                <a:solidFill>
                  <a:srgbClr val="0F469B"/>
                </a:solidFill>
                <a:latin typeface="+mj-lt"/>
                <a:cs typeface="Calibri"/>
              </a:rPr>
              <a:t>product</a:t>
            </a:r>
            <a:r>
              <a:rPr sz="1600" spc="15" dirty="0">
                <a:solidFill>
                  <a:srgbClr val="0F469B"/>
                </a:solidFill>
                <a:latin typeface="+mj-lt"/>
                <a:cs typeface="Calibri"/>
              </a:rPr>
              <a:t> </a:t>
            </a:r>
            <a:r>
              <a:rPr sz="1600" spc="-5" dirty="0">
                <a:solidFill>
                  <a:srgbClr val="0F469B"/>
                </a:solidFill>
                <a:latin typeface="+mj-lt"/>
                <a:cs typeface="Calibri"/>
              </a:rPr>
              <a:t>or</a:t>
            </a:r>
            <a:r>
              <a:rPr sz="1600" spc="15" dirty="0">
                <a:solidFill>
                  <a:srgbClr val="0F469B"/>
                </a:solidFill>
                <a:latin typeface="+mj-lt"/>
                <a:cs typeface="Calibri"/>
              </a:rPr>
              <a:t> </a:t>
            </a:r>
            <a:r>
              <a:rPr sz="1600" spc="-5" dirty="0">
                <a:solidFill>
                  <a:srgbClr val="0F469B"/>
                </a:solidFill>
                <a:latin typeface="+mj-lt"/>
                <a:cs typeface="Calibri"/>
              </a:rPr>
              <a:t>service</a:t>
            </a:r>
            <a:endParaRPr sz="1600" dirty="0">
              <a:latin typeface="+mj-lt"/>
              <a:cs typeface="Calibri"/>
            </a:endParaRPr>
          </a:p>
          <a:p>
            <a:pPr>
              <a:lnSpc>
                <a:spcPct val="100000"/>
              </a:lnSpc>
              <a:spcBef>
                <a:spcPts val="30"/>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10" dirty="0">
                <a:solidFill>
                  <a:srgbClr val="0F469B"/>
                </a:solidFill>
                <a:latin typeface="+mj-lt"/>
                <a:cs typeface="Calibri"/>
              </a:rPr>
              <a:t>Grouping</a:t>
            </a:r>
            <a:r>
              <a:rPr sz="1600" spc="10" dirty="0">
                <a:solidFill>
                  <a:srgbClr val="0F469B"/>
                </a:solidFill>
                <a:latin typeface="+mj-lt"/>
                <a:cs typeface="Calibri"/>
              </a:rPr>
              <a:t> </a:t>
            </a:r>
            <a:r>
              <a:rPr sz="1600" spc="-5" dirty="0">
                <a:solidFill>
                  <a:srgbClr val="0F469B"/>
                </a:solidFill>
                <a:latin typeface="+mj-lt"/>
                <a:cs typeface="Calibri"/>
              </a:rPr>
              <a:t>of</a:t>
            </a:r>
            <a:r>
              <a:rPr sz="1600" spc="10" dirty="0">
                <a:solidFill>
                  <a:srgbClr val="0F469B"/>
                </a:solidFill>
                <a:latin typeface="+mj-lt"/>
                <a:cs typeface="Calibri"/>
              </a:rPr>
              <a:t> </a:t>
            </a:r>
            <a:r>
              <a:rPr sz="1600" spc="-5" dirty="0">
                <a:solidFill>
                  <a:srgbClr val="0F469B"/>
                </a:solidFill>
                <a:latin typeface="+mj-lt"/>
                <a:cs typeface="Calibri"/>
              </a:rPr>
              <a:t>similar</a:t>
            </a:r>
            <a:r>
              <a:rPr sz="1600" spc="-20" dirty="0">
                <a:solidFill>
                  <a:srgbClr val="0F469B"/>
                </a:solidFill>
                <a:latin typeface="+mj-lt"/>
                <a:cs typeface="Calibri"/>
              </a:rPr>
              <a:t> </a:t>
            </a:r>
            <a:r>
              <a:rPr sz="1600" spc="-10" dirty="0">
                <a:solidFill>
                  <a:srgbClr val="0F469B"/>
                </a:solidFill>
                <a:latin typeface="+mj-lt"/>
                <a:cs typeface="Calibri"/>
              </a:rPr>
              <a:t>products</a:t>
            </a:r>
            <a:r>
              <a:rPr sz="1600" spc="25" dirty="0">
                <a:solidFill>
                  <a:srgbClr val="0F469B"/>
                </a:solidFill>
                <a:latin typeface="+mj-lt"/>
                <a:cs typeface="Calibri"/>
              </a:rPr>
              <a:t> </a:t>
            </a:r>
            <a:r>
              <a:rPr sz="1600" spc="-5" dirty="0">
                <a:solidFill>
                  <a:srgbClr val="0F469B"/>
                </a:solidFill>
                <a:latin typeface="+mj-lt"/>
                <a:cs typeface="Calibri"/>
              </a:rPr>
              <a:t>and services</a:t>
            </a:r>
            <a:r>
              <a:rPr sz="1600" spc="35" dirty="0">
                <a:solidFill>
                  <a:srgbClr val="0F469B"/>
                </a:solidFill>
                <a:latin typeface="+mj-lt"/>
                <a:cs typeface="Calibri"/>
              </a:rPr>
              <a:t> </a:t>
            </a:r>
            <a:r>
              <a:rPr sz="1600" spc="-5" dirty="0">
                <a:solidFill>
                  <a:srgbClr val="0F469B"/>
                </a:solidFill>
                <a:latin typeface="+mj-lt"/>
                <a:cs typeface="Calibri"/>
              </a:rPr>
              <a:t>under</a:t>
            </a:r>
            <a:r>
              <a:rPr sz="1600" spc="5" dirty="0">
                <a:solidFill>
                  <a:srgbClr val="0F469B"/>
                </a:solidFill>
                <a:latin typeface="+mj-lt"/>
                <a:cs typeface="Calibri"/>
              </a:rPr>
              <a:t> </a:t>
            </a:r>
            <a:r>
              <a:rPr sz="1600" spc="-5" dirty="0">
                <a:solidFill>
                  <a:srgbClr val="0F469B"/>
                </a:solidFill>
                <a:latin typeface="+mj-lt"/>
                <a:cs typeface="Calibri"/>
              </a:rPr>
              <a:t>a</a:t>
            </a:r>
            <a:r>
              <a:rPr sz="1600" spc="5" dirty="0">
                <a:solidFill>
                  <a:srgbClr val="0F469B"/>
                </a:solidFill>
                <a:latin typeface="+mj-lt"/>
                <a:cs typeface="Calibri"/>
              </a:rPr>
              <a:t> </a:t>
            </a:r>
            <a:r>
              <a:rPr sz="1600" spc="-5" dirty="0">
                <a:solidFill>
                  <a:srgbClr val="0F469B"/>
                </a:solidFill>
                <a:latin typeface="+mj-lt"/>
                <a:cs typeface="Calibri"/>
              </a:rPr>
              <a:t>single</a:t>
            </a:r>
            <a:r>
              <a:rPr sz="1600" spc="-25" dirty="0">
                <a:solidFill>
                  <a:srgbClr val="0F469B"/>
                </a:solidFill>
                <a:latin typeface="+mj-lt"/>
                <a:cs typeface="Calibri"/>
              </a:rPr>
              <a:t> </a:t>
            </a:r>
            <a:r>
              <a:rPr sz="1600" spc="-10" dirty="0">
                <a:solidFill>
                  <a:srgbClr val="0F469B"/>
                </a:solidFill>
                <a:latin typeface="+mj-lt"/>
                <a:cs typeface="Calibri"/>
              </a:rPr>
              <a:t>category</a:t>
            </a:r>
            <a:r>
              <a:rPr sz="1600" spc="15" dirty="0">
                <a:solidFill>
                  <a:srgbClr val="0F469B"/>
                </a:solidFill>
                <a:latin typeface="+mj-lt"/>
                <a:cs typeface="Calibri"/>
              </a:rPr>
              <a:t> </a:t>
            </a:r>
            <a:r>
              <a:rPr sz="1600" spc="-5" dirty="0">
                <a:solidFill>
                  <a:srgbClr val="0F469B"/>
                </a:solidFill>
                <a:latin typeface="+mj-lt"/>
                <a:cs typeface="Calibri"/>
              </a:rPr>
              <a:t>which</a:t>
            </a:r>
            <a:r>
              <a:rPr sz="1600" spc="5" dirty="0">
                <a:solidFill>
                  <a:srgbClr val="0F469B"/>
                </a:solidFill>
                <a:latin typeface="+mj-lt"/>
                <a:cs typeface="Calibri"/>
              </a:rPr>
              <a:t> </a:t>
            </a:r>
            <a:r>
              <a:rPr sz="1600" spc="-5" dirty="0">
                <a:solidFill>
                  <a:srgbClr val="0F469B"/>
                </a:solidFill>
                <a:latin typeface="+mj-lt"/>
                <a:cs typeface="Calibri"/>
              </a:rPr>
              <a:t>will </a:t>
            </a:r>
            <a:r>
              <a:rPr sz="1600" spc="-15" dirty="0">
                <a:solidFill>
                  <a:srgbClr val="0F469B"/>
                </a:solidFill>
                <a:latin typeface="+mj-lt"/>
                <a:cs typeface="Calibri"/>
              </a:rPr>
              <a:t>have</a:t>
            </a:r>
            <a:r>
              <a:rPr sz="1600" spc="5" dirty="0">
                <a:solidFill>
                  <a:srgbClr val="0F469B"/>
                </a:solidFill>
                <a:latin typeface="+mj-lt"/>
                <a:cs typeface="Calibri"/>
              </a:rPr>
              <a:t> </a:t>
            </a:r>
            <a:r>
              <a:rPr sz="1600" spc="-10" dirty="0">
                <a:solidFill>
                  <a:srgbClr val="0F469B"/>
                </a:solidFill>
                <a:latin typeface="+mj-lt"/>
                <a:cs typeface="Calibri"/>
              </a:rPr>
              <a:t>awareness</a:t>
            </a:r>
            <a:r>
              <a:rPr sz="1600" spc="20" dirty="0">
                <a:solidFill>
                  <a:srgbClr val="0F469B"/>
                </a:solidFill>
                <a:latin typeface="+mj-lt"/>
                <a:cs typeface="Calibri"/>
              </a:rPr>
              <a:t> </a:t>
            </a:r>
            <a:r>
              <a:rPr sz="1600" spc="-5" dirty="0">
                <a:solidFill>
                  <a:srgbClr val="0F469B"/>
                </a:solidFill>
                <a:latin typeface="+mj-lt"/>
                <a:cs typeface="Calibri"/>
              </a:rPr>
              <a:t>of</a:t>
            </a:r>
            <a:r>
              <a:rPr sz="1600" spc="15" dirty="0">
                <a:solidFill>
                  <a:srgbClr val="0F469B"/>
                </a:solidFill>
                <a:latin typeface="+mj-lt"/>
                <a:cs typeface="Calibri"/>
              </a:rPr>
              <a:t> </a:t>
            </a:r>
            <a:r>
              <a:rPr sz="1600" spc="-5" dirty="0">
                <a:solidFill>
                  <a:srgbClr val="0F469B"/>
                </a:solidFill>
                <a:latin typeface="+mj-lt"/>
                <a:cs typeface="Calibri"/>
              </a:rPr>
              <a:t>the</a:t>
            </a:r>
            <a:r>
              <a:rPr sz="1600" dirty="0">
                <a:solidFill>
                  <a:srgbClr val="0F469B"/>
                </a:solidFill>
                <a:latin typeface="+mj-lt"/>
                <a:cs typeface="Calibri"/>
              </a:rPr>
              <a:t> </a:t>
            </a:r>
            <a:r>
              <a:rPr sz="1600" spc="-10" dirty="0">
                <a:solidFill>
                  <a:srgbClr val="0F469B"/>
                </a:solidFill>
                <a:latin typeface="+mj-lt"/>
                <a:cs typeface="Calibri"/>
              </a:rPr>
              <a:t>products</a:t>
            </a:r>
            <a:r>
              <a:rPr sz="1600" spc="30" dirty="0">
                <a:solidFill>
                  <a:srgbClr val="0F469B"/>
                </a:solidFill>
                <a:latin typeface="+mj-lt"/>
                <a:cs typeface="Calibri"/>
              </a:rPr>
              <a:t> </a:t>
            </a:r>
            <a:r>
              <a:rPr sz="1600" spc="-5" dirty="0">
                <a:solidFill>
                  <a:srgbClr val="0F469B"/>
                </a:solidFill>
                <a:latin typeface="+mj-lt"/>
                <a:cs typeface="Calibri"/>
              </a:rPr>
              <a:t>and</a:t>
            </a:r>
            <a:r>
              <a:rPr sz="1600" spc="-10" dirty="0">
                <a:solidFill>
                  <a:srgbClr val="0F469B"/>
                </a:solidFill>
                <a:latin typeface="+mj-lt"/>
                <a:cs typeface="Calibri"/>
              </a:rPr>
              <a:t> </a:t>
            </a:r>
            <a:r>
              <a:rPr sz="1600" spc="-5" dirty="0">
                <a:solidFill>
                  <a:srgbClr val="0F469B"/>
                </a:solidFill>
                <a:latin typeface="+mj-lt"/>
                <a:cs typeface="Calibri"/>
              </a:rPr>
              <a:t>services</a:t>
            </a:r>
            <a:endParaRPr sz="1600" dirty="0">
              <a:latin typeface="+mj-lt"/>
              <a:cs typeface="Calibri"/>
            </a:endParaRPr>
          </a:p>
          <a:p>
            <a:pPr>
              <a:lnSpc>
                <a:spcPct val="100000"/>
              </a:lnSpc>
              <a:spcBef>
                <a:spcPts val="30"/>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10" dirty="0">
                <a:solidFill>
                  <a:srgbClr val="0F469B"/>
                </a:solidFill>
                <a:latin typeface="+mj-lt"/>
                <a:cs typeface="Calibri"/>
              </a:rPr>
              <a:t>Exploitation</a:t>
            </a:r>
            <a:r>
              <a:rPr sz="1600" spc="-25" dirty="0">
                <a:solidFill>
                  <a:srgbClr val="0F469B"/>
                </a:solidFill>
                <a:latin typeface="+mj-lt"/>
                <a:cs typeface="Calibri"/>
              </a:rPr>
              <a:t> </a:t>
            </a:r>
            <a:r>
              <a:rPr sz="1600" spc="-5" dirty="0">
                <a:solidFill>
                  <a:srgbClr val="0F469B"/>
                </a:solidFill>
                <a:latin typeface="+mj-lt"/>
                <a:cs typeface="Calibri"/>
              </a:rPr>
              <a:t>of</a:t>
            </a:r>
            <a:r>
              <a:rPr sz="1600" spc="20" dirty="0">
                <a:solidFill>
                  <a:srgbClr val="0F469B"/>
                </a:solidFill>
                <a:latin typeface="+mj-lt"/>
                <a:cs typeface="Calibri"/>
              </a:rPr>
              <a:t> </a:t>
            </a:r>
            <a:r>
              <a:rPr sz="1600" spc="-10" dirty="0">
                <a:solidFill>
                  <a:srgbClr val="0F469B"/>
                </a:solidFill>
                <a:latin typeface="+mj-lt"/>
                <a:cs typeface="Calibri"/>
              </a:rPr>
              <a:t>eCommerce</a:t>
            </a:r>
            <a:r>
              <a:rPr sz="1600" spc="50" dirty="0">
                <a:solidFill>
                  <a:srgbClr val="0F469B"/>
                </a:solidFill>
                <a:latin typeface="+mj-lt"/>
                <a:cs typeface="Calibri"/>
              </a:rPr>
              <a:t> </a:t>
            </a:r>
            <a:r>
              <a:rPr sz="1600" spc="-5" dirty="0">
                <a:solidFill>
                  <a:srgbClr val="0F469B"/>
                </a:solidFill>
                <a:latin typeface="+mj-lt"/>
                <a:cs typeface="Calibri"/>
              </a:rPr>
              <a:t>capabilities</a:t>
            </a:r>
            <a:r>
              <a:rPr sz="1600" spc="-25" dirty="0">
                <a:solidFill>
                  <a:srgbClr val="0F469B"/>
                </a:solidFill>
                <a:latin typeface="+mj-lt"/>
                <a:cs typeface="Calibri"/>
              </a:rPr>
              <a:t> </a:t>
            </a:r>
            <a:r>
              <a:rPr sz="1600" spc="-5" dirty="0">
                <a:solidFill>
                  <a:srgbClr val="0F469B"/>
                </a:solidFill>
                <a:latin typeface="+mj-lt"/>
                <a:cs typeface="Calibri"/>
              </a:rPr>
              <a:t>i.e., </a:t>
            </a:r>
            <a:r>
              <a:rPr sz="1600" spc="-10" dirty="0">
                <a:solidFill>
                  <a:srgbClr val="0F469B"/>
                </a:solidFill>
                <a:latin typeface="+mj-lt"/>
                <a:cs typeface="Calibri"/>
              </a:rPr>
              <a:t>strategic </a:t>
            </a:r>
            <a:r>
              <a:rPr sz="1600" spc="-5" dirty="0">
                <a:solidFill>
                  <a:srgbClr val="0F469B"/>
                </a:solidFill>
                <a:latin typeface="+mj-lt"/>
                <a:cs typeface="Calibri"/>
              </a:rPr>
              <a:t>analysis</a:t>
            </a:r>
            <a:r>
              <a:rPr sz="1600" spc="-20" dirty="0">
                <a:solidFill>
                  <a:srgbClr val="0F469B"/>
                </a:solidFill>
                <a:latin typeface="+mj-lt"/>
                <a:cs typeface="Calibri"/>
              </a:rPr>
              <a:t> </a:t>
            </a:r>
            <a:r>
              <a:rPr sz="1600" spc="-5" dirty="0">
                <a:solidFill>
                  <a:srgbClr val="0F469B"/>
                </a:solidFill>
                <a:latin typeface="+mj-lt"/>
                <a:cs typeface="Calibri"/>
              </a:rPr>
              <a:t>of</a:t>
            </a:r>
            <a:r>
              <a:rPr sz="1600" spc="5" dirty="0">
                <a:solidFill>
                  <a:srgbClr val="0F469B"/>
                </a:solidFill>
                <a:latin typeface="+mj-lt"/>
                <a:cs typeface="Calibri"/>
              </a:rPr>
              <a:t> </a:t>
            </a:r>
            <a:r>
              <a:rPr sz="1600" spc="-10" dirty="0">
                <a:solidFill>
                  <a:srgbClr val="0F469B"/>
                </a:solidFill>
                <a:latin typeface="+mj-lt"/>
                <a:cs typeface="Calibri"/>
              </a:rPr>
              <a:t>purchasing</a:t>
            </a:r>
            <a:r>
              <a:rPr sz="1600" dirty="0">
                <a:solidFill>
                  <a:srgbClr val="0F469B"/>
                </a:solidFill>
                <a:latin typeface="+mj-lt"/>
                <a:cs typeface="Calibri"/>
              </a:rPr>
              <a:t> </a:t>
            </a:r>
            <a:r>
              <a:rPr sz="1600" spc="-5" dirty="0">
                <a:solidFill>
                  <a:srgbClr val="0F469B"/>
                </a:solidFill>
                <a:latin typeface="+mj-lt"/>
                <a:cs typeface="Calibri"/>
              </a:rPr>
              <a:t>activities</a:t>
            </a:r>
            <a:r>
              <a:rPr sz="1600" spc="-10" dirty="0">
                <a:solidFill>
                  <a:srgbClr val="0F469B"/>
                </a:solidFill>
                <a:latin typeface="+mj-lt"/>
                <a:cs typeface="Calibri"/>
              </a:rPr>
              <a:t> </a:t>
            </a:r>
            <a:r>
              <a:rPr sz="1600" spc="-5" dirty="0">
                <a:solidFill>
                  <a:srgbClr val="0F469B"/>
                </a:solidFill>
                <a:latin typeface="+mj-lt"/>
                <a:cs typeface="Calibri"/>
              </a:rPr>
              <a:t>and </a:t>
            </a:r>
            <a:r>
              <a:rPr sz="1600" spc="-10" dirty="0">
                <a:solidFill>
                  <a:srgbClr val="0F469B"/>
                </a:solidFill>
                <a:latin typeface="+mj-lt"/>
                <a:cs typeface="Calibri"/>
              </a:rPr>
              <a:t>patterns</a:t>
            </a:r>
            <a:endParaRPr sz="1600" dirty="0">
              <a:latin typeface="+mj-lt"/>
              <a:cs typeface="Calibri"/>
            </a:endParaRPr>
          </a:p>
          <a:p>
            <a:pPr>
              <a:lnSpc>
                <a:spcPct val="100000"/>
              </a:lnSpc>
              <a:spcBef>
                <a:spcPts val="30"/>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5" dirty="0">
                <a:solidFill>
                  <a:srgbClr val="0F469B"/>
                </a:solidFill>
                <a:latin typeface="+mj-lt"/>
                <a:cs typeface="Calibri"/>
              </a:rPr>
              <a:t>It</a:t>
            </a:r>
            <a:r>
              <a:rPr sz="1600" spc="-20" dirty="0">
                <a:solidFill>
                  <a:srgbClr val="0F469B"/>
                </a:solidFill>
                <a:latin typeface="+mj-lt"/>
                <a:cs typeface="Calibri"/>
              </a:rPr>
              <a:t> </a:t>
            </a:r>
            <a:r>
              <a:rPr sz="1600" spc="-5" dirty="0">
                <a:solidFill>
                  <a:srgbClr val="0F469B"/>
                </a:solidFill>
                <a:latin typeface="+mj-lt"/>
                <a:cs typeface="Calibri"/>
              </a:rPr>
              <a:t>is capable</a:t>
            </a:r>
            <a:r>
              <a:rPr sz="1600" spc="-25" dirty="0">
                <a:solidFill>
                  <a:srgbClr val="0F469B"/>
                </a:solidFill>
                <a:latin typeface="+mj-lt"/>
                <a:cs typeface="Calibri"/>
              </a:rPr>
              <a:t> </a:t>
            </a:r>
            <a:r>
              <a:rPr sz="1600" spc="-5" dirty="0">
                <a:solidFill>
                  <a:srgbClr val="0F469B"/>
                </a:solidFill>
                <a:latin typeface="+mj-lt"/>
                <a:cs typeface="Calibri"/>
              </a:rPr>
              <a:t>of </a:t>
            </a:r>
            <a:r>
              <a:rPr sz="1600" spc="-10" dirty="0">
                <a:solidFill>
                  <a:srgbClr val="0F469B"/>
                </a:solidFill>
                <a:latin typeface="+mj-lt"/>
                <a:cs typeface="Calibri"/>
              </a:rPr>
              <a:t>expressing</a:t>
            </a:r>
            <a:r>
              <a:rPr sz="1600" spc="10" dirty="0">
                <a:solidFill>
                  <a:srgbClr val="0F469B"/>
                </a:solidFill>
                <a:latin typeface="+mj-lt"/>
                <a:cs typeface="Calibri"/>
              </a:rPr>
              <a:t> </a:t>
            </a:r>
            <a:r>
              <a:rPr sz="1600" spc="-5" dirty="0">
                <a:solidFill>
                  <a:srgbClr val="0F469B"/>
                </a:solidFill>
                <a:latin typeface="+mj-lt"/>
                <a:cs typeface="Calibri"/>
              </a:rPr>
              <a:t>a </a:t>
            </a:r>
            <a:r>
              <a:rPr sz="1600" spc="-10" dirty="0">
                <a:solidFill>
                  <a:srgbClr val="0F469B"/>
                </a:solidFill>
                <a:latin typeface="+mj-lt"/>
                <a:cs typeface="Calibri"/>
              </a:rPr>
              <a:t>good</a:t>
            </a:r>
            <a:r>
              <a:rPr sz="1600" dirty="0">
                <a:solidFill>
                  <a:srgbClr val="0F469B"/>
                </a:solidFill>
                <a:latin typeface="+mj-lt"/>
                <a:cs typeface="Calibri"/>
              </a:rPr>
              <a:t> </a:t>
            </a:r>
            <a:r>
              <a:rPr sz="1600" spc="-10" dirty="0">
                <a:solidFill>
                  <a:srgbClr val="0F469B"/>
                </a:solidFill>
                <a:latin typeface="+mj-lt"/>
                <a:cs typeface="Calibri"/>
              </a:rPr>
              <a:t>degree</a:t>
            </a:r>
            <a:r>
              <a:rPr sz="1600" spc="10" dirty="0">
                <a:solidFill>
                  <a:srgbClr val="0F469B"/>
                </a:solidFill>
                <a:latin typeface="+mj-lt"/>
                <a:cs typeface="Calibri"/>
              </a:rPr>
              <a:t> </a:t>
            </a:r>
            <a:r>
              <a:rPr sz="1600" spc="-5" dirty="0">
                <a:solidFill>
                  <a:srgbClr val="0F469B"/>
                </a:solidFill>
                <a:latin typeface="+mj-lt"/>
                <a:cs typeface="Calibri"/>
              </a:rPr>
              <a:t>of</a:t>
            </a:r>
            <a:r>
              <a:rPr sz="1600" spc="10" dirty="0">
                <a:solidFill>
                  <a:srgbClr val="0F469B"/>
                </a:solidFill>
                <a:latin typeface="+mj-lt"/>
                <a:cs typeface="Calibri"/>
              </a:rPr>
              <a:t> </a:t>
            </a:r>
            <a:r>
              <a:rPr sz="1600" spc="-15" dirty="0">
                <a:solidFill>
                  <a:srgbClr val="0F469B"/>
                </a:solidFill>
                <a:latin typeface="+mj-lt"/>
                <a:cs typeface="Calibri"/>
              </a:rPr>
              <a:t>granularity.</a:t>
            </a:r>
            <a:endParaRPr sz="1600" dirty="0">
              <a:latin typeface="+mj-lt"/>
              <a:cs typeface="Calibri"/>
            </a:endParaRPr>
          </a:p>
          <a:p>
            <a:pPr>
              <a:lnSpc>
                <a:spcPct val="100000"/>
              </a:lnSpc>
              <a:spcBef>
                <a:spcPts val="30"/>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5" dirty="0">
                <a:solidFill>
                  <a:srgbClr val="0F469B"/>
                </a:solidFill>
                <a:latin typeface="+mj-lt"/>
                <a:cs typeface="Calibri"/>
              </a:rPr>
              <a:t>It</a:t>
            </a:r>
            <a:r>
              <a:rPr sz="1600" spc="-10" dirty="0">
                <a:solidFill>
                  <a:srgbClr val="0F469B"/>
                </a:solidFill>
                <a:latin typeface="+mj-lt"/>
                <a:cs typeface="Calibri"/>
              </a:rPr>
              <a:t> </a:t>
            </a:r>
            <a:r>
              <a:rPr sz="1600" spc="-5" dirty="0">
                <a:solidFill>
                  <a:srgbClr val="0F469B"/>
                </a:solidFill>
                <a:latin typeface="+mj-lt"/>
                <a:cs typeface="Calibri"/>
              </a:rPr>
              <a:t>has</a:t>
            </a:r>
            <a:r>
              <a:rPr sz="1600" spc="5" dirty="0">
                <a:solidFill>
                  <a:srgbClr val="0F469B"/>
                </a:solidFill>
                <a:latin typeface="+mj-lt"/>
                <a:cs typeface="Calibri"/>
              </a:rPr>
              <a:t> </a:t>
            </a:r>
            <a:r>
              <a:rPr sz="1600" spc="-5" dirty="0">
                <a:solidFill>
                  <a:srgbClr val="0F469B"/>
                </a:solidFill>
                <a:latin typeface="+mj-lt"/>
                <a:cs typeface="Calibri"/>
              </a:rPr>
              <a:t>the</a:t>
            </a:r>
            <a:r>
              <a:rPr sz="1600" spc="10" dirty="0">
                <a:solidFill>
                  <a:srgbClr val="0F469B"/>
                </a:solidFill>
                <a:latin typeface="+mj-lt"/>
                <a:cs typeface="Calibri"/>
              </a:rPr>
              <a:t> </a:t>
            </a:r>
            <a:r>
              <a:rPr sz="1600" spc="-5" dirty="0">
                <a:solidFill>
                  <a:srgbClr val="0F469B"/>
                </a:solidFill>
                <a:latin typeface="+mj-lt"/>
                <a:cs typeface="Calibri"/>
              </a:rPr>
              <a:t>ability</a:t>
            </a:r>
            <a:r>
              <a:rPr sz="1600" spc="-20" dirty="0">
                <a:solidFill>
                  <a:srgbClr val="0F469B"/>
                </a:solidFill>
                <a:latin typeface="+mj-lt"/>
                <a:cs typeface="Calibri"/>
              </a:rPr>
              <a:t> </a:t>
            </a:r>
            <a:r>
              <a:rPr sz="1600" spc="-10" dirty="0">
                <a:solidFill>
                  <a:srgbClr val="0F469B"/>
                </a:solidFill>
                <a:latin typeface="+mj-lt"/>
                <a:cs typeface="Calibri"/>
              </a:rPr>
              <a:t>to</a:t>
            </a:r>
            <a:r>
              <a:rPr sz="1600" spc="5" dirty="0">
                <a:solidFill>
                  <a:srgbClr val="0F469B"/>
                </a:solidFill>
                <a:latin typeface="+mj-lt"/>
                <a:cs typeface="Calibri"/>
              </a:rPr>
              <a:t> </a:t>
            </a:r>
            <a:r>
              <a:rPr sz="1600" spc="-10" dirty="0">
                <a:solidFill>
                  <a:srgbClr val="0F469B"/>
                </a:solidFill>
                <a:latin typeface="+mj-lt"/>
                <a:cs typeface="Calibri"/>
              </a:rPr>
              <a:t>support</a:t>
            </a:r>
            <a:r>
              <a:rPr sz="1600" spc="30" dirty="0">
                <a:solidFill>
                  <a:srgbClr val="0F469B"/>
                </a:solidFill>
                <a:latin typeface="+mj-lt"/>
                <a:cs typeface="Calibri"/>
              </a:rPr>
              <a:t> </a:t>
            </a:r>
            <a:r>
              <a:rPr sz="1600" spc="-15" dirty="0">
                <a:solidFill>
                  <a:srgbClr val="0F469B"/>
                </a:solidFill>
                <a:latin typeface="+mj-lt"/>
                <a:cs typeface="Calibri"/>
              </a:rPr>
              <a:t>different</a:t>
            </a:r>
            <a:r>
              <a:rPr sz="1600" spc="-5" dirty="0">
                <a:solidFill>
                  <a:srgbClr val="0F469B"/>
                </a:solidFill>
                <a:latin typeface="+mj-lt"/>
                <a:cs typeface="Calibri"/>
              </a:rPr>
              <a:t> </a:t>
            </a:r>
            <a:r>
              <a:rPr sz="1600" spc="-10" dirty="0">
                <a:solidFill>
                  <a:srgbClr val="0F469B"/>
                </a:solidFill>
                <a:latin typeface="+mj-lt"/>
                <a:cs typeface="Calibri"/>
              </a:rPr>
              <a:t>levels</a:t>
            </a:r>
            <a:r>
              <a:rPr sz="1600" spc="20" dirty="0">
                <a:solidFill>
                  <a:srgbClr val="0F469B"/>
                </a:solidFill>
                <a:latin typeface="+mj-lt"/>
                <a:cs typeface="Calibri"/>
              </a:rPr>
              <a:t> </a:t>
            </a:r>
            <a:r>
              <a:rPr sz="1600" spc="-5" dirty="0">
                <a:solidFill>
                  <a:srgbClr val="0F469B"/>
                </a:solidFill>
                <a:latin typeface="+mj-lt"/>
                <a:cs typeface="Calibri"/>
              </a:rPr>
              <a:t>of</a:t>
            </a:r>
            <a:r>
              <a:rPr sz="1600" spc="5" dirty="0">
                <a:solidFill>
                  <a:srgbClr val="0F469B"/>
                </a:solidFill>
                <a:latin typeface="+mj-lt"/>
                <a:cs typeface="Calibri"/>
              </a:rPr>
              <a:t> </a:t>
            </a:r>
            <a:r>
              <a:rPr sz="1600" spc="-10" dirty="0">
                <a:solidFill>
                  <a:srgbClr val="0F469B"/>
                </a:solidFill>
                <a:latin typeface="+mj-lt"/>
                <a:cs typeface="Calibri"/>
              </a:rPr>
              <a:t>granularity </a:t>
            </a:r>
            <a:r>
              <a:rPr sz="1600" spc="-5" dirty="0">
                <a:solidFill>
                  <a:srgbClr val="0F469B"/>
                </a:solidFill>
                <a:latin typeface="+mj-lt"/>
                <a:cs typeface="Calibri"/>
              </a:rPr>
              <a:t>in</a:t>
            </a:r>
            <a:r>
              <a:rPr sz="1600" spc="5" dirty="0">
                <a:solidFill>
                  <a:srgbClr val="0F469B"/>
                </a:solidFill>
                <a:latin typeface="+mj-lt"/>
                <a:cs typeface="Calibri"/>
              </a:rPr>
              <a:t> </a:t>
            </a:r>
            <a:r>
              <a:rPr sz="1600" spc="-15" dirty="0">
                <a:solidFill>
                  <a:srgbClr val="0F469B"/>
                </a:solidFill>
                <a:latin typeface="+mj-lt"/>
                <a:cs typeface="Calibri"/>
              </a:rPr>
              <a:t>different</a:t>
            </a:r>
            <a:r>
              <a:rPr sz="1600" spc="-5" dirty="0">
                <a:solidFill>
                  <a:srgbClr val="0F469B"/>
                </a:solidFill>
                <a:latin typeface="+mj-lt"/>
                <a:cs typeface="Calibri"/>
              </a:rPr>
              <a:t> </a:t>
            </a:r>
            <a:r>
              <a:rPr sz="1600" spc="-10" dirty="0">
                <a:solidFill>
                  <a:srgbClr val="0F469B"/>
                </a:solidFill>
                <a:latin typeface="+mj-lt"/>
                <a:cs typeface="Calibri"/>
              </a:rPr>
              <a:t>categories</a:t>
            </a:r>
            <a:r>
              <a:rPr sz="1600" spc="15" dirty="0">
                <a:solidFill>
                  <a:srgbClr val="0F469B"/>
                </a:solidFill>
                <a:latin typeface="+mj-lt"/>
                <a:cs typeface="Calibri"/>
              </a:rPr>
              <a:t> </a:t>
            </a:r>
            <a:r>
              <a:rPr sz="1600" spc="-5" dirty="0">
                <a:solidFill>
                  <a:srgbClr val="0F469B"/>
                </a:solidFill>
                <a:latin typeface="+mj-lt"/>
                <a:cs typeface="Calibri"/>
              </a:rPr>
              <a:t>(so</a:t>
            </a:r>
            <a:r>
              <a:rPr sz="1600" spc="25" dirty="0">
                <a:solidFill>
                  <a:srgbClr val="0F469B"/>
                </a:solidFill>
                <a:latin typeface="+mj-lt"/>
                <a:cs typeface="Calibri"/>
              </a:rPr>
              <a:t> </a:t>
            </a:r>
            <a:r>
              <a:rPr sz="1600" spc="-10" dirty="0">
                <a:solidFill>
                  <a:srgbClr val="0F469B"/>
                </a:solidFill>
                <a:latin typeface="+mj-lt"/>
                <a:cs typeface="Calibri"/>
              </a:rPr>
              <a:t>that</a:t>
            </a:r>
            <a:r>
              <a:rPr sz="1600" spc="-5" dirty="0">
                <a:solidFill>
                  <a:srgbClr val="0F469B"/>
                </a:solidFill>
                <a:latin typeface="+mj-lt"/>
                <a:cs typeface="Calibri"/>
              </a:rPr>
              <a:t> drill</a:t>
            </a:r>
            <a:r>
              <a:rPr sz="1600" spc="-15" dirty="0">
                <a:solidFill>
                  <a:srgbClr val="0F469B"/>
                </a:solidFill>
                <a:latin typeface="+mj-lt"/>
                <a:cs typeface="Calibri"/>
              </a:rPr>
              <a:t> </a:t>
            </a:r>
            <a:r>
              <a:rPr sz="1600" spc="-10" dirty="0">
                <a:solidFill>
                  <a:srgbClr val="0F469B"/>
                </a:solidFill>
                <a:latin typeface="+mj-lt"/>
                <a:cs typeface="Calibri"/>
              </a:rPr>
              <a:t>down</a:t>
            </a:r>
            <a:r>
              <a:rPr sz="1600" spc="30" dirty="0">
                <a:solidFill>
                  <a:srgbClr val="0F469B"/>
                </a:solidFill>
                <a:latin typeface="+mj-lt"/>
                <a:cs typeface="Calibri"/>
              </a:rPr>
              <a:t> </a:t>
            </a:r>
            <a:r>
              <a:rPr sz="1600" spc="-5" dirty="0">
                <a:solidFill>
                  <a:srgbClr val="0F469B"/>
                </a:solidFill>
                <a:latin typeface="+mj-lt"/>
                <a:cs typeface="Calibri"/>
              </a:rPr>
              <a:t>is</a:t>
            </a:r>
            <a:r>
              <a:rPr sz="1600" spc="5" dirty="0">
                <a:solidFill>
                  <a:srgbClr val="0F469B"/>
                </a:solidFill>
                <a:latin typeface="+mj-lt"/>
                <a:cs typeface="Calibri"/>
              </a:rPr>
              <a:t> </a:t>
            </a:r>
            <a:r>
              <a:rPr sz="1600" spc="-5" dirty="0">
                <a:solidFill>
                  <a:srgbClr val="0F469B"/>
                </a:solidFill>
                <a:latin typeface="+mj-lt"/>
                <a:cs typeface="Calibri"/>
              </a:rPr>
              <a:t>only</a:t>
            </a:r>
            <a:r>
              <a:rPr sz="1600" spc="10" dirty="0">
                <a:solidFill>
                  <a:srgbClr val="0F469B"/>
                </a:solidFill>
                <a:latin typeface="+mj-lt"/>
                <a:cs typeface="Calibri"/>
              </a:rPr>
              <a:t> </a:t>
            </a:r>
            <a:r>
              <a:rPr sz="1600" spc="-10" dirty="0">
                <a:solidFill>
                  <a:srgbClr val="0F469B"/>
                </a:solidFill>
                <a:latin typeface="+mj-lt"/>
                <a:cs typeface="Calibri"/>
              </a:rPr>
              <a:t>available</a:t>
            </a:r>
            <a:r>
              <a:rPr sz="1600" spc="-20" dirty="0">
                <a:solidFill>
                  <a:srgbClr val="0F469B"/>
                </a:solidFill>
                <a:latin typeface="+mj-lt"/>
                <a:cs typeface="Calibri"/>
              </a:rPr>
              <a:t> </a:t>
            </a:r>
            <a:r>
              <a:rPr sz="1600" dirty="0">
                <a:solidFill>
                  <a:srgbClr val="0F469B"/>
                </a:solidFill>
                <a:latin typeface="+mj-lt"/>
                <a:cs typeface="Calibri"/>
              </a:rPr>
              <a:t>where</a:t>
            </a:r>
            <a:r>
              <a:rPr sz="1600" spc="50" dirty="0">
                <a:solidFill>
                  <a:srgbClr val="0F469B"/>
                </a:solidFill>
                <a:latin typeface="+mj-lt"/>
                <a:cs typeface="Calibri"/>
              </a:rPr>
              <a:t> </a:t>
            </a:r>
            <a:r>
              <a:rPr sz="1600" spc="-5" dirty="0">
                <a:solidFill>
                  <a:srgbClr val="0F469B"/>
                </a:solidFill>
                <a:latin typeface="+mj-lt"/>
                <a:cs typeface="Calibri"/>
              </a:rPr>
              <a:t>it </a:t>
            </a:r>
            <a:r>
              <a:rPr sz="1600" spc="-15" dirty="0">
                <a:solidFill>
                  <a:srgbClr val="0F469B"/>
                </a:solidFill>
                <a:latin typeface="+mj-lt"/>
                <a:cs typeface="Calibri"/>
              </a:rPr>
              <a:t>makes</a:t>
            </a:r>
            <a:r>
              <a:rPr sz="1600" spc="15" dirty="0">
                <a:solidFill>
                  <a:srgbClr val="0F469B"/>
                </a:solidFill>
                <a:latin typeface="+mj-lt"/>
                <a:cs typeface="Calibri"/>
              </a:rPr>
              <a:t> </a:t>
            </a:r>
            <a:r>
              <a:rPr sz="1600" spc="-10" dirty="0">
                <a:solidFill>
                  <a:srgbClr val="0F469B"/>
                </a:solidFill>
                <a:latin typeface="+mj-lt"/>
                <a:cs typeface="Calibri"/>
              </a:rPr>
              <a:t>sense)</a:t>
            </a:r>
            <a:endParaRPr sz="1600" dirty="0">
              <a:latin typeface="+mj-lt"/>
              <a:cs typeface="Calibri"/>
            </a:endParaRPr>
          </a:p>
          <a:p>
            <a:pPr>
              <a:lnSpc>
                <a:spcPct val="100000"/>
              </a:lnSpc>
              <a:spcBef>
                <a:spcPts val="25"/>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5" dirty="0">
                <a:solidFill>
                  <a:srgbClr val="0F469B"/>
                </a:solidFill>
                <a:latin typeface="+mj-lt"/>
                <a:cs typeface="Calibri"/>
              </a:rPr>
              <a:t>It</a:t>
            </a:r>
            <a:r>
              <a:rPr sz="1600" spc="-15" dirty="0">
                <a:solidFill>
                  <a:srgbClr val="0F469B"/>
                </a:solidFill>
                <a:latin typeface="+mj-lt"/>
                <a:cs typeface="Calibri"/>
              </a:rPr>
              <a:t> </a:t>
            </a:r>
            <a:r>
              <a:rPr sz="1600" spc="-5" dirty="0">
                <a:solidFill>
                  <a:srgbClr val="0F469B"/>
                </a:solidFill>
                <a:latin typeface="+mj-lt"/>
                <a:cs typeface="Calibri"/>
              </a:rPr>
              <a:t>is managed</a:t>
            </a:r>
            <a:r>
              <a:rPr sz="1600" spc="-15" dirty="0">
                <a:solidFill>
                  <a:srgbClr val="0F469B"/>
                </a:solidFill>
                <a:latin typeface="+mj-lt"/>
                <a:cs typeface="Calibri"/>
              </a:rPr>
              <a:t> </a:t>
            </a:r>
            <a:r>
              <a:rPr sz="1600" spc="-5" dirty="0">
                <a:solidFill>
                  <a:srgbClr val="0F469B"/>
                </a:solidFill>
                <a:latin typeface="+mj-lt"/>
                <a:cs typeface="Calibri"/>
              </a:rPr>
              <a:t>and</a:t>
            </a:r>
            <a:r>
              <a:rPr sz="1600" spc="-15" dirty="0">
                <a:solidFill>
                  <a:srgbClr val="0F469B"/>
                </a:solidFill>
                <a:latin typeface="+mj-lt"/>
                <a:cs typeface="Calibri"/>
              </a:rPr>
              <a:t> </a:t>
            </a:r>
            <a:r>
              <a:rPr sz="1600" spc="-10" dirty="0">
                <a:solidFill>
                  <a:srgbClr val="0F469B"/>
                </a:solidFill>
                <a:latin typeface="+mj-lt"/>
                <a:cs typeface="Calibri"/>
              </a:rPr>
              <a:t>updated</a:t>
            </a:r>
            <a:r>
              <a:rPr sz="1600" spc="-15" dirty="0">
                <a:solidFill>
                  <a:srgbClr val="0F469B"/>
                </a:solidFill>
                <a:latin typeface="+mj-lt"/>
                <a:cs typeface="Calibri"/>
              </a:rPr>
              <a:t> </a:t>
            </a:r>
            <a:r>
              <a:rPr sz="1600" spc="-5" dirty="0">
                <a:solidFill>
                  <a:srgbClr val="0F469B"/>
                </a:solidFill>
                <a:latin typeface="+mj-lt"/>
                <a:cs typeface="Calibri"/>
              </a:rPr>
              <a:t>on</a:t>
            </a:r>
            <a:r>
              <a:rPr sz="1600" spc="10" dirty="0">
                <a:solidFill>
                  <a:srgbClr val="0F469B"/>
                </a:solidFill>
                <a:latin typeface="+mj-lt"/>
                <a:cs typeface="Calibri"/>
              </a:rPr>
              <a:t> </a:t>
            </a:r>
            <a:r>
              <a:rPr sz="1600" spc="-5" dirty="0">
                <a:solidFill>
                  <a:srgbClr val="0F469B"/>
                </a:solidFill>
                <a:latin typeface="+mj-lt"/>
                <a:cs typeface="Calibri"/>
              </a:rPr>
              <a:t>a regular</a:t>
            </a:r>
            <a:r>
              <a:rPr sz="1600" spc="5" dirty="0">
                <a:solidFill>
                  <a:srgbClr val="0F469B"/>
                </a:solidFill>
                <a:latin typeface="+mj-lt"/>
                <a:cs typeface="Calibri"/>
              </a:rPr>
              <a:t> </a:t>
            </a:r>
            <a:r>
              <a:rPr sz="1600" spc="-5" dirty="0">
                <a:solidFill>
                  <a:srgbClr val="0F469B"/>
                </a:solidFill>
                <a:latin typeface="+mj-lt"/>
                <a:cs typeface="Calibri"/>
              </a:rPr>
              <a:t>basis</a:t>
            </a:r>
            <a:r>
              <a:rPr sz="1600" spc="-30" dirty="0">
                <a:solidFill>
                  <a:srgbClr val="0F469B"/>
                </a:solidFill>
                <a:latin typeface="+mj-lt"/>
                <a:cs typeface="Calibri"/>
              </a:rPr>
              <a:t> </a:t>
            </a:r>
            <a:r>
              <a:rPr sz="1600" spc="-10" dirty="0">
                <a:solidFill>
                  <a:srgbClr val="0F469B"/>
                </a:solidFill>
                <a:latin typeface="+mj-lt"/>
                <a:cs typeface="Calibri"/>
              </a:rPr>
              <a:t>by</a:t>
            </a:r>
            <a:r>
              <a:rPr sz="1600" spc="5" dirty="0">
                <a:solidFill>
                  <a:srgbClr val="0F469B"/>
                </a:solidFill>
                <a:latin typeface="+mj-lt"/>
                <a:cs typeface="Calibri"/>
              </a:rPr>
              <a:t> </a:t>
            </a:r>
            <a:r>
              <a:rPr sz="1600" spc="-5" dirty="0">
                <a:solidFill>
                  <a:srgbClr val="0F469B"/>
                </a:solidFill>
                <a:latin typeface="+mj-lt"/>
                <a:cs typeface="Calibri"/>
              </a:rPr>
              <a:t>the</a:t>
            </a:r>
            <a:r>
              <a:rPr sz="1600" spc="5" dirty="0">
                <a:solidFill>
                  <a:srgbClr val="0F469B"/>
                </a:solidFill>
                <a:latin typeface="+mj-lt"/>
                <a:cs typeface="Calibri"/>
              </a:rPr>
              <a:t> </a:t>
            </a:r>
            <a:r>
              <a:rPr sz="1600" spc="-5" dirty="0">
                <a:solidFill>
                  <a:srgbClr val="0F469B"/>
                </a:solidFill>
                <a:latin typeface="+mj-lt"/>
                <a:cs typeface="Calibri"/>
              </a:rPr>
              <a:t>United</a:t>
            </a:r>
            <a:r>
              <a:rPr sz="1600" spc="-10" dirty="0">
                <a:solidFill>
                  <a:srgbClr val="0F469B"/>
                </a:solidFill>
                <a:latin typeface="+mj-lt"/>
                <a:cs typeface="Calibri"/>
              </a:rPr>
              <a:t> </a:t>
            </a:r>
            <a:r>
              <a:rPr sz="1600" spc="-5" dirty="0">
                <a:solidFill>
                  <a:srgbClr val="0F469B"/>
                </a:solidFill>
                <a:latin typeface="+mj-lt"/>
                <a:cs typeface="Calibri"/>
              </a:rPr>
              <a:t>Nations and</a:t>
            </a:r>
            <a:r>
              <a:rPr sz="1600" spc="-15" dirty="0">
                <a:solidFill>
                  <a:srgbClr val="0F469B"/>
                </a:solidFill>
                <a:latin typeface="+mj-lt"/>
                <a:cs typeface="Calibri"/>
              </a:rPr>
              <a:t> </a:t>
            </a:r>
            <a:r>
              <a:rPr sz="1600" spc="-5" dirty="0">
                <a:solidFill>
                  <a:srgbClr val="0F469B"/>
                </a:solidFill>
                <a:latin typeface="+mj-lt"/>
                <a:cs typeface="Calibri"/>
              </a:rPr>
              <a:t>GS1</a:t>
            </a:r>
            <a:r>
              <a:rPr sz="1600" spc="15" dirty="0">
                <a:solidFill>
                  <a:srgbClr val="0F469B"/>
                </a:solidFill>
                <a:latin typeface="+mj-lt"/>
                <a:cs typeface="Calibri"/>
              </a:rPr>
              <a:t> </a:t>
            </a:r>
            <a:r>
              <a:rPr sz="1600" spc="-5" dirty="0">
                <a:solidFill>
                  <a:srgbClr val="0F469B"/>
                </a:solidFill>
                <a:latin typeface="+mj-lt"/>
                <a:cs typeface="Calibri"/>
              </a:rPr>
              <a:t>US</a:t>
            </a:r>
            <a:endParaRPr sz="1600" dirty="0">
              <a:latin typeface="+mj-lt"/>
              <a:cs typeface="Calibri"/>
            </a:endParaRPr>
          </a:p>
          <a:p>
            <a:pPr>
              <a:lnSpc>
                <a:spcPct val="100000"/>
              </a:lnSpc>
              <a:spcBef>
                <a:spcPts val="30"/>
              </a:spcBef>
              <a:buClr>
                <a:srgbClr val="0F469B"/>
              </a:buClr>
              <a:buFont typeface="Wingdings"/>
              <a:buChar char=""/>
            </a:pPr>
            <a:endParaRPr sz="1550" dirty="0">
              <a:latin typeface="+mj-lt"/>
              <a:cs typeface="Calibri"/>
            </a:endParaRPr>
          </a:p>
          <a:p>
            <a:pPr marL="245745" indent="-233679">
              <a:lnSpc>
                <a:spcPct val="100000"/>
              </a:lnSpc>
              <a:buFont typeface="Wingdings"/>
              <a:buChar char=""/>
              <a:tabLst>
                <a:tab pos="246379" algn="l"/>
              </a:tabLst>
            </a:pPr>
            <a:r>
              <a:rPr sz="1600" spc="-5" dirty="0">
                <a:solidFill>
                  <a:srgbClr val="0F469B"/>
                </a:solidFill>
                <a:latin typeface="+mj-lt"/>
                <a:cs typeface="Calibri"/>
              </a:rPr>
              <a:t>Easier</a:t>
            </a:r>
            <a:r>
              <a:rPr sz="1600" dirty="0">
                <a:solidFill>
                  <a:srgbClr val="0F469B"/>
                </a:solidFill>
                <a:latin typeface="+mj-lt"/>
                <a:cs typeface="Calibri"/>
              </a:rPr>
              <a:t> </a:t>
            </a:r>
            <a:r>
              <a:rPr sz="1600" spc="-10" dirty="0">
                <a:solidFill>
                  <a:srgbClr val="0F469B"/>
                </a:solidFill>
                <a:latin typeface="+mj-lt"/>
                <a:cs typeface="Calibri"/>
              </a:rPr>
              <a:t>navigation</a:t>
            </a:r>
            <a:r>
              <a:rPr sz="1600" spc="-25" dirty="0">
                <a:solidFill>
                  <a:srgbClr val="0F469B"/>
                </a:solidFill>
                <a:latin typeface="+mj-lt"/>
                <a:cs typeface="Calibri"/>
              </a:rPr>
              <a:t> </a:t>
            </a:r>
            <a:r>
              <a:rPr sz="1600" spc="-10" dirty="0">
                <a:solidFill>
                  <a:srgbClr val="0F469B"/>
                </a:solidFill>
                <a:latin typeface="+mj-lt"/>
                <a:cs typeface="Calibri"/>
              </a:rPr>
              <a:t>by</a:t>
            </a:r>
            <a:r>
              <a:rPr sz="1600" spc="10" dirty="0">
                <a:solidFill>
                  <a:srgbClr val="0F469B"/>
                </a:solidFill>
                <a:latin typeface="+mj-lt"/>
                <a:cs typeface="Calibri"/>
              </a:rPr>
              <a:t> </a:t>
            </a:r>
            <a:r>
              <a:rPr sz="1600" spc="-10" dirty="0">
                <a:solidFill>
                  <a:srgbClr val="0F469B"/>
                </a:solidFill>
                <a:latin typeface="+mj-lt"/>
                <a:cs typeface="Calibri"/>
              </a:rPr>
              <a:t>commodity</a:t>
            </a:r>
            <a:r>
              <a:rPr sz="1600" spc="5" dirty="0">
                <a:solidFill>
                  <a:srgbClr val="0F469B"/>
                </a:solidFill>
                <a:latin typeface="+mj-lt"/>
                <a:cs typeface="Calibri"/>
              </a:rPr>
              <a:t> </a:t>
            </a:r>
            <a:r>
              <a:rPr sz="1600" spc="-15" dirty="0">
                <a:solidFill>
                  <a:srgbClr val="0F469B"/>
                </a:solidFill>
                <a:latin typeface="+mj-lt"/>
                <a:cs typeface="Calibri"/>
              </a:rPr>
              <a:t>for</a:t>
            </a:r>
            <a:r>
              <a:rPr sz="1600" spc="15" dirty="0">
                <a:solidFill>
                  <a:srgbClr val="0F469B"/>
                </a:solidFill>
                <a:latin typeface="+mj-lt"/>
                <a:cs typeface="Calibri"/>
              </a:rPr>
              <a:t> </a:t>
            </a:r>
            <a:r>
              <a:rPr sz="1600" spc="-5" dirty="0">
                <a:solidFill>
                  <a:srgbClr val="0F469B"/>
                </a:solidFill>
                <a:latin typeface="+mj-lt"/>
                <a:cs typeface="Calibri"/>
              </a:rPr>
              <a:t>end</a:t>
            </a:r>
            <a:r>
              <a:rPr sz="1600" spc="10" dirty="0">
                <a:solidFill>
                  <a:srgbClr val="0F469B"/>
                </a:solidFill>
                <a:latin typeface="+mj-lt"/>
                <a:cs typeface="Calibri"/>
              </a:rPr>
              <a:t> </a:t>
            </a:r>
            <a:r>
              <a:rPr sz="1600" spc="-15" dirty="0">
                <a:solidFill>
                  <a:srgbClr val="0F469B"/>
                </a:solidFill>
                <a:latin typeface="+mj-lt"/>
                <a:cs typeface="Calibri"/>
              </a:rPr>
              <a:t>users</a:t>
            </a:r>
            <a:r>
              <a:rPr sz="1600" spc="10" dirty="0">
                <a:solidFill>
                  <a:srgbClr val="0F469B"/>
                </a:solidFill>
                <a:latin typeface="+mj-lt"/>
                <a:cs typeface="Calibri"/>
              </a:rPr>
              <a:t> </a:t>
            </a:r>
            <a:r>
              <a:rPr sz="1600" spc="-10" dirty="0">
                <a:solidFill>
                  <a:srgbClr val="0F469B"/>
                </a:solidFill>
                <a:latin typeface="+mj-lt"/>
                <a:cs typeface="Calibri"/>
              </a:rPr>
              <a:t>to</a:t>
            </a:r>
            <a:r>
              <a:rPr sz="1600" dirty="0">
                <a:solidFill>
                  <a:srgbClr val="0F469B"/>
                </a:solidFill>
                <a:latin typeface="+mj-lt"/>
                <a:cs typeface="Calibri"/>
              </a:rPr>
              <a:t> </a:t>
            </a:r>
            <a:r>
              <a:rPr sz="1600" spc="-5" dirty="0">
                <a:solidFill>
                  <a:srgbClr val="0F469B"/>
                </a:solidFill>
                <a:latin typeface="+mj-lt"/>
                <a:cs typeface="Calibri"/>
              </a:rPr>
              <a:t>find</a:t>
            </a:r>
            <a:r>
              <a:rPr sz="1600" spc="-25" dirty="0">
                <a:solidFill>
                  <a:srgbClr val="0F469B"/>
                </a:solidFill>
                <a:latin typeface="+mj-lt"/>
                <a:cs typeface="Calibri"/>
              </a:rPr>
              <a:t> </a:t>
            </a:r>
            <a:r>
              <a:rPr sz="1600" spc="-5" dirty="0">
                <a:solidFill>
                  <a:srgbClr val="0F469B"/>
                </a:solidFill>
                <a:latin typeface="+mj-lt"/>
                <a:cs typeface="Calibri"/>
              </a:rPr>
              <a:t>items</a:t>
            </a:r>
            <a:r>
              <a:rPr sz="1600" dirty="0">
                <a:solidFill>
                  <a:srgbClr val="0F469B"/>
                </a:solidFill>
                <a:latin typeface="+mj-lt"/>
                <a:cs typeface="Calibri"/>
              </a:rPr>
              <a:t> </a:t>
            </a:r>
            <a:r>
              <a:rPr sz="1600" spc="-10" dirty="0">
                <a:solidFill>
                  <a:srgbClr val="0F469B"/>
                </a:solidFill>
                <a:latin typeface="+mj-lt"/>
                <a:cs typeface="Calibri"/>
              </a:rPr>
              <a:t>to</a:t>
            </a:r>
            <a:r>
              <a:rPr sz="1600" dirty="0">
                <a:solidFill>
                  <a:srgbClr val="0F469B"/>
                </a:solidFill>
                <a:latin typeface="+mj-lt"/>
                <a:cs typeface="Calibri"/>
              </a:rPr>
              <a:t> </a:t>
            </a:r>
            <a:r>
              <a:rPr sz="1600" spc="-5" dirty="0">
                <a:solidFill>
                  <a:srgbClr val="0F469B"/>
                </a:solidFill>
                <a:latin typeface="+mj-lt"/>
                <a:cs typeface="Calibri"/>
              </a:rPr>
              <a:t>be</a:t>
            </a:r>
            <a:r>
              <a:rPr sz="1600" dirty="0">
                <a:solidFill>
                  <a:srgbClr val="0F469B"/>
                </a:solidFill>
                <a:latin typeface="+mj-lt"/>
                <a:cs typeface="Calibri"/>
              </a:rPr>
              <a:t> </a:t>
            </a:r>
            <a:r>
              <a:rPr sz="1600" spc="-5" dirty="0">
                <a:solidFill>
                  <a:srgbClr val="0F469B"/>
                </a:solidFill>
                <a:latin typeface="+mj-lt"/>
                <a:cs typeface="Calibri"/>
              </a:rPr>
              <a:t>requisitioned</a:t>
            </a:r>
            <a:endParaRPr sz="1600" dirty="0">
              <a:latin typeface="+mj-lt"/>
              <a:cs typeface="Calibri"/>
            </a:endParaRPr>
          </a:p>
          <a:p>
            <a:pPr>
              <a:lnSpc>
                <a:spcPct val="100000"/>
              </a:lnSpc>
              <a:spcBef>
                <a:spcPts val="50"/>
              </a:spcBef>
              <a:buClr>
                <a:srgbClr val="0F469B"/>
              </a:buClr>
              <a:buFont typeface="Wingdings"/>
              <a:buChar char=""/>
            </a:pPr>
            <a:endParaRPr sz="1850" dirty="0">
              <a:latin typeface="+mj-lt"/>
              <a:cs typeface="Calibri"/>
            </a:endParaRPr>
          </a:p>
          <a:p>
            <a:pPr marL="245745" marR="171450" indent="-233679">
              <a:lnSpc>
                <a:spcPct val="80000"/>
              </a:lnSpc>
              <a:buFont typeface="Wingdings"/>
              <a:buChar char=""/>
              <a:tabLst>
                <a:tab pos="246379" algn="l"/>
              </a:tabLst>
            </a:pPr>
            <a:r>
              <a:rPr sz="1600" spc="-5" dirty="0">
                <a:solidFill>
                  <a:srgbClr val="0F469B"/>
                </a:solidFill>
                <a:latin typeface="+mj-lt"/>
                <a:cs typeface="Calibri"/>
              </a:rPr>
              <a:t>It</a:t>
            </a:r>
            <a:r>
              <a:rPr sz="1600" spc="-10" dirty="0">
                <a:solidFill>
                  <a:srgbClr val="0F469B"/>
                </a:solidFill>
                <a:latin typeface="+mj-lt"/>
                <a:cs typeface="Calibri"/>
              </a:rPr>
              <a:t> </a:t>
            </a:r>
            <a:r>
              <a:rPr sz="1600" spc="-5" dirty="0">
                <a:solidFill>
                  <a:srgbClr val="0F469B"/>
                </a:solidFill>
                <a:latin typeface="+mj-lt"/>
                <a:cs typeface="Calibri"/>
              </a:rPr>
              <a:t>is</a:t>
            </a:r>
            <a:r>
              <a:rPr sz="1600" dirty="0">
                <a:solidFill>
                  <a:srgbClr val="0F469B"/>
                </a:solidFill>
                <a:latin typeface="+mj-lt"/>
                <a:cs typeface="Calibri"/>
              </a:rPr>
              <a:t> </a:t>
            </a:r>
            <a:r>
              <a:rPr sz="1600" spc="-5" dirty="0">
                <a:solidFill>
                  <a:srgbClr val="0F469B"/>
                </a:solidFill>
                <a:latin typeface="+mj-lt"/>
                <a:cs typeface="Calibri"/>
              </a:rPr>
              <a:t>a</a:t>
            </a:r>
            <a:r>
              <a:rPr sz="1600" spc="5" dirty="0">
                <a:solidFill>
                  <a:srgbClr val="0F469B"/>
                </a:solidFill>
                <a:latin typeface="+mj-lt"/>
                <a:cs typeface="Calibri"/>
              </a:rPr>
              <a:t> </a:t>
            </a:r>
            <a:r>
              <a:rPr sz="1600" spc="-10" dirty="0">
                <a:solidFill>
                  <a:srgbClr val="0F469B"/>
                </a:solidFill>
                <a:latin typeface="+mj-lt"/>
                <a:cs typeface="Calibri"/>
              </a:rPr>
              <a:t>hierarchical</a:t>
            </a:r>
            <a:r>
              <a:rPr sz="1600" spc="-5" dirty="0">
                <a:solidFill>
                  <a:srgbClr val="0F469B"/>
                </a:solidFill>
                <a:latin typeface="+mj-lt"/>
                <a:cs typeface="Calibri"/>
              </a:rPr>
              <a:t> </a:t>
            </a:r>
            <a:r>
              <a:rPr sz="1600" spc="-20" dirty="0">
                <a:solidFill>
                  <a:srgbClr val="0F469B"/>
                </a:solidFill>
                <a:latin typeface="+mj-lt"/>
                <a:cs typeface="Calibri"/>
              </a:rPr>
              <a:t>taxonomy</a:t>
            </a:r>
            <a:r>
              <a:rPr sz="1600" spc="15" dirty="0">
                <a:solidFill>
                  <a:srgbClr val="0F469B"/>
                </a:solidFill>
                <a:latin typeface="+mj-lt"/>
                <a:cs typeface="Calibri"/>
              </a:rPr>
              <a:t> </a:t>
            </a:r>
            <a:r>
              <a:rPr sz="1600" spc="-10" dirty="0">
                <a:solidFill>
                  <a:srgbClr val="0F469B"/>
                </a:solidFill>
                <a:latin typeface="+mj-lt"/>
                <a:cs typeface="Calibri"/>
              </a:rPr>
              <a:t>that </a:t>
            </a:r>
            <a:r>
              <a:rPr sz="1600" spc="-5" dirty="0">
                <a:solidFill>
                  <a:srgbClr val="0F469B"/>
                </a:solidFill>
                <a:latin typeface="+mj-lt"/>
                <a:cs typeface="Calibri"/>
              </a:rPr>
              <a:t>enables</a:t>
            </a:r>
            <a:r>
              <a:rPr sz="1600" spc="10" dirty="0">
                <a:solidFill>
                  <a:srgbClr val="0F469B"/>
                </a:solidFill>
                <a:latin typeface="+mj-lt"/>
                <a:cs typeface="Calibri"/>
              </a:rPr>
              <a:t> </a:t>
            </a:r>
            <a:r>
              <a:rPr sz="1600" spc="-15" dirty="0">
                <a:solidFill>
                  <a:srgbClr val="0F469B"/>
                </a:solidFill>
                <a:latin typeface="+mj-lt"/>
                <a:cs typeface="Calibri"/>
              </a:rPr>
              <a:t>users</a:t>
            </a:r>
            <a:r>
              <a:rPr sz="1600" spc="10" dirty="0">
                <a:solidFill>
                  <a:srgbClr val="0F469B"/>
                </a:solidFill>
                <a:latin typeface="+mj-lt"/>
                <a:cs typeface="Calibri"/>
              </a:rPr>
              <a:t> </a:t>
            </a:r>
            <a:r>
              <a:rPr sz="1600" spc="-10" dirty="0">
                <a:solidFill>
                  <a:srgbClr val="0F469B"/>
                </a:solidFill>
                <a:latin typeface="+mj-lt"/>
                <a:cs typeface="Calibri"/>
              </a:rPr>
              <a:t>to</a:t>
            </a:r>
            <a:r>
              <a:rPr sz="1600" spc="15" dirty="0">
                <a:solidFill>
                  <a:srgbClr val="0F469B"/>
                </a:solidFill>
                <a:latin typeface="+mj-lt"/>
                <a:cs typeface="Calibri"/>
              </a:rPr>
              <a:t> </a:t>
            </a:r>
            <a:r>
              <a:rPr sz="1600" spc="-10" dirty="0">
                <a:solidFill>
                  <a:srgbClr val="0F469B"/>
                </a:solidFill>
                <a:latin typeface="+mj-lt"/>
                <a:cs typeface="Calibri"/>
              </a:rPr>
              <a:t>“roll</a:t>
            </a:r>
            <a:r>
              <a:rPr sz="1600" spc="5" dirty="0">
                <a:solidFill>
                  <a:srgbClr val="0F469B"/>
                </a:solidFill>
                <a:latin typeface="+mj-lt"/>
                <a:cs typeface="Calibri"/>
              </a:rPr>
              <a:t> </a:t>
            </a:r>
            <a:r>
              <a:rPr sz="1600" spc="-10" dirty="0">
                <a:solidFill>
                  <a:srgbClr val="0F469B"/>
                </a:solidFill>
                <a:latin typeface="+mj-lt"/>
                <a:cs typeface="Calibri"/>
              </a:rPr>
              <a:t>up”</a:t>
            </a:r>
            <a:r>
              <a:rPr sz="1600" spc="10" dirty="0">
                <a:solidFill>
                  <a:srgbClr val="0F469B"/>
                </a:solidFill>
                <a:latin typeface="+mj-lt"/>
                <a:cs typeface="Calibri"/>
              </a:rPr>
              <a:t> </a:t>
            </a:r>
            <a:r>
              <a:rPr sz="1600" spc="-5" dirty="0">
                <a:solidFill>
                  <a:srgbClr val="0F469B"/>
                </a:solidFill>
                <a:latin typeface="+mj-lt"/>
                <a:cs typeface="Calibri"/>
              </a:rPr>
              <a:t>or</a:t>
            </a:r>
            <a:r>
              <a:rPr sz="1600" spc="15" dirty="0">
                <a:solidFill>
                  <a:srgbClr val="0F469B"/>
                </a:solidFill>
                <a:latin typeface="+mj-lt"/>
                <a:cs typeface="Calibri"/>
              </a:rPr>
              <a:t> </a:t>
            </a:r>
            <a:r>
              <a:rPr sz="1600" spc="-20" dirty="0">
                <a:solidFill>
                  <a:srgbClr val="0F469B"/>
                </a:solidFill>
                <a:latin typeface="+mj-lt"/>
                <a:cs typeface="Calibri"/>
              </a:rPr>
              <a:t>“drill</a:t>
            </a:r>
            <a:r>
              <a:rPr sz="1600" dirty="0">
                <a:solidFill>
                  <a:srgbClr val="0F469B"/>
                </a:solidFill>
                <a:latin typeface="+mj-lt"/>
                <a:cs typeface="Calibri"/>
              </a:rPr>
              <a:t> </a:t>
            </a:r>
            <a:r>
              <a:rPr sz="1600" spc="-10" dirty="0">
                <a:solidFill>
                  <a:srgbClr val="0F469B"/>
                </a:solidFill>
                <a:latin typeface="+mj-lt"/>
                <a:cs typeface="Calibri"/>
              </a:rPr>
              <a:t>down”</a:t>
            </a:r>
            <a:r>
              <a:rPr sz="1600" spc="30" dirty="0">
                <a:solidFill>
                  <a:srgbClr val="0F469B"/>
                </a:solidFill>
                <a:latin typeface="+mj-lt"/>
                <a:cs typeface="Calibri"/>
              </a:rPr>
              <a:t> </a:t>
            </a:r>
            <a:r>
              <a:rPr sz="1600" spc="-5" dirty="0">
                <a:solidFill>
                  <a:srgbClr val="0F469B"/>
                </a:solidFill>
                <a:latin typeface="+mj-lt"/>
                <a:cs typeface="Calibri"/>
              </a:rPr>
              <a:t>their</a:t>
            </a:r>
            <a:r>
              <a:rPr sz="1600" spc="15" dirty="0">
                <a:solidFill>
                  <a:srgbClr val="0F469B"/>
                </a:solidFill>
                <a:latin typeface="+mj-lt"/>
                <a:cs typeface="Calibri"/>
              </a:rPr>
              <a:t> </a:t>
            </a:r>
            <a:r>
              <a:rPr sz="1600" spc="-5" dirty="0">
                <a:solidFill>
                  <a:srgbClr val="0F469B"/>
                </a:solidFill>
                <a:latin typeface="+mj-lt"/>
                <a:cs typeface="Calibri"/>
              </a:rPr>
              <a:t>spending analysis</a:t>
            </a:r>
            <a:r>
              <a:rPr sz="1600" spc="-30" dirty="0">
                <a:solidFill>
                  <a:srgbClr val="0F469B"/>
                </a:solidFill>
                <a:latin typeface="+mj-lt"/>
                <a:cs typeface="Calibri"/>
              </a:rPr>
              <a:t> </a:t>
            </a:r>
            <a:r>
              <a:rPr sz="1600" spc="-5" dirty="0">
                <a:solidFill>
                  <a:srgbClr val="0F469B"/>
                </a:solidFill>
                <a:latin typeface="+mj-lt"/>
                <a:cs typeface="Calibri"/>
              </a:rPr>
              <a:t>in</a:t>
            </a:r>
            <a:r>
              <a:rPr sz="1600" dirty="0">
                <a:solidFill>
                  <a:srgbClr val="0F469B"/>
                </a:solidFill>
                <a:latin typeface="+mj-lt"/>
                <a:cs typeface="Calibri"/>
              </a:rPr>
              <a:t> </a:t>
            </a:r>
            <a:r>
              <a:rPr sz="1600" spc="-15" dirty="0">
                <a:solidFill>
                  <a:srgbClr val="0F469B"/>
                </a:solidFill>
                <a:latin typeface="+mj-lt"/>
                <a:cs typeface="Calibri"/>
              </a:rPr>
              <a:t>order</a:t>
            </a:r>
            <a:r>
              <a:rPr sz="1600" spc="35" dirty="0">
                <a:solidFill>
                  <a:srgbClr val="0F469B"/>
                </a:solidFill>
                <a:latin typeface="+mj-lt"/>
                <a:cs typeface="Calibri"/>
              </a:rPr>
              <a:t> </a:t>
            </a:r>
            <a:r>
              <a:rPr sz="1600" spc="-10" dirty="0">
                <a:solidFill>
                  <a:srgbClr val="0F469B"/>
                </a:solidFill>
                <a:latin typeface="+mj-lt"/>
                <a:cs typeface="Calibri"/>
              </a:rPr>
              <a:t>to</a:t>
            </a:r>
            <a:r>
              <a:rPr sz="1600" spc="10" dirty="0">
                <a:solidFill>
                  <a:srgbClr val="0F469B"/>
                </a:solidFill>
                <a:latin typeface="+mj-lt"/>
                <a:cs typeface="Calibri"/>
              </a:rPr>
              <a:t> </a:t>
            </a:r>
            <a:r>
              <a:rPr sz="1600" spc="-10" dirty="0">
                <a:solidFill>
                  <a:srgbClr val="0F469B"/>
                </a:solidFill>
                <a:latin typeface="+mj-lt"/>
                <a:cs typeface="Calibri"/>
              </a:rPr>
              <a:t>obtain</a:t>
            </a:r>
            <a:r>
              <a:rPr sz="1600" spc="5" dirty="0">
                <a:solidFill>
                  <a:srgbClr val="0F469B"/>
                </a:solidFill>
                <a:latin typeface="+mj-lt"/>
                <a:cs typeface="Calibri"/>
              </a:rPr>
              <a:t> </a:t>
            </a:r>
            <a:r>
              <a:rPr sz="1600" spc="-5" dirty="0">
                <a:solidFill>
                  <a:srgbClr val="0F469B"/>
                </a:solidFill>
                <a:latin typeface="+mj-lt"/>
                <a:cs typeface="Calibri"/>
              </a:rPr>
              <a:t>the</a:t>
            </a:r>
            <a:r>
              <a:rPr sz="1600" spc="90" dirty="0">
                <a:solidFill>
                  <a:srgbClr val="0F469B"/>
                </a:solidFill>
                <a:latin typeface="+mj-lt"/>
                <a:cs typeface="Calibri"/>
              </a:rPr>
              <a:t> </a:t>
            </a:r>
            <a:r>
              <a:rPr sz="1600" spc="-10" dirty="0">
                <a:solidFill>
                  <a:srgbClr val="0F469B"/>
                </a:solidFill>
                <a:latin typeface="+mj-lt"/>
                <a:cs typeface="Calibri"/>
              </a:rPr>
              <a:t>desired</a:t>
            </a:r>
            <a:r>
              <a:rPr sz="1600" spc="30" dirty="0">
                <a:solidFill>
                  <a:srgbClr val="0F469B"/>
                </a:solidFill>
                <a:latin typeface="+mj-lt"/>
                <a:cs typeface="Calibri"/>
              </a:rPr>
              <a:t> </a:t>
            </a:r>
            <a:r>
              <a:rPr sz="1600" spc="-10" dirty="0">
                <a:solidFill>
                  <a:srgbClr val="0F469B"/>
                </a:solidFill>
                <a:latin typeface="+mj-lt"/>
                <a:cs typeface="Calibri"/>
              </a:rPr>
              <a:t>level</a:t>
            </a:r>
            <a:r>
              <a:rPr sz="1600" spc="5" dirty="0">
                <a:solidFill>
                  <a:srgbClr val="0F469B"/>
                </a:solidFill>
                <a:latin typeface="+mj-lt"/>
                <a:cs typeface="Calibri"/>
              </a:rPr>
              <a:t> </a:t>
            </a:r>
            <a:r>
              <a:rPr sz="1600" spc="-10" dirty="0">
                <a:solidFill>
                  <a:srgbClr val="0F469B"/>
                </a:solidFill>
                <a:latin typeface="+mj-lt"/>
                <a:cs typeface="Calibri"/>
              </a:rPr>
              <a:t>of </a:t>
            </a:r>
            <a:r>
              <a:rPr sz="1600" spc="-5" dirty="0">
                <a:solidFill>
                  <a:srgbClr val="0F469B"/>
                </a:solidFill>
                <a:latin typeface="+mj-lt"/>
                <a:cs typeface="Calibri"/>
              </a:rPr>
              <a:t> specificity</a:t>
            </a:r>
            <a:endParaRPr sz="1600" dirty="0">
              <a:latin typeface="+mj-lt"/>
              <a:cs typeface="Calibri"/>
            </a:endParaRPr>
          </a:p>
        </p:txBody>
      </p:sp>
      <p:sp>
        <p:nvSpPr>
          <p:cNvPr id="4" name="object 4"/>
          <p:cNvSpPr txBox="1"/>
          <p:nvPr/>
        </p:nvSpPr>
        <p:spPr>
          <a:xfrm>
            <a:off x="5358129" y="6621881"/>
            <a:ext cx="1478280" cy="223520"/>
          </a:xfrm>
          <a:prstGeom prst="rect">
            <a:avLst/>
          </a:prstGeom>
        </p:spPr>
        <p:txBody>
          <a:bodyPr vert="horz" wrap="square" lIns="0" tIns="12065" rIns="0" bIns="0" rtlCol="0">
            <a:spAutoFit/>
          </a:bodyPr>
          <a:lstStyle/>
          <a:p>
            <a:pPr marL="12700">
              <a:lnSpc>
                <a:spcPct val="100000"/>
              </a:lnSpc>
              <a:spcBef>
                <a:spcPts val="95"/>
              </a:spcBef>
            </a:pPr>
            <a:r>
              <a:rPr sz="1300" spc="-20" dirty="0">
                <a:solidFill>
                  <a:srgbClr val="1F487C"/>
                </a:solidFill>
                <a:latin typeface="Verdana"/>
                <a:cs typeface="Verdana"/>
                <a:hlinkClick r:id="rId2"/>
              </a:rPr>
              <a:t>www.pilogint.com</a:t>
            </a:r>
            <a:endParaRPr sz="1300">
              <a:latin typeface="Verdana"/>
              <a:cs typeface="Verdana"/>
            </a:endParaRPr>
          </a:p>
        </p:txBody>
      </p:sp>
      <p:sp>
        <p:nvSpPr>
          <p:cNvPr id="5" name="object 5"/>
          <p:cNvSpPr txBox="1"/>
          <p:nvPr/>
        </p:nvSpPr>
        <p:spPr>
          <a:xfrm>
            <a:off x="11933935" y="6589877"/>
            <a:ext cx="230504"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23</a:t>
            </a:r>
            <a:endParaRPr sz="1600">
              <a:latin typeface="Calibri"/>
              <a:cs typeface="Calibri"/>
            </a:endParaRPr>
          </a:p>
        </p:txBody>
      </p:sp>
      <p:sp>
        <p:nvSpPr>
          <p:cNvPr id="6" name="object 6"/>
          <p:cNvSpPr txBox="1"/>
          <p:nvPr/>
        </p:nvSpPr>
        <p:spPr>
          <a:xfrm>
            <a:off x="426821" y="6551168"/>
            <a:ext cx="46545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257682"/>
            <a:ext cx="7951470" cy="376555"/>
          </a:xfrm>
          <a:prstGeom prst="rect">
            <a:avLst/>
          </a:prstGeom>
        </p:spPr>
        <p:txBody>
          <a:bodyPr vert="horz" wrap="square" lIns="0" tIns="12700" rIns="0" bIns="0" rtlCol="0">
            <a:spAutoFit/>
          </a:bodyPr>
          <a:lstStyle/>
          <a:p>
            <a:pPr marL="12700">
              <a:lnSpc>
                <a:spcPct val="100000"/>
              </a:lnSpc>
              <a:spcBef>
                <a:spcPts val="100"/>
              </a:spcBef>
            </a:pPr>
            <a:r>
              <a:rPr sz="2300" spc="-135" dirty="0">
                <a:solidFill>
                  <a:srgbClr val="0F469B"/>
                </a:solidFill>
                <a:latin typeface="+mj-lt"/>
              </a:rPr>
              <a:t>PiLog’s</a:t>
            </a:r>
            <a:r>
              <a:rPr sz="2300" spc="-310" dirty="0">
                <a:solidFill>
                  <a:srgbClr val="0F469B"/>
                </a:solidFill>
                <a:latin typeface="+mj-lt"/>
              </a:rPr>
              <a:t> </a:t>
            </a:r>
            <a:r>
              <a:rPr sz="2300" spc="-165" dirty="0">
                <a:solidFill>
                  <a:srgbClr val="0F469B"/>
                </a:solidFill>
                <a:latin typeface="+mj-lt"/>
              </a:rPr>
              <a:t>Taxonomy</a:t>
            </a:r>
            <a:r>
              <a:rPr sz="2300" spc="-280" dirty="0">
                <a:solidFill>
                  <a:srgbClr val="0F469B"/>
                </a:solidFill>
                <a:latin typeface="+mj-lt"/>
              </a:rPr>
              <a:t> </a:t>
            </a:r>
            <a:r>
              <a:rPr sz="2300" dirty="0">
                <a:solidFill>
                  <a:srgbClr val="0F469B"/>
                </a:solidFill>
                <a:latin typeface="+mj-lt"/>
              </a:rPr>
              <a:t>&amp;</a:t>
            </a:r>
            <a:r>
              <a:rPr sz="2300" spc="-265" dirty="0">
                <a:solidFill>
                  <a:srgbClr val="0F469B"/>
                </a:solidFill>
                <a:latin typeface="+mj-lt"/>
              </a:rPr>
              <a:t> </a:t>
            </a:r>
            <a:r>
              <a:rPr sz="2300" spc="-125" dirty="0">
                <a:solidFill>
                  <a:srgbClr val="0F469B"/>
                </a:solidFill>
                <a:latin typeface="+mj-lt"/>
              </a:rPr>
              <a:t>UNSPSC</a:t>
            </a:r>
            <a:r>
              <a:rPr sz="2300" spc="-290" dirty="0">
                <a:solidFill>
                  <a:srgbClr val="0F469B"/>
                </a:solidFill>
                <a:latin typeface="+mj-lt"/>
              </a:rPr>
              <a:t> </a:t>
            </a:r>
            <a:r>
              <a:rPr sz="2300" spc="-140" dirty="0">
                <a:solidFill>
                  <a:srgbClr val="0F469B"/>
                </a:solidFill>
                <a:latin typeface="+mj-lt"/>
              </a:rPr>
              <a:t>Classification</a:t>
            </a:r>
            <a:r>
              <a:rPr sz="2300" spc="-310" dirty="0">
                <a:solidFill>
                  <a:srgbClr val="0F469B"/>
                </a:solidFill>
                <a:latin typeface="+mj-lt"/>
              </a:rPr>
              <a:t> </a:t>
            </a:r>
            <a:r>
              <a:rPr sz="2300" spc="-120" dirty="0">
                <a:solidFill>
                  <a:srgbClr val="0F469B"/>
                </a:solidFill>
                <a:latin typeface="+mj-lt"/>
              </a:rPr>
              <a:t>(PPO:</a:t>
            </a:r>
            <a:r>
              <a:rPr sz="2300" spc="-285" dirty="0">
                <a:solidFill>
                  <a:srgbClr val="0F469B"/>
                </a:solidFill>
                <a:latin typeface="+mj-lt"/>
              </a:rPr>
              <a:t> </a:t>
            </a:r>
            <a:r>
              <a:rPr sz="2300" spc="-120" dirty="0">
                <a:solidFill>
                  <a:srgbClr val="0F469B"/>
                </a:solidFill>
                <a:latin typeface="+mj-lt"/>
              </a:rPr>
              <a:t>PiLog</a:t>
            </a:r>
            <a:r>
              <a:rPr sz="2300" spc="-275" dirty="0">
                <a:solidFill>
                  <a:srgbClr val="0F469B"/>
                </a:solidFill>
                <a:latin typeface="+mj-lt"/>
              </a:rPr>
              <a:t> </a:t>
            </a:r>
            <a:r>
              <a:rPr sz="2300" spc="-140" dirty="0">
                <a:solidFill>
                  <a:srgbClr val="0F469B"/>
                </a:solidFill>
                <a:latin typeface="+mj-lt"/>
              </a:rPr>
              <a:t>Preferred</a:t>
            </a:r>
            <a:r>
              <a:rPr sz="2300" spc="-310" dirty="0">
                <a:solidFill>
                  <a:srgbClr val="0F469B"/>
                </a:solidFill>
                <a:latin typeface="+mj-lt"/>
              </a:rPr>
              <a:t> </a:t>
            </a:r>
            <a:r>
              <a:rPr sz="2300" spc="-140" dirty="0">
                <a:solidFill>
                  <a:srgbClr val="0F469B"/>
                </a:solidFill>
                <a:latin typeface="+mj-lt"/>
              </a:rPr>
              <a:t>Ontology)…</a:t>
            </a:r>
            <a:endParaRPr sz="2300" dirty="0">
              <a:latin typeface="+mj-lt"/>
            </a:endParaRPr>
          </a:p>
        </p:txBody>
      </p:sp>
      <p:grpSp>
        <p:nvGrpSpPr>
          <p:cNvPr id="3" name="object 3"/>
          <p:cNvGrpSpPr/>
          <p:nvPr/>
        </p:nvGrpSpPr>
        <p:grpSpPr>
          <a:xfrm>
            <a:off x="232790" y="923163"/>
            <a:ext cx="11691620" cy="4807585"/>
            <a:chOff x="232790" y="923163"/>
            <a:chExt cx="11691620" cy="4807585"/>
          </a:xfrm>
        </p:grpSpPr>
        <p:pic>
          <p:nvPicPr>
            <p:cNvPr id="4" name="object 4"/>
            <p:cNvPicPr/>
            <p:nvPr/>
          </p:nvPicPr>
          <p:blipFill>
            <a:blip r:embed="rId2" cstate="print"/>
            <a:stretch>
              <a:fillRect/>
            </a:stretch>
          </p:blipFill>
          <p:spPr>
            <a:xfrm>
              <a:off x="242315" y="932688"/>
              <a:ext cx="11672316" cy="4788408"/>
            </a:xfrm>
            <a:prstGeom prst="rect">
              <a:avLst/>
            </a:prstGeom>
          </p:spPr>
        </p:pic>
        <p:sp>
          <p:nvSpPr>
            <p:cNvPr id="5" name="object 5"/>
            <p:cNvSpPr/>
            <p:nvPr/>
          </p:nvSpPr>
          <p:spPr>
            <a:xfrm>
              <a:off x="237553" y="927925"/>
              <a:ext cx="11682095" cy="4798060"/>
            </a:xfrm>
            <a:custGeom>
              <a:avLst/>
              <a:gdLst/>
              <a:ahLst/>
              <a:cxnLst/>
              <a:rect l="l" t="t" r="r" b="b"/>
              <a:pathLst>
                <a:path w="11682095" h="4798060">
                  <a:moveTo>
                    <a:pt x="0" y="4797933"/>
                  </a:moveTo>
                  <a:lnTo>
                    <a:pt x="11681841" y="4797933"/>
                  </a:lnTo>
                  <a:lnTo>
                    <a:pt x="11681841" y="0"/>
                  </a:lnTo>
                  <a:lnTo>
                    <a:pt x="0" y="0"/>
                  </a:lnTo>
                  <a:lnTo>
                    <a:pt x="0" y="4797933"/>
                  </a:lnTo>
                  <a:close/>
                </a:path>
              </a:pathLst>
            </a:custGeom>
            <a:ln w="9525">
              <a:solidFill>
                <a:srgbClr val="0F469B"/>
              </a:solidFill>
            </a:ln>
          </p:spPr>
          <p:txBody>
            <a:bodyPr wrap="square" lIns="0" tIns="0" rIns="0" bIns="0" rtlCol="0"/>
            <a:lstStyle/>
            <a:p>
              <a:endParaRPr>
                <a:latin typeface="+mj-lt"/>
              </a:endParaRPr>
            </a:p>
          </p:txBody>
        </p:sp>
      </p:grpSp>
      <p:sp>
        <p:nvSpPr>
          <p:cNvPr id="6" name="object 6"/>
          <p:cNvSpPr txBox="1"/>
          <p:nvPr/>
        </p:nvSpPr>
        <p:spPr>
          <a:xfrm>
            <a:off x="247294" y="6582714"/>
            <a:ext cx="465455" cy="228600"/>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7" name="object 7"/>
          <p:cNvSpPr txBox="1"/>
          <p:nvPr/>
        </p:nvSpPr>
        <p:spPr>
          <a:xfrm>
            <a:off x="5683377" y="6636156"/>
            <a:ext cx="1768475" cy="227329"/>
          </a:xfrm>
          <a:prstGeom prst="rect">
            <a:avLst/>
          </a:prstGeom>
        </p:spPr>
        <p:txBody>
          <a:bodyPr vert="horz" wrap="square" lIns="0" tIns="12700" rIns="0" bIns="0" rtlCol="0">
            <a:spAutoFit/>
          </a:bodyPr>
          <a:lstStyle/>
          <a:p>
            <a:pPr marL="12700">
              <a:lnSpc>
                <a:spcPct val="100000"/>
              </a:lnSpc>
              <a:spcBef>
                <a:spcPts val="100"/>
              </a:spcBef>
            </a:pPr>
            <a:r>
              <a:rPr sz="1300" spc="-15" dirty="0">
                <a:solidFill>
                  <a:srgbClr val="08224E"/>
                </a:solidFill>
                <a:latin typeface="Verdana"/>
                <a:cs typeface="Verdana"/>
                <a:hlinkClick r:id="rId3"/>
              </a:rPr>
              <a:t>ww</a:t>
            </a:r>
            <a:r>
              <a:rPr sz="1300" dirty="0">
                <a:solidFill>
                  <a:srgbClr val="08224E"/>
                </a:solidFill>
                <a:latin typeface="Verdana"/>
                <a:cs typeface="Verdana"/>
                <a:hlinkClick r:id="rId3"/>
              </a:rPr>
              <a:t>w</a:t>
            </a:r>
            <a:r>
              <a:rPr sz="1300" spc="-130" dirty="0">
                <a:solidFill>
                  <a:srgbClr val="08224E"/>
                </a:solidFill>
                <a:latin typeface="Verdana"/>
                <a:cs typeface="Verdana"/>
                <a:hlinkClick r:id="rId3"/>
              </a:rPr>
              <a:t>.</a:t>
            </a:r>
            <a:r>
              <a:rPr sz="1300" spc="70" dirty="0">
                <a:solidFill>
                  <a:srgbClr val="08224E"/>
                </a:solidFill>
                <a:latin typeface="Verdana"/>
                <a:cs typeface="Verdana"/>
                <a:hlinkClick r:id="rId3"/>
              </a:rPr>
              <a:t>p</a:t>
            </a:r>
            <a:r>
              <a:rPr sz="1300" spc="-85" dirty="0">
                <a:solidFill>
                  <a:srgbClr val="08224E"/>
                </a:solidFill>
                <a:latin typeface="Verdana"/>
                <a:cs typeface="Verdana"/>
                <a:hlinkClick r:id="rId3"/>
              </a:rPr>
              <a:t>i</a:t>
            </a:r>
            <a:r>
              <a:rPr sz="1300" spc="-100" dirty="0">
                <a:solidFill>
                  <a:srgbClr val="08224E"/>
                </a:solidFill>
                <a:latin typeface="Verdana"/>
                <a:cs typeface="Verdana"/>
                <a:hlinkClick r:id="rId3"/>
              </a:rPr>
              <a:t>l</a:t>
            </a:r>
            <a:r>
              <a:rPr sz="1300" spc="60" dirty="0">
                <a:solidFill>
                  <a:srgbClr val="08224E"/>
                </a:solidFill>
                <a:latin typeface="Verdana"/>
                <a:cs typeface="Verdana"/>
                <a:hlinkClick r:id="rId3"/>
              </a:rPr>
              <a:t>o</a:t>
            </a:r>
            <a:r>
              <a:rPr sz="1300" spc="65" dirty="0">
                <a:solidFill>
                  <a:srgbClr val="08224E"/>
                </a:solidFill>
                <a:latin typeface="Verdana"/>
                <a:cs typeface="Verdana"/>
                <a:hlinkClick r:id="rId3"/>
              </a:rPr>
              <a:t>g</a:t>
            </a:r>
            <a:r>
              <a:rPr sz="1300" spc="-20" dirty="0">
                <a:solidFill>
                  <a:srgbClr val="08224E"/>
                </a:solidFill>
                <a:latin typeface="Verdana"/>
                <a:cs typeface="Verdana"/>
                <a:hlinkClick r:id="rId3"/>
              </a:rPr>
              <a:t>grou</a:t>
            </a:r>
            <a:r>
              <a:rPr sz="1300" spc="70" dirty="0">
                <a:solidFill>
                  <a:srgbClr val="08224E"/>
                </a:solidFill>
                <a:latin typeface="Verdana"/>
                <a:cs typeface="Verdana"/>
                <a:hlinkClick r:id="rId3"/>
              </a:rPr>
              <a:t>p</a:t>
            </a:r>
            <a:r>
              <a:rPr sz="1300" spc="-130" dirty="0">
                <a:solidFill>
                  <a:srgbClr val="08224E"/>
                </a:solidFill>
                <a:latin typeface="Verdana"/>
                <a:cs typeface="Verdana"/>
                <a:hlinkClick r:id="rId3"/>
              </a:rPr>
              <a:t>.</a:t>
            </a:r>
            <a:r>
              <a:rPr sz="1300" spc="110" dirty="0">
                <a:solidFill>
                  <a:srgbClr val="08224E"/>
                </a:solidFill>
                <a:latin typeface="Verdana"/>
                <a:cs typeface="Verdana"/>
                <a:hlinkClick r:id="rId3"/>
              </a:rPr>
              <a:t>co</a:t>
            </a:r>
            <a:r>
              <a:rPr sz="1300" spc="-50" dirty="0">
                <a:solidFill>
                  <a:srgbClr val="08224E"/>
                </a:solidFill>
                <a:latin typeface="Verdana"/>
                <a:cs typeface="Verdana"/>
                <a:hlinkClick r:id="rId3"/>
              </a:rPr>
              <a:t>m</a:t>
            </a:r>
            <a:endParaRPr sz="1300">
              <a:latin typeface="Verdana"/>
              <a:cs typeface="Verdana"/>
            </a:endParaRPr>
          </a:p>
        </p:txBody>
      </p:sp>
      <p:sp>
        <p:nvSpPr>
          <p:cNvPr id="8" name="object 8"/>
          <p:cNvSpPr txBox="1"/>
          <p:nvPr/>
        </p:nvSpPr>
        <p:spPr>
          <a:xfrm>
            <a:off x="11891136" y="6638493"/>
            <a:ext cx="280670" cy="228600"/>
          </a:xfrm>
          <a:prstGeom prst="rect">
            <a:avLst/>
          </a:prstGeom>
        </p:spPr>
        <p:txBody>
          <a:bodyPr vert="horz" wrap="square" lIns="0" tIns="0" rIns="0" bIns="0" rtlCol="0">
            <a:spAutoFit/>
          </a:bodyPr>
          <a:lstStyle/>
          <a:p>
            <a:pPr marL="38100">
              <a:lnSpc>
                <a:spcPts val="1620"/>
              </a:lnSpc>
            </a:pPr>
            <a:fld id="{81D60167-4931-47E6-BA6A-407CBD079E47}" type="slidenum">
              <a:rPr sz="1600" spc="-5" dirty="0">
                <a:solidFill>
                  <a:srgbClr val="FFFFFF"/>
                </a:solidFill>
                <a:latin typeface="Calibri"/>
                <a:cs typeface="Calibri"/>
              </a:rPr>
              <a:t>20</a:t>
            </a:fld>
            <a:endParaRPr sz="16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36460" y="4078597"/>
            <a:ext cx="308298" cy="261380"/>
          </a:xfrm>
          <a:prstGeom prst="rect">
            <a:avLst/>
          </a:prstGeom>
        </p:spPr>
      </p:pic>
      <p:grpSp>
        <p:nvGrpSpPr>
          <p:cNvPr id="3" name="object 3"/>
          <p:cNvGrpSpPr/>
          <p:nvPr/>
        </p:nvGrpSpPr>
        <p:grpSpPr>
          <a:xfrm>
            <a:off x="1522347" y="1682338"/>
            <a:ext cx="4667885" cy="3857625"/>
            <a:chOff x="1522347" y="1682338"/>
            <a:chExt cx="4667885" cy="3857625"/>
          </a:xfrm>
        </p:grpSpPr>
        <p:pic>
          <p:nvPicPr>
            <p:cNvPr id="4" name="object 4"/>
            <p:cNvPicPr/>
            <p:nvPr/>
          </p:nvPicPr>
          <p:blipFill>
            <a:blip r:embed="rId2" cstate="print"/>
            <a:stretch>
              <a:fillRect/>
            </a:stretch>
          </p:blipFill>
          <p:spPr>
            <a:xfrm>
              <a:off x="5881652" y="5277985"/>
              <a:ext cx="308298" cy="261380"/>
            </a:xfrm>
            <a:prstGeom prst="rect">
              <a:avLst/>
            </a:prstGeom>
          </p:spPr>
        </p:pic>
        <p:pic>
          <p:nvPicPr>
            <p:cNvPr id="5" name="object 5"/>
            <p:cNvPicPr/>
            <p:nvPr/>
          </p:nvPicPr>
          <p:blipFill>
            <a:blip r:embed="rId3" cstate="print"/>
            <a:stretch>
              <a:fillRect/>
            </a:stretch>
          </p:blipFill>
          <p:spPr>
            <a:xfrm>
              <a:off x="1522347" y="1682338"/>
              <a:ext cx="1252985" cy="498584"/>
            </a:xfrm>
            <a:prstGeom prst="rect">
              <a:avLst/>
            </a:prstGeom>
          </p:spPr>
        </p:pic>
        <p:pic>
          <p:nvPicPr>
            <p:cNvPr id="6" name="object 6"/>
            <p:cNvPicPr/>
            <p:nvPr/>
          </p:nvPicPr>
          <p:blipFill>
            <a:blip r:embed="rId4" cstate="print"/>
            <a:stretch>
              <a:fillRect/>
            </a:stretch>
          </p:blipFill>
          <p:spPr>
            <a:xfrm>
              <a:off x="1586483" y="1697723"/>
              <a:ext cx="1124724" cy="515124"/>
            </a:xfrm>
            <a:prstGeom prst="rect">
              <a:avLst/>
            </a:prstGeom>
          </p:spPr>
        </p:pic>
        <p:pic>
          <p:nvPicPr>
            <p:cNvPr id="7" name="object 7"/>
            <p:cNvPicPr/>
            <p:nvPr/>
          </p:nvPicPr>
          <p:blipFill>
            <a:blip r:embed="rId5" cstate="print"/>
            <a:stretch>
              <a:fillRect/>
            </a:stretch>
          </p:blipFill>
          <p:spPr>
            <a:xfrm>
              <a:off x="1574291" y="1714500"/>
              <a:ext cx="1153668" cy="390144"/>
            </a:xfrm>
            <a:prstGeom prst="rect">
              <a:avLst/>
            </a:prstGeom>
          </p:spPr>
        </p:pic>
        <p:sp>
          <p:nvSpPr>
            <p:cNvPr id="8" name="object 8"/>
            <p:cNvSpPr/>
            <p:nvPr/>
          </p:nvSpPr>
          <p:spPr>
            <a:xfrm>
              <a:off x="1574291" y="1714500"/>
              <a:ext cx="1153795" cy="390525"/>
            </a:xfrm>
            <a:custGeom>
              <a:avLst/>
              <a:gdLst/>
              <a:ahLst/>
              <a:cxnLst/>
              <a:rect l="l" t="t" r="r" b="b"/>
              <a:pathLst>
                <a:path w="1153795" h="390525">
                  <a:moveTo>
                    <a:pt x="0" y="65024"/>
                  </a:moveTo>
                  <a:lnTo>
                    <a:pt x="5105" y="39701"/>
                  </a:lnTo>
                  <a:lnTo>
                    <a:pt x="19034" y="19034"/>
                  </a:lnTo>
                  <a:lnTo>
                    <a:pt x="39701" y="5105"/>
                  </a:lnTo>
                  <a:lnTo>
                    <a:pt x="65024" y="0"/>
                  </a:lnTo>
                  <a:lnTo>
                    <a:pt x="1088644" y="0"/>
                  </a:lnTo>
                  <a:lnTo>
                    <a:pt x="1113966" y="5105"/>
                  </a:lnTo>
                  <a:lnTo>
                    <a:pt x="1134633" y="19034"/>
                  </a:lnTo>
                  <a:lnTo>
                    <a:pt x="1148562" y="39701"/>
                  </a:lnTo>
                  <a:lnTo>
                    <a:pt x="1153668" y="65024"/>
                  </a:lnTo>
                  <a:lnTo>
                    <a:pt x="1153668" y="325120"/>
                  </a:lnTo>
                  <a:lnTo>
                    <a:pt x="1148562" y="350442"/>
                  </a:lnTo>
                  <a:lnTo>
                    <a:pt x="1134633" y="371109"/>
                  </a:lnTo>
                  <a:lnTo>
                    <a:pt x="1113966" y="385038"/>
                  </a:lnTo>
                  <a:lnTo>
                    <a:pt x="1088644" y="390144"/>
                  </a:lnTo>
                  <a:lnTo>
                    <a:pt x="65024" y="390144"/>
                  </a:lnTo>
                  <a:lnTo>
                    <a:pt x="39701" y="385038"/>
                  </a:lnTo>
                  <a:lnTo>
                    <a:pt x="19034" y="371109"/>
                  </a:lnTo>
                  <a:lnTo>
                    <a:pt x="5105" y="350442"/>
                  </a:lnTo>
                  <a:lnTo>
                    <a:pt x="0" y="325120"/>
                  </a:lnTo>
                  <a:lnTo>
                    <a:pt x="0" y="65024"/>
                  </a:lnTo>
                  <a:close/>
                </a:path>
              </a:pathLst>
            </a:custGeom>
            <a:ln w="9525">
              <a:solidFill>
                <a:srgbClr val="497DBA"/>
              </a:solidFill>
            </a:ln>
          </p:spPr>
          <p:txBody>
            <a:bodyPr wrap="square" lIns="0" tIns="0" rIns="0" bIns="0" rtlCol="0"/>
            <a:lstStyle/>
            <a:p>
              <a:endParaRPr>
                <a:latin typeface="+mj-lt"/>
              </a:endParaRPr>
            </a:p>
          </p:txBody>
        </p:sp>
      </p:grpSp>
      <p:sp>
        <p:nvSpPr>
          <p:cNvPr id="9" name="object 9"/>
          <p:cNvSpPr txBox="1"/>
          <p:nvPr/>
        </p:nvSpPr>
        <p:spPr>
          <a:xfrm>
            <a:off x="1751202" y="1773681"/>
            <a:ext cx="801370" cy="237244"/>
          </a:xfrm>
          <a:prstGeom prst="rect">
            <a:avLst/>
          </a:prstGeom>
        </p:spPr>
        <p:txBody>
          <a:bodyPr vert="horz" wrap="square" lIns="0" tIns="13970" rIns="0" bIns="0" rtlCol="0">
            <a:spAutoFit/>
          </a:bodyPr>
          <a:lstStyle/>
          <a:p>
            <a:pPr marL="12700">
              <a:lnSpc>
                <a:spcPct val="100000"/>
              </a:lnSpc>
              <a:spcBef>
                <a:spcPts val="110"/>
              </a:spcBef>
            </a:pPr>
            <a:r>
              <a:rPr sz="1450" b="1" spc="5" dirty="0">
                <a:solidFill>
                  <a:srgbClr val="0F469B"/>
                </a:solidFill>
                <a:latin typeface="+mj-lt"/>
                <a:cs typeface="Calibri"/>
              </a:rPr>
              <a:t>Load</a:t>
            </a:r>
            <a:r>
              <a:rPr sz="1450" b="1" spc="-50" dirty="0">
                <a:solidFill>
                  <a:srgbClr val="0F469B"/>
                </a:solidFill>
                <a:latin typeface="+mj-lt"/>
                <a:cs typeface="Calibri"/>
              </a:rPr>
              <a:t> </a:t>
            </a:r>
            <a:r>
              <a:rPr sz="1450" b="1" spc="-5" dirty="0">
                <a:solidFill>
                  <a:srgbClr val="0F469B"/>
                </a:solidFill>
                <a:latin typeface="+mj-lt"/>
                <a:cs typeface="Calibri"/>
              </a:rPr>
              <a:t>Data</a:t>
            </a:r>
            <a:endParaRPr sz="1450">
              <a:latin typeface="+mj-lt"/>
              <a:cs typeface="Calibri"/>
            </a:endParaRPr>
          </a:p>
        </p:txBody>
      </p:sp>
      <p:grpSp>
        <p:nvGrpSpPr>
          <p:cNvPr id="10" name="object 10"/>
          <p:cNvGrpSpPr/>
          <p:nvPr/>
        </p:nvGrpSpPr>
        <p:grpSpPr>
          <a:xfrm>
            <a:off x="315418" y="952407"/>
            <a:ext cx="3347085" cy="2568575"/>
            <a:chOff x="315418" y="952407"/>
            <a:chExt cx="3347085" cy="2568575"/>
          </a:xfrm>
        </p:grpSpPr>
        <p:pic>
          <p:nvPicPr>
            <p:cNvPr id="11" name="object 11"/>
            <p:cNvPicPr/>
            <p:nvPr/>
          </p:nvPicPr>
          <p:blipFill>
            <a:blip r:embed="rId6" cstate="print"/>
            <a:stretch>
              <a:fillRect/>
            </a:stretch>
          </p:blipFill>
          <p:spPr>
            <a:xfrm>
              <a:off x="315418" y="952407"/>
              <a:ext cx="3346802" cy="500017"/>
            </a:xfrm>
            <a:prstGeom prst="rect">
              <a:avLst/>
            </a:prstGeom>
          </p:spPr>
        </p:pic>
        <p:pic>
          <p:nvPicPr>
            <p:cNvPr id="12" name="object 12"/>
            <p:cNvPicPr/>
            <p:nvPr/>
          </p:nvPicPr>
          <p:blipFill>
            <a:blip r:embed="rId7" cstate="print"/>
            <a:stretch>
              <a:fillRect/>
            </a:stretch>
          </p:blipFill>
          <p:spPr>
            <a:xfrm>
              <a:off x="1264919" y="967740"/>
              <a:ext cx="1444752" cy="516636"/>
            </a:xfrm>
            <a:prstGeom prst="rect">
              <a:avLst/>
            </a:prstGeom>
          </p:spPr>
        </p:pic>
        <p:pic>
          <p:nvPicPr>
            <p:cNvPr id="13" name="object 13"/>
            <p:cNvPicPr/>
            <p:nvPr/>
          </p:nvPicPr>
          <p:blipFill>
            <a:blip r:embed="rId8" cstate="print"/>
            <a:stretch>
              <a:fillRect/>
            </a:stretch>
          </p:blipFill>
          <p:spPr>
            <a:xfrm>
              <a:off x="367284" y="984504"/>
              <a:ext cx="3247643" cy="391667"/>
            </a:xfrm>
            <a:prstGeom prst="rect">
              <a:avLst/>
            </a:prstGeom>
          </p:spPr>
        </p:pic>
        <p:pic>
          <p:nvPicPr>
            <p:cNvPr id="14" name="object 14"/>
            <p:cNvPicPr/>
            <p:nvPr/>
          </p:nvPicPr>
          <p:blipFill>
            <a:blip r:embed="rId9" cstate="print"/>
            <a:stretch>
              <a:fillRect/>
            </a:stretch>
          </p:blipFill>
          <p:spPr>
            <a:xfrm>
              <a:off x="2066543" y="2054301"/>
              <a:ext cx="135534" cy="411530"/>
            </a:xfrm>
            <a:prstGeom prst="rect">
              <a:avLst/>
            </a:prstGeom>
          </p:spPr>
        </p:pic>
        <p:sp>
          <p:nvSpPr>
            <p:cNvPr id="15" name="object 15"/>
            <p:cNvSpPr/>
            <p:nvPr/>
          </p:nvSpPr>
          <p:spPr>
            <a:xfrm>
              <a:off x="2136648" y="2104644"/>
              <a:ext cx="0" cy="280670"/>
            </a:xfrm>
            <a:custGeom>
              <a:avLst/>
              <a:gdLst/>
              <a:ahLst/>
              <a:cxnLst/>
              <a:rect l="l" t="t" r="r" b="b"/>
              <a:pathLst>
                <a:path h="280669">
                  <a:moveTo>
                    <a:pt x="0" y="280415"/>
                  </a:moveTo>
                  <a:lnTo>
                    <a:pt x="0" y="0"/>
                  </a:lnTo>
                </a:path>
              </a:pathLst>
            </a:custGeom>
            <a:ln w="9525">
              <a:solidFill>
                <a:srgbClr val="497DBA"/>
              </a:solidFill>
            </a:ln>
          </p:spPr>
          <p:txBody>
            <a:bodyPr wrap="square" lIns="0" tIns="0" rIns="0" bIns="0" rtlCol="0"/>
            <a:lstStyle/>
            <a:p>
              <a:endParaRPr>
                <a:latin typeface="+mj-lt"/>
              </a:endParaRPr>
            </a:p>
          </p:txBody>
        </p:sp>
        <p:pic>
          <p:nvPicPr>
            <p:cNvPr id="16" name="object 16"/>
            <p:cNvPicPr/>
            <p:nvPr/>
          </p:nvPicPr>
          <p:blipFill>
            <a:blip r:embed="rId10" cstate="print"/>
            <a:stretch>
              <a:fillRect/>
            </a:stretch>
          </p:blipFill>
          <p:spPr>
            <a:xfrm>
              <a:off x="1082039" y="2314968"/>
              <a:ext cx="2106168" cy="1205471"/>
            </a:xfrm>
            <a:prstGeom prst="rect">
              <a:avLst/>
            </a:prstGeom>
          </p:spPr>
        </p:pic>
        <p:pic>
          <p:nvPicPr>
            <p:cNvPr id="17" name="object 17"/>
            <p:cNvPicPr/>
            <p:nvPr/>
          </p:nvPicPr>
          <p:blipFill>
            <a:blip r:embed="rId11" cstate="print"/>
            <a:stretch>
              <a:fillRect/>
            </a:stretch>
          </p:blipFill>
          <p:spPr>
            <a:xfrm>
              <a:off x="1633727" y="2599969"/>
              <a:ext cx="1001268" cy="684250"/>
            </a:xfrm>
            <a:prstGeom prst="rect">
              <a:avLst/>
            </a:prstGeom>
          </p:spPr>
        </p:pic>
        <p:pic>
          <p:nvPicPr>
            <p:cNvPr id="18" name="object 18"/>
            <p:cNvPicPr/>
            <p:nvPr/>
          </p:nvPicPr>
          <p:blipFill>
            <a:blip r:embed="rId12" cstate="print"/>
            <a:stretch>
              <a:fillRect/>
            </a:stretch>
          </p:blipFill>
          <p:spPr>
            <a:xfrm>
              <a:off x="1158240" y="2365247"/>
              <a:ext cx="1958339" cy="1068324"/>
            </a:xfrm>
            <a:prstGeom prst="rect">
              <a:avLst/>
            </a:prstGeom>
          </p:spPr>
        </p:pic>
        <p:sp>
          <p:nvSpPr>
            <p:cNvPr id="19" name="object 19"/>
            <p:cNvSpPr/>
            <p:nvPr/>
          </p:nvSpPr>
          <p:spPr>
            <a:xfrm>
              <a:off x="1158240" y="2365247"/>
              <a:ext cx="1958339" cy="1068705"/>
            </a:xfrm>
            <a:custGeom>
              <a:avLst/>
              <a:gdLst/>
              <a:ahLst/>
              <a:cxnLst/>
              <a:rect l="l" t="t" r="r" b="b"/>
              <a:pathLst>
                <a:path w="1958339" h="1068704">
                  <a:moveTo>
                    <a:pt x="0" y="534162"/>
                  </a:moveTo>
                  <a:lnTo>
                    <a:pt x="979170" y="0"/>
                  </a:lnTo>
                  <a:lnTo>
                    <a:pt x="1958339" y="534162"/>
                  </a:lnTo>
                  <a:lnTo>
                    <a:pt x="979170" y="1068324"/>
                  </a:lnTo>
                  <a:lnTo>
                    <a:pt x="0" y="534162"/>
                  </a:lnTo>
                  <a:close/>
                </a:path>
              </a:pathLst>
            </a:custGeom>
            <a:ln w="9525">
              <a:solidFill>
                <a:srgbClr val="497DBA"/>
              </a:solidFill>
            </a:ln>
          </p:spPr>
          <p:txBody>
            <a:bodyPr wrap="square" lIns="0" tIns="0" rIns="0" bIns="0" rtlCol="0"/>
            <a:lstStyle/>
            <a:p>
              <a:endParaRPr>
                <a:latin typeface="+mj-lt"/>
              </a:endParaRPr>
            </a:p>
          </p:txBody>
        </p:sp>
      </p:grpSp>
      <p:sp>
        <p:nvSpPr>
          <p:cNvPr id="20" name="object 20"/>
          <p:cNvSpPr txBox="1"/>
          <p:nvPr/>
        </p:nvSpPr>
        <p:spPr>
          <a:xfrm>
            <a:off x="1985898" y="2673857"/>
            <a:ext cx="302260" cy="216726"/>
          </a:xfrm>
          <a:prstGeom prst="rect">
            <a:avLst/>
          </a:prstGeom>
        </p:spPr>
        <p:txBody>
          <a:bodyPr vert="horz" wrap="square" lIns="0" tIns="16510" rIns="0" bIns="0" rtlCol="0">
            <a:spAutoFit/>
          </a:bodyPr>
          <a:lstStyle/>
          <a:p>
            <a:pPr marL="12700">
              <a:lnSpc>
                <a:spcPct val="100000"/>
              </a:lnSpc>
              <a:spcBef>
                <a:spcPts val="130"/>
              </a:spcBef>
            </a:pPr>
            <a:r>
              <a:rPr sz="1300" b="1" spc="5" dirty="0">
                <a:solidFill>
                  <a:srgbClr val="0F469B"/>
                </a:solidFill>
                <a:latin typeface="+mj-lt"/>
                <a:cs typeface="Calibri"/>
              </a:rPr>
              <a:t>R</a:t>
            </a:r>
            <a:r>
              <a:rPr sz="1300" b="1" spc="15" dirty="0">
                <a:solidFill>
                  <a:srgbClr val="0F469B"/>
                </a:solidFill>
                <a:latin typeface="+mj-lt"/>
                <a:cs typeface="Calibri"/>
              </a:rPr>
              <a:t>un</a:t>
            </a:r>
            <a:endParaRPr sz="1300">
              <a:latin typeface="+mj-lt"/>
              <a:cs typeface="Calibri"/>
            </a:endParaRPr>
          </a:p>
        </p:txBody>
      </p:sp>
      <p:sp>
        <p:nvSpPr>
          <p:cNvPr id="21" name="object 21"/>
          <p:cNvSpPr txBox="1"/>
          <p:nvPr/>
        </p:nvSpPr>
        <p:spPr>
          <a:xfrm>
            <a:off x="1787779" y="2876550"/>
            <a:ext cx="697865" cy="216726"/>
          </a:xfrm>
          <a:prstGeom prst="rect">
            <a:avLst/>
          </a:prstGeom>
        </p:spPr>
        <p:txBody>
          <a:bodyPr vert="horz" wrap="square" lIns="0" tIns="16510" rIns="0" bIns="0" rtlCol="0">
            <a:spAutoFit/>
          </a:bodyPr>
          <a:lstStyle/>
          <a:p>
            <a:pPr marL="12700">
              <a:lnSpc>
                <a:spcPct val="100000"/>
              </a:lnSpc>
              <a:spcBef>
                <a:spcPts val="130"/>
              </a:spcBef>
            </a:pPr>
            <a:r>
              <a:rPr sz="1300" b="1" spc="15" dirty="0">
                <a:solidFill>
                  <a:srgbClr val="0F469B"/>
                </a:solidFill>
                <a:latin typeface="+mj-lt"/>
                <a:cs typeface="Calibri"/>
              </a:rPr>
              <a:t>Anal</a:t>
            </a:r>
            <a:r>
              <a:rPr sz="1300" b="1" spc="5" dirty="0">
                <a:solidFill>
                  <a:srgbClr val="0F469B"/>
                </a:solidFill>
                <a:latin typeface="+mj-lt"/>
                <a:cs typeface="Calibri"/>
              </a:rPr>
              <a:t>y</a:t>
            </a:r>
            <a:r>
              <a:rPr sz="1300" b="1" spc="-20" dirty="0">
                <a:solidFill>
                  <a:srgbClr val="0F469B"/>
                </a:solidFill>
                <a:latin typeface="+mj-lt"/>
                <a:cs typeface="Calibri"/>
              </a:rPr>
              <a:t>z</a:t>
            </a:r>
            <a:r>
              <a:rPr sz="1300" b="1" spc="10" dirty="0">
                <a:solidFill>
                  <a:srgbClr val="0F469B"/>
                </a:solidFill>
                <a:latin typeface="+mj-lt"/>
                <a:cs typeface="Calibri"/>
              </a:rPr>
              <a:t>e</a:t>
            </a:r>
            <a:r>
              <a:rPr sz="1300" b="1" spc="-10" dirty="0">
                <a:solidFill>
                  <a:srgbClr val="0F469B"/>
                </a:solidFill>
                <a:latin typeface="+mj-lt"/>
                <a:cs typeface="Calibri"/>
              </a:rPr>
              <a:t>r</a:t>
            </a:r>
            <a:r>
              <a:rPr sz="1300" b="1" spc="10" dirty="0">
                <a:solidFill>
                  <a:srgbClr val="0F469B"/>
                </a:solidFill>
                <a:latin typeface="+mj-lt"/>
                <a:cs typeface="Calibri"/>
              </a:rPr>
              <a:t>s</a:t>
            </a:r>
            <a:endParaRPr sz="1300">
              <a:latin typeface="+mj-lt"/>
              <a:cs typeface="Calibri"/>
            </a:endParaRPr>
          </a:p>
        </p:txBody>
      </p:sp>
      <p:grpSp>
        <p:nvGrpSpPr>
          <p:cNvPr id="22" name="object 22"/>
          <p:cNvGrpSpPr/>
          <p:nvPr/>
        </p:nvGrpSpPr>
        <p:grpSpPr>
          <a:xfrm>
            <a:off x="1365415" y="3909008"/>
            <a:ext cx="1537970" cy="838835"/>
            <a:chOff x="1365415" y="3909008"/>
            <a:chExt cx="1537970" cy="838835"/>
          </a:xfrm>
        </p:grpSpPr>
        <p:pic>
          <p:nvPicPr>
            <p:cNvPr id="23" name="object 23"/>
            <p:cNvPicPr/>
            <p:nvPr/>
          </p:nvPicPr>
          <p:blipFill>
            <a:blip r:embed="rId13" cstate="print"/>
            <a:stretch>
              <a:fillRect/>
            </a:stretch>
          </p:blipFill>
          <p:spPr>
            <a:xfrm>
              <a:off x="1365415" y="3909008"/>
              <a:ext cx="1537892" cy="838283"/>
            </a:xfrm>
            <a:prstGeom prst="rect">
              <a:avLst/>
            </a:prstGeom>
          </p:spPr>
        </p:pic>
        <p:pic>
          <p:nvPicPr>
            <p:cNvPr id="24" name="object 24"/>
            <p:cNvPicPr/>
            <p:nvPr/>
          </p:nvPicPr>
          <p:blipFill>
            <a:blip r:embed="rId14" cstate="print"/>
            <a:stretch>
              <a:fillRect/>
            </a:stretch>
          </p:blipFill>
          <p:spPr>
            <a:xfrm>
              <a:off x="1382267" y="4093464"/>
              <a:ext cx="1505712" cy="516636"/>
            </a:xfrm>
            <a:prstGeom prst="rect">
              <a:avLst/>
            </a:prstGeom>
          </p:spPr>
        </p:pic>
        <p:pic>
          <p:nvPicPr>
            <p:cNvPr id="25" name="object 25"/>
            <p:cNvPicPr/>
            <p:nvPr/>
          </p:nvPicPr>
          <p:blipFill>
            <a:blip r:embed="rId15" cstate="print"/>
            <a:stretch>
              <a:fillRect/>
            </a:stretch>
          </p:blipFill>
          <p:spPr>
            <a:xfrm>
              <a:off x="1417319" y="3941064"/>
              <a:ext cx="1438656" cy="729995"/>
            </a:xfrm>
            <a:prstGeom prst="rect">
              <a:avLst/>
            </a:prstGeom>
          </p:spPr>
        </p:pic>
        <p:sp>
          <p:nvSpPr>
            <p:cNvPr id="26" name="object 26"/>
            <p:cNvSpPr/>
            <p:nvPr/>
          </p:nvSpPr>
          <p:spPr>
            <a:xfrm>
              <a:off x="1417319" y="3941064"/>
              <a:ext cx="1438910" cy="730250"/>
            </a:xfrm>
            <a:custGeom>
              <a:avLst/>
              <a:gdLst/>
              <a:ahLst/>
              <a:cxnLst/>
              <a:rect l="l" t="t" r="r" b="b"/>
              <a:pathLst>
                <a:path w="1438910" h="730250">
                  <a:moveTo>
                    <a:pt x="0" y="729995"/>
                  </a:moveTo>
                  <a:lnTo>
                    <a:pt x="1438656" y="729995"/>
                  </a:lnTo>
                  <a:lnTo>
                    <a:pt x="1438656" y="0"/>
                  </a:lnTo>
                  <a:lnTo>
                    <a:pt x="0" y="0"/>
                  </a:lnTo>
                  <a:lnTo>
                    <a:pt x="0" y="729995"/>
                  </a:lnTo>
                  <a:close/>
                </a:path>
              </a:pathLst>
            </a:custGeom>
            <a:ln w="9525">
              <a:solidFill>
                <a:srgbClr val="497DBA"/>
              </a:solidFill>
            </a:ln>
          </p:spPr>
          <p:txBody>
            <a:bodyPr wrap="square" lIns="0" tIns="0" rIns="0" bIns="0" rtlCol="0"/>
            <a:lstStyle/>
            <a:p>
              <a:endParaRPr>
                <a:latin typeface="+mj-lt"/>
              </a:endParaRPr>
            </a:p>
          </p:txBody>
        </p:sp>
      </p:grpSp>
      <p:sp>
        <p:nvSpPr>
          <p:cNvPr id="27" name="object 27"/>
          <p:cNvSpPr txBox="1"/>
          <p:nvPr/>
        </p:nvSpPr>
        <p:spPr>
          <a:xfrm>
            <a:off x="1417319" y="3941064"/>
            <a:ext cx="1438910" cy="480260"/>
          </a:xfrm>
          <a:prstGeom prst="rect">
            <a:avLst/>
          </a:prstGeom>
          <a:ln w="9525">
            <a:solidFill>
              <a:srgbClr val="497DBA"/>
            </a:solidFill>
          </a:ln>
        </p:spPr>
        <p:txBody>
          <a:bodyPr vert="horz" wrap="square" lIns="0" tIns="3175" rIns="0" bIns="0" rtlCol="0">
            <a:spAutoFit/>
          </a:bodyPr>
          <a:lstStyle/>
          <a:p>
            <a:pPr>
              <a:lnSpc>
                <a:spcPct val="100000"/>
              </a:lnSpc>
              <a:spcBef>
                <a:spcPts val="25"/>
              </a:spcBef>
            </a:pPr>
            <a:endParaRPr sz="1650">
              <a:latin typeface="+mj-lt"/>
              <a:cs typeface="Times New Roman"/>
            </a:endParaRPr>
          </a:p>
          <a:p>
            <a:pPr marL="140970">
              <a:lnSpc>
                <a:spcPct val="100000"/>
              </a:lnSpc>
            </a:pPr>
            <a:r>
              <a:rPr sz="1450" b="1" spc="-5" dirty="0">
                <a:solidFill>
                  <a:srgbClr val="0F469B"/>
                </a:solidFill>
                <a:latin typeface="+mj-lt"/>
                <a:cs typeface="Calibri"/>
              </a:rPr>
              <a:t>Review</a:t>
            </a:r>
            <a:r>
              <a:rPr sz="1450" b="1" spc="5" dirty="0">
                <a:solidFill>
                  <a:srgbClr val="0F469B"/>
                </a:solidFill>
                <a:latin typeface="+mj-lt"/>
                <a:cs typeface="Calibri"/>
              </a:rPr>
              <a:t> </a:t>
            </a:r>
            <a:r>
              <a:rPr sz="1450" b="1" spc="-5" dirty="0">
                <a:solidFill>
                  <a:srgbClr val="0F469B"/>
                </a:solidFill>
                <a:latin typeface="+mj-lt"/>
                <a:cs typeface="Calibri"/>
              </a:rPr>
              <a:t>Results</a:t>
            </a:r>
            <a:endParaRPr sz="1450">
              <a:latin typeface="+mj-lt"/>
              <a:cs typeface="Calibri"/>
            </a:endParaRPr>
          </a:p>
        </p:txBody>
      </p:sp>
      <p:grpSp>
        <p:nvGrpSpPr>
          <p:cNvPr id="28" name="object 28"/>
          <p:cNvGrpSpPr/>
          <p:nvPr/>
        </p:nvGrpSpPr>
        <p:grpSpPr>
          <a:xfrm>
            <a:off x="2051304" y="1438668"/>
            <a:ext cx="3870960" cy="3822700"/>
            <a:chOff x="2051304" y="1438668"/>
            <a:chExt cx="3870960" cy="3822700"/>
          </a:xfrm>
        </p:grpSpPr>
        <p:pic>
          <p:nvPicPr>
            <p:cNvPr id="29" name="object 29"/>
            <p:cNvPicPr/>
            <p:nvPr/>
          </p:nvPicPr>
          <p:blipFill>
            <a:blip r:embed="rId16" cstate="print"/>
            <a:stretch>
              <a:fillRect/>
            </a:stretch>
          </p:blipFill>
          <p:spPr>
            <a:xfrm>
              <a:off x="3562356" y="1685475"/>
              <a:ext cx="105194" cy="3575442"/>
            </a:xfrm>
            <a:prstGeom prst="rect">
              <a:avLst/>
            </a:prstGeom>
          </p:spPr>
        </p:pic>
        <p:sp>
          <p:nvSpPr>
            <p:cNvPr id="30" name="object 30"/>
            <p:cNvSpPr/>
            <p:nvPr/>
          </p:nvSpPr>
          <p:spPr>
            <a:xfrm>
              <a:off x="3614928" y="1708403"/>
              <a:ext cx="4445" cy="3499485"/>
            </a:xfrm>
            <a:custGeom>
              <a:avLst/>
              <a:gdLst/>
              <a:ahLst/>
              <a:cxnLst/>
              <a:rect l="l" t="t" r="r" b="b"/>
              <a:pathLst>
                <a:path w="4445" h="3499485">
                  <a:moveTo>
                    <a:pt x="0" y="3499358"/>
                  </a:moveTo>
                  <a:lnTo>
                    <a:pt x="4063" y="0"/>
                  </a:lnTo>
                </a:path>
              </a:pathLst>
            </a:custGeom>
            <a:ln w="9524">
              <a:solidFill>
                <a:srgbClr val="497DBA"/>
              </a:solidFill>
            </a:ln>
          </p:spPr>
          <p:txBody>
            <a:bodyPr wrap="square" lIns="0" tIns="0" rIns="0" bIns="0" rtlCol="0"/>
            <a:lstStyle/>
            <a:p>
              <a:endParaRPr>
                <a:latin typeface="+mj-lt"/>
              </a:endParaRPr>
            </a:p>
          </p:txBody>
        </p:sp>
        <p:pic>
          <p:nvPicPr>
            <p:cNvPr id="31" name="object 31"/>
            <p:cNvPicPr/>
            <p:nvPr/>
          </p:nvPicPr>
          <p:blipFill>
            <a:blip r:embed="rId17" cstate="print"/>
            <a:stretch>
              <a:fillRect/>
            </a:stretch>
          </p:blipFill>
          <p:spPr>
            <a:xfrm>
              <a:off x="3547872" y="1673326"/>
              <a:ext cx="643140" cy="135534"/>
            </a:xfrm>
            <a:prstGeom prst="rect">
              <a:avLst/>
            </a:prstGeom>
          </p:spPr>
        </p:pic>
        <p:sp>
          <p:nvSpPr>
            <p:cNvPr id="32" name="object 32"/>
            <p:cNvSpPr/>
            <p:nvPr/>
          </p:nvSpPr>
          <p:spPr>
            <a:xfrm>
              <a:off x="3617976" y="1723643"/>
              <a:ext cx="513080" cy="0"/>
            </a:xfrm>
            <a:custGeom>
              <a:avLst/>
              <a:gdLst/>
              <a:ahLst/>
              <a:cxnLst/>
              <a:rect l="l" t="t" r="r" b="b"/>
              <a:pathLst>
                <a:path w="513079">
                  <a:moveTo>
                    <a:pt x="512572" y="0"/>
                  </a:moveTo>
                  <a:lnTo>
                    <a:pt x="0" y="0"/>
                  </a:lnTo>
                </a:path>
              </a:pathLst>
            </a:custGeom>
            <a:ln w="9525">
              <a:solidFill>
                <a:srgbClr val="497DBA"/>
              </a:solidFill>
            </a:ln>
          </p:spPr>
          <p:txBody>
            <a:bodyPr wrap="square" lIns="0" tIns="0" rIns="0" bIns="0" rtlCol="0"/>
            <a:lstStyle/>
            <a:p>
              <a:endParaRPr>
                <a:latin typeface="+mj-lt"/>
              </a:endParaRPr>
            </a:p>
          </p:txBody>
        </p:sp>
        <p:pic>
          <p:nvPicPr>
            <p:cNvPr id="33" name="object 33"/>
            <p:cNvPicPr/>
            <p:nvPr/>
          </p:nvPicPr>
          <p:blipFill>
            <a:blip r:embed="rId18" cstate="print"/>
            <a:stretch>
              <a:fillRect/>
            </a:stretch>
          </p:blipFill>
          <p:spPr>
            <a:xfrm>
              <a:off x="4061460" y="1441678"/>
              <a:ext cx="1860804" cy="678205"/>
            </a:xfrm>
            <a:prstGeom prst="rect">
              <a:avLst/>
            </a:prstGeom>
          </p:spPr>
        </p:pic>
        <p:pic>
          <p:nvPicPr>
            <p:cNvPr id="34" name="object 34"/>
            <p:cNvPicPr/>
            <p:nvPr/>
          </p:nvPicPr>
          <p:blipFill>
            <a:blip r:embed="rId19" cstate="print"/>
            <a:stretch>
              <a:fillRect/>
            </a:stretch>
          </p:blipFill>
          <p:spPr>
            <a:xfrm>
              <a:off x="4361688" y="1438668"/>
              <a:ext cx="1277112" cy="739127"/>
            </a:xfrm>
            <a:prstGeom prst="rect">
              <a:avLst/>
            </a:prstGeom>
          </p:spPr>
        </p:pic>
        <p:pic>
          <p:nvPicPr>
            <p:cNvPr id="35" name="object 35"/>
            <p:cNvPicPr/>
            <p:nvPr/>
          </p:nvPicPr>
          <p:blipFill>
            <a:blip r:embed="rId20" cstate="print"/>
            <a:stretch>
              <a:fillRect/>
            </a:stretch>
          </p:blipFill>
          <p:spPr>
            <a:xfrm>
              <a:off x="4131564" y="1491995"/>
              <a:ext cx="1725167" cy="542543"/>
            </a:xfrm>
            <a:prstGeom prst="rect">
              <a:avLst/>
            </a:prstGeom>
          </p:spPr>
        </p:pic>
        <p:sp>
          <p:nvSpPr>
            <p:cNvPr id="36" name="object 36"/>
            <p:cNvSpPr/>
            <p:nvPr/>
          </p:nvSpPr>
          <p:spPr>
            <a:xfrm>
              <a:off x="4131564" y="1491995"/>
              <a:ext cx="1725295" cy="542925"/>
            </a:xfrm>
            <a:custGeom>
              <a:avLst/>
              <a:gdLst/>
              <a:ahLst/>
              <a:cxnLst/>
              <a:rect l="l" t="t" r="r" b="b"/>
              <a:pathLst>
                <a:path w="1725295" h="542925">
                  <a:moveTo>
                    <a:pt x="0" y="542543"/>
                  </a:moveTo>
                  <a:lnTo>
                    <a:pt x="1725167" y="542543"/>
                  </a:lnTo>
                  <a:lnTo>
                    <a:pt x="1725167" y="0"/>
                  </a:lnTo>
                  <a:lnTo>
                    <a:pt x="0" y="0"/>
                  </a:lnTo>
                  <a:lnTo>
                    <a:pt x="0" y="542543"/>
                  </a:lnTo>
                  <a:close/>
                </a:path>
              </a:pathLst>
            </a:custGeom>
            <a:ln w="9525">
              <a:solidFill>
                <a:srgbClr val="497DBA"/>
              </a:solidFill>
            </a:ln>
          </p:spPr>
          <p:txBody>
            <a:bodyPr wrap="square" lIns="0" tIns="0" rIns="0" bIns="0" rtlCol="0"/>
            <a:lstStyle/>
            <a:p>
              <a:endParaRPr>
                <a:latin typeface="+mj-lt"/>
              </a:endParaRPr>
            </a:p>
          </p:txBody>
        </p:sp>
        <p:pic>
          <p:nvPicPr>
            <p:cNvPr id="37" name="object 37"/>
            <p:cNvPicPr/>
            <p:nvPr/>
          </p:nvPicPr>
          <p:blipFill>
            <a:blip r:embed="rId21" cstate="print"/>
            <a:stretch>
              <a:fillRect/>
            </a:stretch>
          </p:blipFill>
          <p:spPr>
            <a:xfrm>
              <a:off x="2051304" y="3368040"/>
              <a:ext cx="144691" cy="644652"/>
            </a:xfrm>
            <a:prstGeom prst="rect">
              <a:avLst/>
            </a:prstGeom>
          </p:spPr>
        </p:pic>
        <p:sp>
          <p:nvSpPr>
            <p:cNvPr id="38" name="object 38"/>
            <p:cNvSpPr/>
            <p:nvPr/>
          </p:nvSpPr>
          <p:spPr>
            <a:xfrm>
              <a:off x="2121408" y="3418331"/>
              <a:ext cx="9525" cy="513715"/>
            </a:xfrm>
            <a:custGeom>
              <a:avLst/>
              <a:gdLst/>
              <a:ahLst/>
              <a:cxnLst/>
              <a:rect l="l" t="t" r="r" b="b"/>
              <a:pathLst>
                <a:path w="9525" h="513714">
                  <a:moveTo>
                    <a:pt x="0" y="513587"/>
                  </a:moveTo>
                  <a:lnTo>
                    <a:pt x="9398" y="0"/>
                  </a:lnTo>
                </a:path>
              </a:pathLst>
            </a:custGeom>
            <a:ln w="9524">
              <a:solidFill>
                <a:srgbClr val="497DBA"/>
              </a:solidFill>
            </a:ln>
          </p:spPr>
          <p:txBody>
            <a:bodyPr wrap="square" lIns="0" tIns="0" rIns="0" bIns="0" rtlCol="0"/>
            <a:lstStyle/>
            <a:p>
              <a:endParaRPr>
                <a:latin typeface="+mj-lt"/>
              </a:endParaRPr>
            </a:p>
          </p:txBody>
        </p:sp>
      </p:grpSp>
      <p:sp>
        <p:nvSpPr>
          <p:cNvPr id="39" name="object 39"/>
          <p:cNvSpPr txBox="1"/>
          <p:nvPr/>
        </p:nvSpPr>
        <p:spPr>
          <a:xfrm>
            <a:off x="4526660" y="1515237"/>
            <a:ext cx="935355" cy="473075"/>
          </a:xfrm>
          <a:prstGeom prst="rect">
            <a:avLst/>
          </a:prstGeom>
        </p:spPr>
        <p:txBody>
          <a:bodyPr vert="horz" wrap="square" lIns="0" tIns="11430" rIns="0" bIns="0" rtlCol="0">
            <a:spAutoFit/>
          </a:bodyPr>
          <a:lstStyle/>
          <a:p>
            <a:pPr marL="12700" marR="5080" indent="24130">
              <a:lnSpc>
                <a:spcPct val="101400"/>
              </a:lnSpc>
              <a:spcBef>
                <a:spcPts val="90"/>
              </a:spcBef>
            </a:pPr>
            <a:r>
              <a:rPr sz="1450" b="1" dirty="0">
                <a:solidFill>
                  <a:srgbClr val="0F469B"/>
                </a:solidFill>
                <a:latin typeface="+mj-lt"/>
                <a:cs typeface="Calibri"/>
              </a:rPr>
              <a:t>Release </a:t>
            </a:r>
            <a:r>
              <a:rPr sz="1450" b="1" spc="-5" dirty="0">
                <a:solidFill>
                  <a:srgbClr val="0F469B"/>
                </a:solidFill>
                <a:latin typeface="+mj-lt"/>
                <a:cs typeface="Calibri"/>
              </a:rPr>
              <a:t>for </a:t>
            </a:r>
            <a:r>
              <a:rPr sz="1450" b="1" spc="-315" dirty="0">
                <a:solidFill>
                  <a:srgbClr val="0F469B"/>
                </a:solidFill>
                <a:latin typeface="+mj-lt"/>
                <a:cs typeface="Calibri"/>
              </a:rPr>
              <a:t> </a:t>
            </a:r>
            <a:r>
              <a:rPr sz="1450" b="1" spc="5" dirty="0">
                <a:solidFill>
                  <a:srgbClr val="0F469B"/>
                </a:solidFill>
                <a:latin typeface="+mj-lt"/>
                <a:cs typeface="Calibri"/>
              </a:rPr>
              <a:t>C</a:t>
            </a:r>
            <a:r>
              <a:rPr sz="1450" b="1" spc="-10" dirty="0">
                <a:solidFill>
                  <a:srgbClr val="0F469B"/>
                </a:solidFill>
                <a:latin typeface="+mj-lt"/>
                <a:cs typeface="Calibri"/>
              </a:rPr>
              <a:t>a</a:t>
            </a:r>
            <a:r>
              <a:rPr sz="1450" b="1" spc="-20" dirty="0">
                <a:solidFill>
                  <a:srgbClr val="0F469B"/>
                </a:solidFill>
                <a:latin typeface="+mj-lt"/>
                <a:cs typeface="Calibri"/>
              </a:rPr>
              <a:t>t</a:t>
            </a:r>
            <a:r>
              <a:rPr sz="1450" b="1" spc="5" dirty="0">
                <a:solidFill>
                  <a:srgbClr val="0F469B"/>
                </a:solidFill>
                <a:latin typeface="+mj-lt"/>
                <a:cs typeface="Calibri"/>
              </a:rPr>
              <a:t>alogui</a:t>
            </a:r>
            <a:r>
              <a:rPr sz="1450" b="1" spc="-5" dirty="0">
                <a:solidFill>
                  <a:srgbClr val="0F469B"/>
                </a:solidFill>
                <a:latin typeface="+mj-lt"/>
                <a:cs typeface="Calibri"/>
              </a:rPr>
              <a:t>n</a:t>
            </a:r>
            <a:r>
              <a:rPr sz="1450" b="1" spc="5" dirty="0">
                <a:solidFill>
                  <a:srgbClr val="0F469B"/>
                </a:solidFill>
                <a:latin typeface="+mj-lt"/>
                <a:cs typeface="Calibri"/>
              </a:rPr>
              <a:t>g</a:t>
            </a:r>
            <a:endParaRPr sz="1450">
              <a:latin typeface="+mj-lt"/>
              <a:cs typeface="Calibri"/>
            </a:endParaRPr>
          </a:p>
        </p:txBody>
      </p:sp>
      <p:grpSp>
        <p:nvGrpSpPr>
          <p:cNvPr id="40" name="object 40"/>
          <p:cNvGrpSpPr/>
          <p:nvPr/>
        </p:nvGrpSpPr>
        <p:grpSpPr>
          <a:xfrm>
            <a:off x="4061459" y="1984197"/>
            <a:ext cx="1861185" cy="930275"/>
            <a:chOff x="4061459" y="1984197"/>
            <a:chExt cx="1861185" cy="930275"/>
          </a:xfrm>
        </p:grpSpPr>
        <p:pic>
          <p:nvPicPr>
            <p:cNvPr id="41" name="object 41"/>
            <p:cNvPicPr/>
            <p:nvPr/>
          </p:nvPicPr>
          <p:blipFill>
            <a:blip r:embed="rId22" cstate="print"/>
            <a:stretch>
              <a:fillRect/>
            </a:stretch>
          </p:blipFill>
          <p:spPr>
            <a:xfrm>
              <a:off x="4924043" y="1984197"/>
              <a:ext cx="135534" cy="457250"/>
            </a:xfrm>
            <a:prstGeom prst="rect">
              <a:avLst/>
            </a:prstGeom>
          </p:spPr>
        </p:pic>
        <p:sp>
          <p:nvSpPr>
            <p:cNvPr id="42" name="object 42"/>
            <p:cNvSpPr/>
            <p:nvPr/>
          </p:nvSpPr>
          <p:spPr>
            <a:xfrm>
              <a:off x="4994147" y="2034539"/>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43" name="object 43"/>
            <p:cNvPicPr/>
            <p:nvPr/>
          </p:nvPicPr>
          <p:blipFill>
            <a:blip r:embed="rId23" cstate="print"/>
            <a:stretch>
              <a:fillRect/>
            </a:stretch>
          </p:blipFill>
          <p:spPr>
            <a:xfrm>
              <a:off x="4061459" y="2310345"/>
              <a:ext cx="1860804" cy="603542"/>
            </a:xfrm>
            <a:prstGeom prst="rect">
              <a:avLst/>
            </a:prstGeom>
          </p:spPr>
        </p:pic>
        <p:pic>
          <p:nvPicPr>
            <p:cNvPr id="44" name="object 44"/>
            <p:cNvPicPr/>
            <p:nvPr/>
          </p:nvPicPr>
          <p:blipFill>
            <a:blip r:embed="rId24" cstate="print"/>
            <a:stretch>
              <a:fillRect/>
            </a:stretch>
          </p:blipFill>
          <p:spPr>
            <a:xfrm>
              <a:off x="4354067" y="2380487"/>
              <a:ext cx="1274064" cy="516636"/>
            </a:xfrm>
            <a:prstGeom prst="rect">
              <a:avLst/>
            </a:prstGeom>
          </p:spPr>
        </p:pic>
        <p:pic>
          <p:nvPicPr>
            <p:cNvPr id="45" name="object 45"/>
            <p:cNvPicPr/>
            <p:nvPr/>
          </p:nvPicPr>
          <p:blipFill>
            <a:blip r:embed="rId25" cstate="print"/>
            <a:stretch>
              <a:fillRect/>
            </a:stretch>
          </p:blipFill>
          <p:spPr>
            <a:xfrm>
              <a:off x="4131563" y="2360675"/>
              <a:ext cx="1725167" cy="467868"/>
            </a:xfrm>
            <a:prstGeom prst="rect">
              <a:avLst/>
            </a:prstGeom>
          </p:spPr>
        </p:pic>
        <p:sp>
          <p:nvSpPr>
            <p:cNvPr id="46" name="object 46"/>
            <p:cNvSpPr/>
            <p:nvPr/>
          </p:nvSpPr>
          <p:spPr>
            <a:xfrm>
              <a:off x="4131563" y="2360675"/>
              <a:ext cx="1725295" cy="467995"/>
            </a:xfrm>
            <a:custGeom>
              <a:avLst/>
              <a:gdLst/>
              <a:ahLst/>
              <a:cxnLst/>
              <a:rect l="l" t="t" r="r" b="b"/>
              <a:pathLst>
                <a:path w="1725295" h="467994">
                  <a:moveTo>
                    <a:pt x="0" y="467868"/>
                  </a:moveTo>
                  <a:lnTo>
                    <a:pt x="1725167" y="467868"/>
                  </a:lnTo>
                  <a:lnTo>
                    <a:pt x="1725167" y="0"/>
                  </a:lnTo>
                  <a:lnTo>
                    <a:pt x="0" y="0"/>
                  </a:lnTo>
                  <a:lnTo>
                    <a:pt x="0" y="467868"/>
                  </a:lnTo>
                  <a:close/>
                </a:path>
              </a:pathLst>
            </a:custGeom>
            <a:ln w="9525">
              <a:solidFill>
                <a:srgbClr val="497DBA"/>
              </a:solidFill>
            </a:ln>
          </p:spPr>
          <p:txBody>
            <a:bodyPr wrap="square" lIns="0" tIns="0" rIns="0" bIns="0" rtlCol="0"/>
            <a:lstStyle/>
            <a:p>
              <a:endParaRPr>
                <a:latin typeface="+mj-lt"/>
              </a:endParaRPr>
            </a:p>
          </p:txBody>
        </p:sp>
      </p:grpSp>
      <p:sp>
        <p:nvSpPr>
          <p:cNvPr id="47" name="object 47"/>
          <p:cNvSpPr txBox="1"/>
          <p:nvPr/>
        </p:nvSpPr>
        <p:spPr>
          <a:xfrm>
            <a:off x="4519040" y="2457653"/>
            <a:ext cx="949325" cy="237885"/>
          </a:xfrm>
          <a:prstGeom prst="rect">
            <a:avLst/>
          </a:prstGeom>
        </p:spPr>
        <p:txBody>
          <a:bodyPr vert="horz" wrap="square" lIns="0" tIns="14604" rIns="0" bIns="0" rtlCol="0">
            <a:spAutoFit/>
          </a:bodyPr>
          <a:lstStyle/>
          <a:p>
            <a:pPr marL="12700">
              <a:lnSpc>
                <a:spcPct val="100000"/>
              </a:lnSpc>
              <a:spcBef>
                <a:spcPts val="114"/>
              </a:spcBef>
            </a:pPr>
            <a:r>
              <a:rPr sz="1450" b="1" spc="5" dirty="0">
                <a:solidFill>
                  <a:srgbClr val="0F469B"/>
                </a:solidFill>
                <a:latin typeface="+mj-lt"/>
                <a:cs typeface="Calibri"/>
              </a:rPr>
              <a:t>Assign</a:t>
            </a:r>
            <a:r>
              <a:rPr sz="1450" b="1" spc="-50" dirty="0">
                <a:solidFill>
                  <a:srgbClr val="0F469B"/>
                </a:solidFill>
                <a:latin typeface="+mj-lt"/>
                <a:cs typeface="Calibri"/>
              </a:rPr>
              <a:t> </a:t>
            </a:r>
            <a:r>
              <a:rPr sz="1450" b="1" dirty="0">
                <a:solidFill>
                  <a:srgbClr val="0F469B"/>
                </a:solidFill>
                <a:latin typeface="+mj-lt"/>
                <a:cs typeface="Calibri"/>
              </a:rPr>
              <a:t>Class</a:t>
            </a:r>
            <a:endParaRPr sz="1450">
              <a:latin typeface="+mj-lt"/>
              <a:cs typeface="Calibri"/>
            </a:endParaRPr>
          </a:p>
        </p:txBody>
      </p:sp>
      <p:pic>
        <p:nvPicPr>
          <p:cNvPr id="48" name="object 48"/>
          <p:cNvPicPr/>
          <p:nvPr/>
        </p:nvPicPr>
        <p:blipFill>
          <a:blip r:embed="rId26" cstate="print"/>
          <a:stretch>
            <a:fillRect/>
          </a:stretch>
        </p:blipFill>
        <p:spPr>
          <a:xfrm>
            <a:off x="3453384" y="1397508"/>
            <a:ext cx="723912" cy="480060"/>
          </a:xfrm>
          <a:prstGeom prst="rect">
            <a:avLst/>
          </a:prstGeom>
        </p:spPr>
      </p:pic>
      <p:sp>
        <p:nvSpPr>
          <p:cNvPr id="49" name="object 49"/>
          <p:cNvSpPr txBox="1"/>
          <p:nvPr/>
        </p:nvSpPr>
        <p:spPr>
          <a:xfrm>
            <a:off x="3608070" y="1470406"/>
            <a:ext cx="419734" cy="216726"/>
          </a:xfrm>
          <a:prstGeom prst="rect">
            <a:avLst/>
          </a:prstGeom>
        </p:spPr>
        <p:txBody>
          <a:bodyPr vert="horz" wrap="square" lIns="0" tIns="16510" rIns="0" bIns="0" rtlCol="0">
            <a:spAutoFit/>
          </a:bodyPr>
          <a:lstStyle/>
          <a:p>
            <a:pPr marL="12700">
              <a:lnSpc>
                <a:spcPct val="100000"/>
              </a:lnSpc>
              <a:spcBef>
                <a:spcPts val="130"/>
              </a:spcBef>
            </a:pPr>
            <a:r>
              <a:rPr sz="1300" b="1" spc="15" dirty="0">
                <a:solidFill>
                  <a:srgbClr val="0F469B"/>
                </a:solidFill>
                <a:latin typeface="+mj-lt"/>
                <a:cs typeface="Calibri"/>
              </a:rPr>
              <a:t>B</a:t>
            </a:r>
            <a:r>
              <a:rPr sz="1300" b="1" dirty="0">
                <a:solidFill>
                  <a:srgbClr val="0F469B"/>
                </a:solidFill>
                <a:latin typeface="+mj-lt"/>
                <a:cs typeface="Calibri"/>
              </a:rPr>
              <a:t>a</a:t>
            </a:r>
            <a:r>
              <a:rPr sz="1300" b="1" spc="-10" dirty="0">
                <a:solidFill>
                  <a:srgbClr val="0F469B"/>
                </a:solidFill>
                <a:latin typeface="+mj-lt"/>
                <a:cs typeface="Calibri"/>
              </a:rPr>
              <a:t>t</a:t>
            </a:r>
            <a:r>
              <a:rPr sz="1300" b="1" dirty="0">
                <a:solidFill>
                  <a:srgbClr val="0F469B"/>
                </a:solidFill>
                <a:latin typeface="+mj-lt"/>
                <a:cs typeface="Calibri"/>
              </a:rPr>
              <a:t>c</a:t>
            </a:r>
            <a:r>
              <a:rPr sz="1300" b="1" spc="15" dirty="0">
                <a:solidFill>
                  <a:srgbClr val="0F469B"/>
                </a:solidFill>
                <a:latin typeface="+mj-lt"/>
                <a:cs typeface="Calibri"/>
              </a:rPr>
              <a:t>h</a:t>
            </a:r>
            <a:endParaRPr sz="1300">
              <a:latin typeface="+mj-lt"/>
              <a:cs typeface="Calibri"/>
            </a:endParaRPr>
          </a:p>
        </p:txBody>
      </p:sp>
      <p:grpSp>
        <p:nvGrpSpPr>
          <p:cNvPr id="50" name="object 50"/>
          <p:cNvGrpSpPr/>
          <p:nvPr/>
        </p:nvGrpSpPr>
        <p:grpSpPr>
          <a:xfrm>
            <a:off x="4059935" y="3032563"/>
            <a:ext cx="1885314" cy="756285"/>
            <a:chOff x="4059935" y="3032563"/>
            <a:chExt cx="1885314" cy="756285"/>
          </a:xfrm>
        </p:grpSpPr>
        <p:pic>
          <p:nvPicPr>
            <p:cNvPr id="51" name="object 51"/>
            <p:cNvPicPr/>
            <p:nvPr/>
          </p:nvPicPr>
          <p:blipFill>
            <a:blip r:embed="rId27" cstate="print"/>
            <a:stretch>
              <a:fillRect/>
            </a:stretch>
          </p:blipFill>
          <p:spPr>
            <a:xfrm>
              <a:off x="4079703" y="3032563"/>
              <a:ext cx="1824317" cy="724187"/>
            </a:xfrm>
            <a:prstGeom prst="rect">
              <a:avLst/>
            </a:prstGeom>
          </p:spPr>
        </p:pic>
        <p:pic>
          <p:nvPicPr>
            <p:cNvPr id="52" name="object 52"/>
            <p:cNvPicPr/>
            <p:nvPr/>
          </p:nvPicPr>
          <p:blipFill>
            <a:blip r:embed="rId28" cstate="print"/>
            <a:stretch>
              <a:fillRect/>
            </a:stretch>
          </p:blipFill>
          <p:spPr>
            <a:xfrm>
              <a:off x="4059935" y="3047974"/>
              <a:ext cx="1885188" cy="740689"/>
            </a:xfrm>
            <a:prstGeom prst="rect">
              <a:avLst/>
            </a:prstGeom>
          </p:spPr>
        </p:pic>
        <p:pic>
          <p:nvPicPr>
            <p:cNvPr id="53" name="object 53"/>
            <p:cNvPicPr/>
            <p:nvPr/>
          </p:nvPicPr>
          <p:blipFill>
            <a:blip r:embed="rId29" cstate="print"/>
            <a:stretch>
              <a:fillRect/>
            </a:stretch>
          </p:blipFill>
          <p:spPr>
            <a:xfrm>
              <a:off x="4131563" y="3064763"/>
              <a:ext cx="1725167" cy="615696"/>
            </a:xfrm>
            <a:prstGeom prst="rect">
              <a:avLst/>
            </a:prstGeom>
          </p:spPr>
        </p:pic>
        <p:sp>
          <p:nvSpPr>
            <p:cNvPr id="54" name="object 54"/>
            <p:cNvSpPr/>
            <p:nvPr/>
          </p:nvSpPr>
          <p:spPr>
            <a:xfrm>
              <a:off x="4131563" y="3064763"/>
              <a:ext cx="1725295" cy="615950"/>
            </a:xfrm>
            <a:custGeom>
              <a:avLst/>
              <a:gdLst/>
              <a:ahLst/>
              <a:cxnLst/>
              <a:rect l="l" t="t" r="r" b="b"/>
              <a:pathLst>
                <a:path w="1725295" h="615950">
                  <a:moveTo>
                    <a:pt x="0" y="615696"/>
                  </a:moveTo>
                  <a:lnTo>
                    <a:pt x="1725167" y="615696"/>
                  </a:lnTo>
                  <a:lnTo>
                    <a:pt x="1725167" y="0"/>
                  </a:lnTo>
                  <a:lnTo>
                    <a:pt x="0" y="0"/>
                  </a:lnTo>
                  <a:lnTo>
                    <a:pt x="0" y="615696"/>
                  </a:lnTo>
                  <a:close/>
                </a:path>
              </a:pathLst>
            </a:custGeom>
            <a:ln w="9525">
              <a:solidFill>
                <a:srgbClr val="497DBA"/>
              </a:solidFill>
            </a:ln>
          </p:spPr>
          <p:txBody>
            <a:bodyPr wrap="square" lIns="0" tIns="0" rIns="0" bIns="0" rtlCol="0"/>
            <a:lstStyle/>
            <a:p>
              <a:endParaRPr>
                <a:latin typeface="+mj-lt"/>
              </a:endParaRPr>
            </a:p>
          </p:txBody>
        </p:sp>
      </p:grpSp>
      <p:sp>
        <p:nvSpPr>
          <p:cNvPr id="55" name="object 55"/>
          <p:cNvSpPr txBox="1"/>
          <p:nvPr/>
        </p:nvSpPr>
        <p:spPr>
          <a:xfrm>
            <a:off x="4224909" y="3125216"/>
            <a:ext cx="1536700" cy="473075"/>
          </a:xfrm>
          <a:prstGeom prst="rect">
            <a:avLst/>
          </a:prstGeom>
        </p:spPr>
        <p:txBody>
          <a:bodyPr vert="horz" wrap="square" lIns="0" tIns="11430" rIns="0" bIns="0" rtlCol="0">
            <a:spAutoFit/>
          </a:bodyPr>
          <a:lstStyle/>
          <a:p>
            <a:pPr marL="12700" marR="5080" indent="20955">
              <a:lnSpc>
                <a:spcPct val="101400"/>
              </a:lnSpc>
              <a:spcBef>
                <a:spcPts val="90"/>
              </a:spcBef>
            </a:pPr>
            <a:r>
              <a:rPr sz="1450" b="1" dirty="0">
                <a:solidFill>
                  <a:srgbClr val="0F469B"/>
                </a:solidFill>
                <a:latin typeface="+mj-lt"/>
                <a:cs typeface="Calibri"/>
              </a:rPr>
              <a:t>Capture and Enrich </a:t>
            </a:r>
            <a:r>
              <a:rPr sz="1450" b="1" spc="-315" dirty="0">
                <a:solidFill>
                  <a:srgbClr val="0F469B"/>
                </a:solidFill>
                <a:latin typeface="+mj-lt"/>
                <a:cs typeface="Calibri"/>
              </a:rPr>
              <a:t> </a:t>
            </a:r>
            <a:r>
              <a:rPr sz="1450" b="1" dirty="0">
                <a:solidFill>
                  <a:srgbClr val="0F469B"/>
                </a:solidFill>
                <a:latin typeface="+mj-lt"/>
                <a:cs typeface="Calibri"/>
              </a:rPr>
              <a:t>the</a:t>
            </a:r>
            <a:r>
              <a:rPr sz="1450" b="1" spc="10" dirty="0">
                <a:solidFill>
                  <a:srgbClr val="0F469B"/>
                </a:solidFill>
                <a:latin typeface="+mj-lt"/>
                <a:cs typeface="Calibri"/>
              </a:rPr>
              <a:t> </a:t>
            </a:r>
            <a:r>
              <a:rPr sz="1450" b="1" spc="-5" dirty="0">
                <a:solidFill>
                  <a:srgbClr val="0F469B"/>
                </a:solidFill>
                <a:latin typeface="+mj-lt"/>
                <a:cs typeface="Calibri"/>
              </a:rPr>
              <a:t>property</a:t>
            </a:r>
            <a:r>
              <a:rPr sz="1450" b="1" spc="30" dirty="0">
                <a:solidFill>
                  <a:srgbClr val="0F469B"/>
                </a:solidFill>
                <a:latin typeface="+mj-lt"/>
                <a:cs typeface="Calibri"/>
              </a:rPr>
              <a:t> </a:t>
            </a:r>
            <a:r>
              <a:rPr sz="1450" b="1" spc="-5" dirty="0">
                <a:solidFill>
                  <a:srgbClr val="0F469B"/>
                </a:solidFill>
                <a:latin typeface="+mj-lt"/>
                <a:cs typeface="Calibri"/>
              </a:rPr>
              <a:t>values</a:t>
            </a:r>
            <a:endParaRPr sz="1450">
              <a:latin typeface="+mj-lt"/>
              <a:cs typeface="Calibri"/>
            </a:endParaRPr>
          </a:p>
        </p:txBody>
      </p:sp>
      <p:grpSp>
        <p:nvGrpSpPr>
          <p:cNvPr id="56" name="object 56"/>
          <p:cNvGrpSpPr/>
          <p:nvPr/>
        </p:nvGrpSpPr>
        <p:grpSpPr>
          <a:xfrm>
            <a:off x="4079703" y="2769057"/>
            <a:ext cx="1845945" cy="1833880"/>
            <a:chOff x="4079703" y="2769057"/>
            <a:chExt cx="1845945" cy="1833880"/>
          </a:xfrm>
        </p:grpSpPr>
        <p:pic>
          <p:nvPicPr>
            <p:cNvPr id="57" name="object 57"/>
            <p:cNvPicPr/>
            <p:nvPr/>
          </p:nvPicPr>
          <p:blipFill>
            <a:blip r:embed="rId22" cstate="print"/>
            <a:stretch>
              <a:fillRect/>
            </a:stretch>
          </p:blipFill>
          <p:spPr>
            <a:xfrm>
              <a:off x="4924044" y="2769057"/>
              <a:ext cx="135534" cy="457250"/>
            </a:xfrm>
            <a:prstGeom prst="rect">
              <a:avLst/>
            </a:prstGeom>
          </p:spPr>
        </p:pic>
        <p:sp>
          <p:nvSpPr>
            <p:cNvPr id="58" name="object 58"/>
            <p:cNvSpPr/>
            <p:nvPr/>
          </p:nvSpPr>
          <p:spPr>
            <a:xfrm>
              <a:off x="4994148" y="2819399"/>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59" name="object 59"/>
            <p:cNvPicPr/>
            <p:nvPr/>
          </p:nvPicPr>
          <p:blipFill>
            <a:blip r:embed="rId30" cstate="print"/>
            <a:stretch>
              <a:fillRect/>
            </a:stretch>
          </p:blipFill>
          <p:spPr>
            <a:xfrm>
              <a:off x="4079703" y="3920942"/>
              <a:ext cx="1824317" cy="576517"/>
            </a:xfrm>
            <a:prstGeom prst="rect">
              <a:avLst/>
            </a:prstGeom>
          </p:spPr>
        </p:pic>
        <p:pic>
          <p:nvPicPr>
            <p:cNvPr id="60" name="object 60"/>
            <p:cNvPicPr/>
            <p:nvPr/>
          </p:nvPicPr>
          <p:blipFill>
            <a:blip r:embed="rId31" cstate="print"/>
            <a:stretch>
              <a:fillRect/>
            </a:stretch>
          </p:blipFill>
          <p:spPr>
            <a:xfrm>
              <a:off x="4104132" y="3863365"/>
              <a:ext cx="1821180" cy="739114"/>
            </a:xfrm>
            <a:prstGeom prst="rect">
              <a:avLst/>
            </a:prstGeom>
          </p:spPr>
        </p:pic>
        <p:pic>
          <p:nvPicPr>
            <p:cNvPr id="61" name="object 61"/>
            <p:cNvPicPr/>
            <p:nvPr/>
          </p:nvPicPr>
          <p:blipFill>
            <a:blip r:embed="rId32" cstate="print"/>
            <a:stretch>
              <a:fillRect/>
            </a:stretch>
          </p:blipFill>
          <p:spPr>
            <a:xfrm>
              <a:off x="4131564" y="3953255"/>
              <a:ext cx="1725167" cy="467868"/>
            </a:xfrm>
            <a:prstGeom prst="rect">
              <a:avLst/>
            </a:prstGeom>
          </p:spPr>
        </p:pic>
        <p:sp>
          <p:nvSpPr>
            <p:cNvPr id="62" name="object 62"/>
            <p:cNvSpPr/>
            <p:nvPr/>
          </p:nvSpPr>
          <p:spPr>
            <a:xfrm>
              <a:off x="4131564" y="3953255"/>
              <a:ext cx="1725295" cy="467995"/>
            </a:xfrm>
            <a:custGeom>
              <a:avLst/>
              <a:gdLst/>
              <a:ahLst/>
              <a:cxnLst/>
              <a:rect l="l" t="t" r="r" b="b"/>
              <a:pathLst>
                <a:path w="1725295" h="467995">
                  <a:moveTo>
                    <a:pt x="0" y="467868"/>
                  </a:moveTo>
                  <a:lnTo>
                    <a:pt x="1725167" y="467868"/>
                  </a:lnTo>
                  <a:lnTo>
                    <a:pt x="1725167" y="0"/>
                  </a:lnTo>
                  <a:lnTo>
                    <a:pt x="0" y="0"/>
                  </a:lnTo>
                  <a:lnTo>
                    <a:pt x="0" y="467868"/>
                  </a:lnTo>
                  <a:close/>
                </a:path>
              </a:pathLst>
            </a:custGeom>
            <a:ln w="9525">
              <a:solidFill>
                <a:srgbClr val="497DBA"/>
              </a:solidFill>
            </a:ln>
          </p:spPr>
          <p:txBody>
            <a:bodyPr wrap="square" lIns="0" tIns="0" rIns="0" bIns="0" rtlCol="0"/>
            <a:lstStyle/>
            <a:p>
              <a:endParaRPr>
                <a:latin typeface="+mj-lt"/>
              </a:endParaRPr>
            </a:p>
          </p:txBody>
        </p:sp>
      </p:grpSp>
      <p:sp>
        <p:nvSpPr>
          <p:cNvPr id="63" name="object 63"/>
          <p:cNvSpPr txBox="1"/>
          <p:nvPr/>
        </p:nvSpPr>
        <p:spPr>
          <a:xfrm>
            <a:off x="4269104" y="3940301"/>
            <a:ext cx="1450340" cy="473075"/>
          </a:xfrm>
          <a:prstGeom prst="rect">
            <a:avLst/>
          </a:prstGeom>
        </p:spPr>
        <p:txBody>
          <a:bodyPr vert="horz" wrap="square" lIns="0" tIns="11430" rIns="0" bIns="0" rtlCol="0">
            <a:spAutoFit/>
          </a:bodyPr>
          <a:lstStyle/>
          <a:p>
            <a:pPr marL="571500" marR="5080" indent="-559435">
              <a:lnSpc>
                <a:spcPct val="101400"/>
              </a:lnSpc>
              <a:spcBef>
                <a:spcPts val="90"/>
              </a:spcBef>
            </a:pPr>
            <a:r>
              <a:rPr sz="1450" b="1" dirty="0">
                <a:solidFill>
                  <a:srgbClr val="0F469B"/>
                </a:solidFill>
                <a:latin typeface="+mj-lt"/>
                <a:cs typeface="Calibri"/>
              </a:rPr>
              <a:t>Capture </a:t>
            </a:r>
            <a:r>
              <a:rPr sz="1450" b="1" spc="-10" dirty="0">
                <a:solidFill>
                  <a:srgbClr val="0F469B"/>
                </a:solidFill>
                <a:latin typeface="+mj-lt"/>
                <a:cs typeface="Calibri"/>
              </a:rPr>
              <a:t>Reference </a:t>
            </a:r>
            <a:r>
              <a:rPr sz="1450" b="1" spc="-320" dirty="0">
                <a:solidFill>
                  <a:srgbClr val="0F469B"/>
                </a:solidFill>
                <a:latin typeface="+mj-lt"/>
                <a:cs typeface="Calibri"/>
              </a:rPr>
              <a:t> </a:t>
            </a:r>
            <a:r>
              <a:rPr sz="1450" b="1" spc="-5" dirty="0">
                <a:solidFill>
                  <a:srgbClr val="0F469B"/>
                </a:solidFill>
                <a:latin typeface="+mj-lt"/>
                <a:cs typeface="Calibri"/>
              </a:rPr>
              <a:t>Info</a:t>
            </a:r>
            <a:endParaRPr sz="1450">
              <a:latin typeface="+mj-lt"/>
              <a:cs typeface="Calibri"/>
            </a:endParaRPr>
          </a:p>
        </p:txBody>
      </p:sp>
      <p:grpSp>
        <p:nvGrpSpPr>
          <p:cNvPr id="64" name="object 64"/>
          <p:cNvGrpSpPr/>
          <p:nvPr/>
        </p:nvGrpSpPr>
        <p:grpSpPr>
          <a:xfrm>
            <a:off x="4061459" y="3569157"/>
            <a:ext cx="1861185" cy="1739264"/>
            <a:chOff x="4061459" y="3569157"/>
            <a:chExt cx="1861185" cy="1739264"/>
          </a:xfrm>
        </p:grpSpPr>
        <p:pic>
          <p:nvPicPr>
            <p:cNvPr id="65" name="object 65"/>
            <p:cNvPicPr/>
            <p:nvPr/>
          </p:nvPicPr>
          <p:blipFill>
            <a:blip r:embed="rId22" cstate="print"/>
            <a:stretch>
              <a:fillRect/>
            </a:stretch>
          </p:blipFill>
          <p:spPr>
            <a:xfrm>
              <a:off x="4924043" y="3569157"/>
              <a:ext cx="135534" cy="457250"/>
            </a:xfrm>
            <a:prstGeom prst="rect">
              <a:avLst/>
            </a:prstGeom>
          </p:spPr>
        </p:pic>
        <p:sp>
          <p:nvSpPr>
            <p:cNvPr id="66" name="object 66"/>
            <p:cNvSpPr/>
            <p:nvPr/>
          </p:nvSpPr>
          <p:spPr>
            <a:xfrm>
              <a:off x="4994147" y="3619500"/>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67" name="object 67"/>
            <p:cNvPicPr/>
            <p:nvPr/>
          </p:nvPicPr>
          <p:blipFill>
            <a:blip r:embed="rId23" cstate="print"/>
            <a:stretch>
              <a:fillRect/>
            </a:stretch>
          </p:blipFill>
          <p:spPr>
            <a:xfrm>
              <a:off x="4061459" y="4704550"/>
              <a:ext cx="1860804" cy="603542"/>
            </a:xfrm>
            <a:prstGeom prst="rect">
              <a:avLst/>
            </a:prstGeom>
          </p:spPr>
        </p:pic>
        <p:pic>
          <p:nvPicPr>
            <p:cNvPr id="68" name="object 68"/>
            <p:cNvPicPr/>
            <p:nvPr/>
          </p:nvPicPr>
          <p:blipFill>
            <a:blip r:embed="rId33" cstate="print"/>
            <a:stretch>
              <a:fillRect/>
            </a:stretch>
          </p:blipFill>
          <p:spPr>
            <a:xfrm>
              <a:off x="4309871" y="4776203"/>
              <a:ext cx="1362455" cy="515124"/>
            </a:xfrm>
            <a:prstGeom prst="rect">
              <a:avLst/>
            </a:prstGeom>
          </p:spPr>
        </p:pic>
        <p:pic>
          <p:nvPicPr>
            <p:cNvPr id="69" name="object 69"/>
            <p:cNvPicPr/>
            <p:nvPr/>
          </p:nvPicPr>
          <p:blipFill>
            <a:blip r:embed="rId34" cstate="print"/>
            <a:stretch>
              <a:fillRect/>
            </a:stretch>
          </p:blipFill>
          <p:spPr>
            <a:xfrm>
              <a:off x="4131563" y="4754880"/>
              <a:ext cx="1725167" cy="467868"/>
            </a:xfrm>
            <a:prstGeom prst="rect">
              <a:avLst/>
            </a:prstGeom>
          </p:spPr>
        </p:pic>
        <p:sp>
          <p:nvSpPr>
            <p:cNvPr id="70" name="object 70"/>
            <p:cNvSpPr/>
            <p:nvPr/>
          </p:nvSpPr>
          <p:spPr>
            <a:xfrm>
              <a:off x="4131563" y="4754880"/>
              <a:ext cx="1725295" cy="467995"/>
            </a:xfrm>
            <a:custGeom>
              <a:avLst/>
              <a:gdLst/>
              <a:ahLst/>
              <a:cxnLst/>
              <a:rect l="l" t="t" r="r" b="b"/>
              <a:pathLst>
                <a:path w="1725295" h="467995">
                  <a:moveTo>
                    <a:pt x="0" y="467868"/>
                  </a:moveTo>
                  <a:lnTo>
                    <a:pt x="1725167" y="467868"/>
                  </a:lnTo>
                  <a:lnTo>
                    <a:pt x="1725167" y="0"/>
                  </a:lnTo>
                  <a:lnTo>
                    <a:pt x="0" y="0"/>
                  </a:lnTo>
                  <a:lnTo>
                    <a:pt x="0" y="467868"/>
                  </a:lnTo>
                  <a:close/>
                </a:path>
              </a:pathLst>
            </a:custGeom>
            <a:ln w="9525">
              <a:solidFill>
                <a:srgbClr val="497DBA"/>
              </a:solidFill>
            </a:ln>
          </p:spPr>
          <p:txBody>
            <a:bodyPr wrap="square" lIns="0" tIns="0" rIns="0" bIns="0" rtlCol="0"/>
            <a:lstStyle/>
            <a:p>
              <a:endParaRPr>
                <a:latin typeface="+mj-lt"/>
              </a:endParaRPr>
            </a:p>
          </p:txBody>
        </p:sp>
      </p:grpSp>
      <p:sp>
        <p:nvSpPr>
          <p:cNvPr id="71" name="object 71"/>
          <p:cNvSpPr txBox="1"/>
          <p:nvPr/>
        </p:nvSpPr>
        <p:spPr>
          <a:xfrm>
            <a:off x="4474845" y="4853127"/>
            <a:ext cx="1038225" cy="237885"/>
          </a:xfrm>
          <a:prstGeom prst="rect">
            <a:avLst/>
          </a:prstGeom>
        </p:spPr>
        <p:txBody>
          <a:bodyPr vert="horz" wrap="square" lIns="0" tIns="14604" rIns="0" bIns="0" rtlCol="0">
            <a:spAutoFit/>
          </a:bodyPr>
          <a:lstStyle/>
          <a:p>
            <a:pPr marL="12700">
              <a:lnSpc>
                <a:spcPct val="100000"/>
              </a:lnSpc>
              <a:spcBef>
                <a:spcPts val="114"/>
              </a:spcBef>
            </a:pPr>
            <a:r>
              <a:rPr sz="1450" b="1" spc="5" dirty="0">
                <a:solidFill>
                  <a:srgbClr val="0F469B"/>
                </a:solidFill>
                <a:latin typeface="+mj-lt"/>
                <a:cs typeface="Calibri"/>
              </a:rPr>
              <a:t>Run</a:t>
            </a:r>
            <a:r>
              <a:rPr sz="1450" b="1" spc="-30" dirty="0">
                <a:solidFill>
                  <a:srgbClr val="0F469B"/>
                </a:solidFill>
                <a:latin typeface="+mj-lt"/>
                <a:cs typeface="Calibri"/>
              </a:rPr>
              <a:t> </a:t>
            </a:r>
            <a:r>
              <a:rPr sz="1450" b="1" spc="5" dirty="0">
                <a:solidFill>
                  <a:srgbClr val="0F469B"/>
                </a:solidFill>
                <a:latin typeface="+mj-lt"/>
                <a:cs typeface="Calibri"/>
              </a:rPr>
              <a:t>QC</a:t>
            </a:r>
            <a:r>
              <a:rPr sz="1450" b="1" spc="-25" dirty="0">
                <a:solidFill>
                  <a:srgbClr val="0F469B"/>
                </a:solidFill>
                <a:latin typeface="+mj-lt"/>
                <a:cs typeface="Calibri"/>
              </a:rPr>
              <a:t> </a:t>
            </a:r>
            <a:r>
              <a:rPr sz="1450" b="1" spc="-20" dirty="0">
                <a:solidFill>
                  <a:srgbClr val="0F469B"/>
                </a:solidFill>
                <a:latin typeface="+mj-lt"/>
                <a:cs typeface="Calibri"/>
              </a:rPr>
              <a:t>Tools</a:t>
            </a:r>
            <a:endParaRPr sz="1450">
              <a:latin typeface="+mj-lt"/>
              <a:cs typeface="Calibri"/>
            </a:endParaRPr>
          </a:p>
        </p:txBody>
      </p:sp>
      <p:grpSp>
        <p:nvGrpSpPr>
          <p:cNvPr id="72" name="object 72"/>
          <p:cNvGrpSpPr/>
          <p:nvPr/>
        </p:nvGrpSpPr>
        <p:grpSpPr>
          <a:xfrm>
            <a:off x="4061459" y="4378401"/>
            <a:ext cx="1861185" cy="1724025"/>
            <a:chOff x="4061459" y="4378401"/>
            <a:chExt cx="1861185" cy="1724025"/>
          </a:xfrm>
        </p:grpSpPr>
        <p:pic>
          <p:nvPicPr>
            <p:cNvPr id="73" name="object 73"/>
            <p:cNvPicPr/>
            <p:nvPr/>
          </p:nvPicPr>
          <p:blipFill>
            <a:blip r:embed="rId22" cstate="print"/>
            <a:stretch>
              <a:fillRect/>
            </a:stretch>
          </p:blipFill>
          <p:spPr>
            <a:xfrm>
              <a:off x="4924043" y="4378401"/>
              <a:ext cx="135534" cy="457250"/>
            </a:xfrm>
            <a:prstGeom prst="rect">
              <a:avLst/>
            </a:prstGeom>
          </p:spPr>
        </p:pic>
        <p:sp>
          <p:nvSpPr>
            <p:cNvPr id="74" name="object 74"/>
            <p:cNvSpPr/>
            <p:nvPr/>
          </p:nvSpPr>
          <p:spPr>
            <a:xfrm>
              <a:off x="4994147" y="4428744"/>
              <a:ext cx="0" cy="326390"/>
            </a:xfrm>
            <a:custGeom>
              <a:avLst/>
              <a:gdLst/>
              <a:ahLst/>
              <a:cxnLst/>
              <a:rect l="l" t="t" r="r" b="b"/>
              <a:pathLst>
                <a:path h="326389">
                  <a:moveTo>
                    <a:pt x="0" y="326262"/>
                  </a:moveTo>
                  <a:lnTo>
                    <a:pt x="0" y="0"/>
                  </a:lnTo>
                </a:path>
              </a:pathLst>
            </a:custGeom>
            <a:ln w="9525">
              <a:solidFill>
                <a:srgbClr val="497DBA"/>
              </a:solidFill>
            </a:ln>
          </p:spPr>
          <p:txBody>
            <a:bodyPr wrap="square" lIns="0" tIns="0" rIns="0" bIns="0" rtlCol="0"/>
            <a:lstStyle/>
            <a:p>
              <a:endParaRPr>
                <a:latin typeface="+mj-lt"/>
              </a:endParaRPr>
            </a:p>
          </p:txBody>
        </p:sp>
        <p:pic>
          <p:nvPicPr>
            <p:cNvPr id="75" name="object 75"/>
            <p:cNvPicPr/>
            <p:nvPr/>
          </p:nvPicPr>
          <p:blipFill>
            <a:blip r:embed="rId23" cstate="print"/>
            <a:stretch>
              <a:fillRect/>
            </a:stretch>
          </p:blipFill>
          <p:spPr>
            <a:xfrm>
              <a:off x="4061459" y="5498592"/>
              <a:ext cx="1860804" cy="603542"/>
            </a:xfrm>
            <a:prstGeom prst="rect">
              <a:avLst/>
            </a:prstGeom>
          </p:spPr>
        </p:pic>
        <p:pic>
          <p:nvPicPr>
            <p:cNvPr id="76" name="object 76"/>
            <p:cNvPicPr/>
            <p:nvPr/>
          </p:nvPicPr>
          <p:blipFill>
            <a:blip r:embed="rId35" cstate="print"/>
            <a:stretch>
              <a:fillRect/>
            </a:stretch>
          </p:blipFill>
          <p:spPr>
            <a:xfrm>
              <a:off x="4250435" y="5570220"/>
              <a:ext cx="1479803" cy="515124"/>
            </a:xfrm>
            <a:prstGeom prst="rect">
              <a:avLst/>
            </a:prstGeom>
          </p:spPr>
        </p:pic>
        <p:pic>
          <p:nvPicPr>
            <p:cNvPr id="77" name="object 77"/>
            <p:cNvPicPr/>
            <p:nvPr/>
          </p:nvPicPr>
          <p:blipFill>
            <a:blip r:embed="rId36" cstate="print"/>
            <a:stretch>
              <a:fillRect/>
            </a:stretch>
          </p:blipFill>
          <p:spPr>
            <a:xfrm>
              <a:off x="4131563" y="5548884"/>
              <a:ext cx="1725167" cy="467868"/>
            </a:xfrm>
            <a:prstGeom prst="rect">
              <a:avLst/>
            </a:prstGeom>
          </p:spPr>
        </p:pic>
        <p:sp>
          <p:nvSpPr>
            <p:cNvPr id="78" name="object 78"/>
            <p:cNvSpPr/>
            <p:nvPr/>
          </p:nvSpPr>
          <p:spPr>
            <a:xfrm>
              <a:off x="4131563" y="5548884"/>
              <a:ext cx="1725295" cy="467995"/>
            </a:xfrm>
            <a:custGeom>
              <a:avLst/>
              <a:gdLst/>
              <a:ahLst/>
              <a:cxnLst/>
              <a:rect l="l" t="t" r="r" b="b"/>
              <a:pathLst>
                <a:path w="1725295" h="467995">
                  <a:moveTo>
                    <a:pt x="0" y="467867"/>
                  </a:moveTo>
                  <a:lnTo>
                    <a:pt x="1725167" y="467867"/>
                  </a:lnTo>
                  <a:lnTo>
                    <a:pt x="1725167" y="0"/>
                  </a:lnTo>
                  <a:lnTo>
                    <a:pt x="0" y="0"/>
                  </a:lnTo>
                  <a:lnTo>
                    <a:pt x="0" y="467867"/>
                  </a:lnTo>
                  <a:close/>
                </a:path>
              </a:pathLst>
            </a:custGeom>
            <a:ln w="9525">
              <a:solidFill>
                <a:srgbClr val="497DBA"/>
              </a:solidFill>
            </a:ln>
          </p:spPr>
          <p:txBody>
            <a:bodyPr wrap="square" lIns="0" tIns="0" rIns="0" bIns="0" rtlCol="0"/>
            <a:lstStyle/>
            <a:p>
              <a:endParaRPr>
                <a:latin typeface="+mj-lt"/>
              </a:endParaRPr>
            </a:p>
          </p:txBody>
        </p:sp>
      </p:grpSp>
      <p:sp>
        <p:nvSpPr>
          <p:cNvPr id="79" name="object 79"/>
          <p:cNvSpPr txBox="1"/>
          <p:nvPr/>
        </p:nvSpPr>
        <p:spPr>
          <a:xfrm>
            <a:off x="4415409" y="5647435"/>
            <a:ext cx="1155700" cy="237886"/>
          </a:xfrm>
          <a:prstGeom prst="rect">
            <a:avLst/>
          </a:prstGeom>
        </p:spPr>
        <p:txBody>
          <a:bodyPr vert="horz" wrap="square" lIns="0" tIns="14605" rIns="0" bIns="0" rtlCol="0">
            <a:spAutoFit/>
          </a:bodyPr>
          <a:lstStyle/>
          <a:p>
            <a:pPr marL="12700">
              <a:lnSpc>
                <a:spcPct val="100000"/>
              </a:lnSpc>
              <a:spcBef>
                <a:spcPts val="115"/>
              </a:spcBef>
            </a:pPr>
            <a:r>
              <a:rPr sz="1450" b="1" dirty="0">
                <a:solidFill>
                  <a:srgbClr val="0F469B"/>
                </a:solidFill>
                <a:latin typeface="+mj-lt"/>
                <a:cs typeface="Calibri"/>
              </a:rPr>
              <a:t>Release</a:t>
            </a:r>
            <a:r>
              <a:rPr sz="1450" b="1" spc="-10" dirty="0">
                <a:solidFill>
                  <a:srgbClr val="0F469B"/>
                </a:solidFill>
                <a:latin typeface="+mj-lt"/>
                <a:cs typeface="Calibri"/>
              </a:rPr>
              <a:t> </a:t>
            </a:r>
            <a:r>
              <a:rPr sz="1450" b="1" spc="-5" dirty="0">
                <a:solidFill>
                  <a:srgbClr val="0F469B"/>
                </a:solidFill>
                <a:latin typeface="+mj-lt"/>
                <a:cs typeface="Calibri"/>
              </a:rPr>
              <a:t>for</a:t>
            </a:r>
            <a:r>
              <a:rPr sz="1450" b="1" spc="-20" dirty="0">
                <a:solidFill>
                  <a:srgbClr val="0F469B"/>
                </a:solidFill>
                <a:latin typeface="+mj-lt"/>
                <a:cs typeface="Calibri"/>
              </a:rPr>
              <a:t> </a:t>
            </a:r>
            <a:r>
              <a:rPr sz="1450" b="1" dirty="0">
                <a:solidFill>
                  <a:srgbClr val="0F469B"/>
                </a:solidFill>
                <a:latin typeface="+mj-lt"/>
                <a:cs typeface="Calibri"/>
              </a:rPr>
              <a:t>QC</a:t>
            </a:r>
            <a:endParaRPr sz="1450">
              <a:latin typeface="+mj-lt"/>
              <a:cs typeface="Calibri"/>
            </a:endParaRPr>
          </a:p>
        </p:txBody>
      </p:sp>
      <p:grpSp>
        <p:nvGrpSpPr>
          <p:cNvPr id="80" name="object 80"/>
          <p:cNvGrpSpPr/>
          <p:nvPr/>
        </p:nvGrpSpPr>
        <p:grpSpPr>
          <a:xfrm>
            <a:off x="4924044" y="1673326"/>
            <a:ext cx="3560445" cy="4194175"/>
            <a:chOff x="4924044" y="1673326"/>
            <a:chExt cx="3560445" cy="4194175"/>
          </a:xfrm>
        </p:grpSpPr>
        <p:pic>
          <p:nvPicPr>
            <p:cNvPr id="81" name="object 81"/>
            <p:cNvPicPr/>
            <p:nvPr/>
          </p:nvPicPr>
          <p:blipFill>
            <a:blip r:embed="rId22" cstate="print"/>
            <a:stretch>
              <a:fillRect/>
            </a:stretch>
          </p:blipFill>
          <p:spPr>
            <a:xfrm>
              <a:off x="4924044" y="5172443"/>
              <a:ext cx="135534" cy="457250"/>
            </a:xfrm>
            <a:prstGeom prst="rect">
              <a:avLst/>
            </a:prstGeom>
          </p:spPr>
        </p:pic>
        <p:sp>
          <p:nvSpPr>
            <p:cNvPr id="82" name="object 82"/>
            <p:cNvSpPr/>
            <p:nvPr/>
          </p:nvSpPr>
          <p:spPr>
            <a:xfrm>
              <a:off x="4994148" y="5222747"/>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83" name="object 83"/>
            <p:cNvPicPr/>
            <p:nvPr/>
          </p:nvPicPr>
          <p:blipFill>
            <a:blip r:embed="rId37" cstate="print"/>
            <a:stretch>
              <a:fillRect/>
            </a:stretch>
          </p:blipFill>
          <p:spPr>
            <a:xfrm>
              <a:off x="5800344" y="5731764"/>
              <a:ext cx="560844" cy="135534"/>
            </a:xfrm>
            <a:prstGeom prst="rect">
              <a:avLst/>
            </a:prstGeom>
          </p:spPr>
        </p:pic>
        <p:sp>
          <p:nvSpPr>
            <p:cNvPr id="84" name="object 84"/>
            <p:cNvSpPr/>
            <p:nvPr/>
          </p:nvSpPr>
          <p:spPr>
            <a:xfrm>
              <a:off x="5870447" y="5782055"/>
              <a:ext cx="429259" cy="0"/>
            </a:xfrm>
            <a:custGeom>
              <a:avLst/>
              <a:gdLst/>
              <a:ahLst/>
              <a:cxnLst/>
              <a:rect l="l" t="t" r="r" b="b"/>
              <a:pathLst>
                <a:path w="429260">
                  <a:moveTo>
                    <a:pt x="429260" y="0"/>
                  </a:moveTo>
                  <a:lnTo>
                    <a:pt x="0" y="0"/>
                  </a:lnTo>
                </a:path>
              </a:pathLst>
            </a:custGeom>
            <a:ln w="9525">
              <a:solidFill>
                <a:srgbClr val="497DBA"/>
              </a:solidFill>
            </a:ln>
          </p:spPr>
          <p:txBody>
            <a:bodyPr wrap="square" lIns="0" tIns="0" rIns="0" bIns="0" rtlCol="0"/>
            <a:lstStyle/>
            <a:p>
              <a:endParaRPr>
                <a:latin typeface="+mj-lt"/>
              </a:endParaRPr>
            </a:p>
          </p:txBody>
        </p:sp>
        <p:pic>
          <p:nvPicPr>
            <p:cNvPr id="85" name="object 85"/>
            <p:cNvPicPr/>
            <p:nvPr/>
          </p:nvPicPr>
          <p:blipFill>
            <a:blip r:embed="rId38" cstate="print"/>
            <a:stretch>
              <a:fillRect/>
            </a:stretch>
          </p:blipFill>
          <p:spPr>
            <a:xfrm>
              <a:off x="6220968" y="1673351"/>
              <a:ext cx="135534" cy="4191000"/>
            </a:xfrm>
            <a:prstGeom prst="rect">
              <a:avLst/>
            </a:prstGeom>
          </p:spPr>
        </p:pic>
        <p:sp>
          <p:nvSpPr>
            <p:cNvPr id="86" name="object 86"/>
            <p:cNvSpPr/>
            <p:nvPr/>
          </p:nvSpPr>
          <p:spPr>
            <a:xfrm>
              <a:off x="6291072" y="1723643"/>
              <a:ext cx="0" cy="4060190"/>
            </a:xfrm>
            <a:custGeom>
              <a:avLst/>
              <a:gdLst/>
              <a:ahLst/>
              <a:cxnLst/>
              <a:rect l="l" t="t" r="r" b="b"/>
              <a:pathLst>
                <a:path h="4060190">
                  <a:moveTo>
                    <a:pt x="0" y="4059618"/>
                  </a:moveTo>
                  <a:lnTo>
                    <a:pt x="0" y="0"/>
                  </a:lnTo>
                </a:path>
              </a:pathLst>
            </a:custGeom>
            <a:ln w="9525">
              <a:solidFill>
                <a:srgbClr val="497DBA"/>
              </a:solidFill>
            </a:ln>
          </p:spPr>
          <p:txBody>
            <a:bodyPr wrap="square" lIns="0" tIns="0" rIns="0" bIns="0" rtlCol="0"/>
            <a:lstStyle/>
            <a:p>
              <a:endParaRPr>
                <a:latin typeface="+mj-lt"/>
              </a:endParaRPr>
            </a:p>
          </p:txBody>
        </p:sp>
        <p:pic>
          <p:nvPicPr>
            <p:cNvPr id="87" name="object 87"/>
            <p:cNvPicPr/>
            <p:nvPr/>
          </p:nvPicPr>
          <p:blipFill>
            <a:blip r:embed="rId37" cstate="print"/>
            <a:stretch>
              <a:fillRect/>
            </a:stretch>
          </p:blipFill>
          <p:spPr>
            <a:xfrm>
              <a:off x="6220968" y="1673326"/>
              <a:ext cx="560844" cy="135534"/>
            </a:xfrm>
            <a:prstGeom prst="rect">
              <a:avLst/>
            </a:prstGeom>
          </p:spPr>
        </p:pic>
        <p:sp>
          <p:nvSpPr>
            <p:cNvPr id="88" name="object 88"/>
            <p:cNvSpPr/>
            <p:nvPr/>
          </p:nvSpPr>
          <p:spPr>
            <a:xfrm>
              <a:off x="6291072" y="1723643"/>
              <a:ext cx="429259" cy="0"/>
            </a:xfrm>
            <a:custGeom>
              <a:avLst/>
              <a:gdLst/>
              <a:ahLst/>
              <a:cxnLst/>
              <a:rect l="l" t="t" r="r" b="b"/>
              <a:pathLst>
                <a:path w="429259">
                  <a:moveTo>
                    <a:pt x="429259" y="0"/>
                  </a:moveTo>
                  <a:lnTo>
                    <a:pt x="0" y="0"/>
                  </a:lnTo>
                </a:path>
              </a:pathLst>
            </a:custGeom>
            <a:ln w="9525">
              <a:solidFill>
                <a:srgbClr val="497DBA"/>
              </a:solidFill>
            </a:ln>
          </p:spPr>
          <p:txBody>
            <a:bodyPr wrap="square" lIns="0" tIns="0" rIns="0" bIns="0" rtlCol="0"/>
            <a:lstStyle/>
            <a:p>
              <a:endParaRPr>
                <a:latin typeface="+mj-lt"/>
              </a:endParaRPr>
            </a:p>
          </p:txBody>
        </p:sp>
        <p:pic>
          <p:nvPicPr>
            <p:cNvPr id="89" name="object 89"/>
            <p:cNvPicPr/>
            <p:nvPr/>
          </p:nvPicPr>
          <p:blipFill>
            <a:blip r:embed="rId30" cstate="print"/>
            <a:stretch>
              <a:fillRect/>
            </a:stretch>
          </p:blipFill>
          <p:spPr>
            <a:xfrm>
              <a:off x="6659835" y="2319218"/>
              <a:ext cx="1824317" cy="576517"/>
            </a:xfrm>
            <a:prstGeom prst="rect">
              <a:avLst/>
            </a:prstGeom>
          </p:spPr>
        </p:pic>
        <p:pic>
          <p:nvPicPr>
            <p:cNvPr id="90" name="object 90"/>
            <p:cNvPicPr/>
            <p:nvPr/>
          </p:nvPicPr>
          <p:blipFill>
            <a:blip r:embed="rId39" cstate="print"/>
            <a:stretch>
              <a:fillRect/>
            </a:stretch>
          </p:blipFill>
          <p:spPr>
            <a:xfrm>
              <a:off x="6790944" y="2260066"/>
              <a:ext cx="1560576" cy="740689"/>
            </a:xfrm>
            <a:prstGeom prst="rect">
              <a:avLst/>
            </a:prstGeom>
          </p:spPr>
        </p:pic>
        <p:pic>
          <p:nvPicPr>
            <p:cNvPr id="91" name="object 91"/>
            <p:cNvPicPr/>
            <p:nvPr/>
          </p:nvPicPr>
          <p:blipFill>
            <a:blip r:embed="rId40" cstate="print"/>
            <a:stretch>
              <a:fillRect/>
            </a:stretch>
          </p:blipFill>
          <p:spPr>
            <a:xfrm>
              <a:off x="6711695" y="2351531"/>
              <a:ext cx="1725168" cy="467868"/>
            </a:xfrm>
            <a:prstGeom prst="rect">
              <a:avLst/>
            </a:prstGeom>
          </p:spPr>
        </p:pic>
        <p:sp>
          <p:nvSpPr>
            <p:cNvPr id="92" name="object 92"/>
            <p:cNvSpPr/>
            <p:nvPr/>
          </p:nvSpPr>
          <p:spPr>
            <a:xfrm>
              <a:off x="6711695" y="2351531"/>
              <a:ext cx="1725295" cy="467995"/>
            </a:xfrm>
            <a:custGeom>
              <a:avLst/>
              <a:gdLst/>
              <a:ahLst/>
              <a:cxnLst/>
              <a:rect l="l" t="t" r="r" b="b"/>
              <a:pathLst>
                <a:path w="1725295" h="467994">
                  <a:moveTo>
                    <a:pt x="0" y="467868"/>
                  </a:moveTo>
                  <a:lnTo>
                    <a:pt x="1725168" y="467868"/>
                  </a:lnTo>
                  <a:lnTo>
                    <a:pt x="1725168" y="0"/>
                  </a:lnTo>
                  <a:lnTo>
                    <a:pt x="0" y="0"/>
                  </a:lnTo>
                  <a:lnTo>
                    <a:pt x="0" y="467868"/>
                  </a:lnTo>
                  <a:close/>
                </a:path>
              </a:pathLst>
            </a:custGeom>
            <a:ln w="9525">
              <a:solidFill>
                <a:srgbClr val="497DBA"/>
              </a:solidFill>
            </a:ln>
          </p:spPr>
          <p:txBody>
            <a:bodyPr wrap="square" lIns="0" tIns="0" rIns="0" bIns="0" rtlCol="0"/>
            <a:lstStyle/>
            <a:p>
              <a:endParaRPr>
                <a:latin typeface="+mj-lt"/>
              </a:endParaRPr>
            </a:p>
          </p:txBody>
        </p:sp>
      </p:grpSp>
      <p:sp>
        <p:nvSpPr>
          <p:cNvPr id="93" name="object 93"/>
          <p:cNvSpPr txBox="1"/>
          <p:nvPr/>
        </p:nvSpPr>
        <p:spPr>
          <a:xfrm>
            <a:off x="6956552" y="2337307"/>
            <a:ext cx="1237615" cy="473075"/>
          </a:xfrm>
          <a:prstGeom prst="rect">
            <a:avLst/>
          </a:prstGeom>
        </p:spPr>
        <p:txBody>
          <a:bodyPr vert="horz" wrap="square" lIns="0" tIns="11430" rIns="0" bIns="0" rtlCol="0">
            <a:spAutoFit/>
          </a:bodyPr>
          <a:lstStyle/>
          <a:p>
            <a:pPr marL="12700" marR="5080" indent="54610">
              <a:lnSpc>
                <a:spcPct val="101400"/>
              </a:lnSpc>
              <a:spcBef>
                <a:spcPts val="90"/>
              </a:spcBef>
            </a:pPr>
            <a:r>
              <a:rPr sz="1450" b="1" spc="-5" dirty="0">
                <a:solidFill>
                  <a:srgbClr val="0F469B"/>
                </a:solidFill>
                <a:latin typeface="+mj-lt"/>
                <a:cs typeface="Calibri"/>
              </a:rPr>
              <a:t>Perform </a:t>
            </a:r>
            <a:r>
              <a:rPr sz="1450" b="1" spc="-15" dirty="0">
                <a:solidFill>
                  <a:srgbClr val="0F469B"/>
                </a:solidFill>
                <a:latin typeface="+mj-lt"/>
                <a:cs typeface="Calibri"/>
              </a:rPr>
              <a:t>Value </a:t>
            </a:r>
            <a:r>
              <a:rPr sz="1450" b="1" spc="-10" dirty="0">
                <a:solidFill>
                  <a:srgbClr val="0F469B"/>
                </a:solidFill>
                <a:latin typeface="+mj-lt"/>
                <a:cs typeface="Calibri"/>
              </a:rPr>
              <a:t> </a:t>
            </a:r>
            <a:r>
              <a:rPr sz="1450" b="1" spc="5" dirty="0">
                <a:solidFill>
                  <a:srgbClr val="0F469B"/>
                </a:solidFill>
                <a:latin typeface="+mj-lt"/>
                <a:cs typeface="Calibri"/>
              </a:rPr>
              <a:t>S</a:t>
            </a:r>
            <a:r>
              <a:rPr sz="1450" b="1" spc="-15" dirty="0">
                <a:solidFill>
                  <a:srgbClr val="0F469B"/>
                </a:solidFill>
                <a:latin typeface="+mj-lt"/>
                <a:cs typeface="Calibri"/>
              </a:rPr>
              <a:t>t</a:t>
            </a:r>
            <a:r>
              <a:rPr sz="1450" b="1" spc="5" dirty="0">
                <a:solidFill>
                  <a:srgbClr val="0F469B"/>
                </a:solidFill>
                <a:latin typeface="+mj-lt"/>
                <a:cs typeface="Calibri"/>
              </a:rPr>
              <a:t>a</a:t>
            </a:r>
            <a:r>
              <a:rPr sz="1450" b="1" spc="-5" dirty="0">
                <a:solidFill>
                  <a:srgbClr val="0F469B"/>
                </a:solidFill>
                <a:latin typeface="+mj-lt"/>
                <a:cs typeface="Calibri"/>
              </a:rPr>
              <a:t>nd</a:t>
            </a:r>
            <a:r>
              <a:rPr sz="1450" b="1" spc="5" dirty="0">
                <a:solidFill>
                  <a:srgbClr val="0F469B"/>
                </a:solidFill>
                <a:latin typeface="+mj-lt"/>
                <a:cs typeface="Calibri"/>
              </a:rPr>
              <a:t>a</a:t>
            </a:r>
            <a:r>
              <a:rPr sz="1450" b="1" spc="-15" dirty="0">
                <a:solidFill>
                  <a:srgbClr val="0F469B"/>
                </a:solidFill>
                <a:latin typeface="+mj-lt"/>
                <a:cs typeface="Calibri"/>
              </a:rPr>
              <a:t>r</a:t>
            </a:r>
            <a:r>
              <a:rPr sz="1450" b="1" spc="-5" dirty="0">
                <a:solidFill>
                  <a:srgbClr val="0F469B"/>
                </a:solidFill>
                <a:latin typeface="+mj-lt"/>
                <a:cs typeface="Calibri"/>
              </a:rPr>
              <a:t>d</a:t>
            </a:r>
            <a:r>
              <a:rPr sz="1450" b="1" dirty="0">
                <a:solidFill>
                  <a:srgbClr val="0F469B"/>
                </a:solidFill>
                <a:latin typeface="+mj-lt"/>
                <a:cs typeface="Calibri"/>
              </a:rPr>
              <a:t>i</a:t>
            </a:r>
            <a:r>
              <a:rPr sz="1450" b="1" spc="-25" dirty="0">
                <a:solidFill>
                  <a:srgbClr val="0F469B"/>
                </a:solidFill>
                <a:latin typeface="+mj-lt"/>
                <a:cs typeface="Calibri"/>
              </a:rPr>
              <a:t>z</a:t>
            </a:r>
            <a:r>
              <a:rPr sz="1450" b="1" spc="-10" dirty="0">
                <a:solidFill>
                  <a:srgbClr val="0F469B"/>
                </a:solidFill>
                <a:latin typeface="+mj-lt"/>
                <a:cs typeface="Calibri"/>
              </a:rPr>
              <a:t>a</a:t>
            </a:r>
            <a:r>
              <a:rPr sz="1450" b="1" spc="5" dirty="0">
                <a:solidFill>
                  <a:srgbClr val="0F469B"/>
                </a:solidFill>
                <a:latin typeface="+mj-lt"/>
                <a:cs typeface="Calibri"/>
              </a:rPr>
              <a:t>tion</a:t>
            </a:r>
            <a:endParaRPr sz="1450">
              <a:latin typeface="+mj-lt"/>
              <a:cs typeface="Calibri"/>
            </a:endParaRPr>
          </a:p>
        </p:txBody>
      </p:sp>
      <p:grpSp>
        <p:nvGrpSpPr>
          <p:cNvPr id="94" name="object 94"/>
          <p:cNvGrpSpPr/>
          <p:nvPr/>
        </p:nvGrpSpPr>
        <p:grpSpPr>
          <a:xfrm>
            <a:off x="6661404" y="2761449"/>
            <a:ext cx="1861185" cy="1026160"/>
            <a:chOff x="6661404" y="2761449"/>
            <a:chExt cx="1861185" cy="1026160"/>
          </a:xfrm>
        </p:grpSpPr>
        <p:pic>
          <p:nvPicPr>
            <p:cNvPr id="95" name="object 95"/>
            <p:cNvPicPr/>
            <p:nvPr/>
          </p:nvPicPr>
          <p:blipFill>
            <a:blip r:embed="rId22" cstate="print"/>
            <a:stretch>
              <a:fillRect/>
            </a:stretch>
          </p:blipFill>
          <p:spPr>
            <a:xfrm>
              <a:off x="7523988" y="2761449"/>
              <a:ext cx="135534" cy="457238"/>
            </a:xfrm>
            <a:prstGeom prst="rect">
              <a:avLst/>
            </a:prstGeom>
          </p:spPr>
        </p:pic>
        <p:sp>
          <p:nvSpPr>
            <p:cNvPr id="96" name="object 96"/>
            <p:cNvSpPr/>
            <p:nvPr/>
          </p:nvSpPr>
          <p:spPr>
            <a:xfrm>
              <a:off x="7594092" y="2811779"/>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97" name="object 97"/>
            <p:cNvPicPr/>
            <p:nvPr/>
          </p:nvPicPr>
          <p:blipFill>
            <a:blip r:embed="rId41" cstate="print"/>
            <a:stretch>
              <a:fillRect/>
            </a:stretch>
          </p:blipFill>
          <p:spPr>
            <a:xfrm>
              <a:off x="6661404" y="3087649"/>
              <a:ext cx="1860803" cy="601954"/>
            </a:xfrm>
            <a:prstGeom prst="rect">
              <a:avLst/>
            </a:prstGeom>
          </p:spPr>
        </p:pic>
        <p:pic>
          <p:nvPicPr>
            <p:cNvPr id="98" name="object 98"/>
            <p:cNvPicPr/>
            <p:nvPr/>
          </p:nvPicPr>
          <p:blipFill>
            <a:blip r:embed="rId42" cstate="print"/>
            <a:stretch>
              <a:fillRect/>
            </a:stretch>
          </p:blipFill>
          <p:spPr>
            <a:xfrm>
              <a:off x="6801612" y="3046450"/>
              <a:ext cx="1626107" cy="740689"/>
            </a:xfrm>
            <a:prstGeom prst="rect">
              <a:avLst/>
            </a:prstGeom>
          </p:spPr>
        </p:pic>
        <p:pic>
          <p:nvPicPr>
            <p:cNvPr id="99" name="object 99"/>
            <p:cNvPicPr/>
            <p:nvPr/>
          </p:nvPicPr>
          <p:blipFill>
            <a:blip r:embed="rId43" cstate="print"/>
            <a:stretch>
              <a:fillRect/>
            </a:stretch>
          </p:blipFill>
          <p:spPr>
            <a:xfrm>
              <a:off x="6731508" y="3137915"/>
              <a:ext cx="1725168" cy="466343"/>
            </a:xfrm>
            <a:prstGeom prst="rect">
              <a:avLst/>
            </a:prstGeom>
          </p:spPr>
        </p:pic>
        <p:sp>
          <p:nvSpPr>
            <p:cNvPr id="100" name="object 100"/>
            <p:cNvSpPr/>
            <p:nvPr/>
          </p:nvSpPr>
          <p:spPr>
            <a:xfrm>
              <a:off x="6731508" y="3137915"/>
              <a:ext cx="1725295" cy="466725"/>
            </a:xfrm>
            <a:custGeom>
              <a:avLst/>
              <a:gdLst/>
              <a:ahLst/>
              <a:cxnLst/>
              <a:rect l="l" t="t" r="r" b="b"/>
              <a:pathLst>
                <a:path w="1725295" h="466725">
                  <a:moveTo>
                    <a:pt x="0" y="466343"/>
                  </a:moveTo>
                  <a:lnTo>
                    <a:pt x="1725168" y="466343"/>
                  </a:lnTo>
                  <a:lnTo>
                    <a:pt x="1725168" y="0"/>
                  </a:lnTo>
                  <a:lnTo>
                    <a:pt x="0" y="0"/>
                  </a:lnTo>
                  <a:lnTo>
                    <a:pt x="0" y="466343"/>
                  </a:lnTo>
                  <a:close/>
                </a:path>
              </a:pathLst>
            </a:custGeom>
            <a:ln w="9525">
              <a:solidFill>
                <a:srgbClr val="497DBA"/>
              </a:solidFill>
            </a:ln>
          </p:spPr>
          <p:txBody>
            <a:bodyPr wrap="square" lIns="0" tIns="0" rIns="0" bIns="0" rtlCol="0"/>
            <a:lstStyle/>
            <a:p>
              <a:endParaRPr>
                <a:latin typeface="+mj-lt"/>
              </a:endParaRPr>
            </a:p>
          </p:txBody>
        </p:sp>
      </p:grpSp>
      <p:sp>
        <p:nvSpPr>
          <p:cNvPr id="101" name="object 101"/>
          <p:cNvSpPr txBox="1"/>
          <p:nvPr/>
        </p:nvSpPr>
        <p:spPr>
          <a:xfrm>
            <a:off x="6966966" y="3123692"/>
            <a:ext cx="1255395" cy="473075"/>
          </a:xfrm>
          <a:prstGeom prst="rect">
            <a:avLst/>
          </a:prstGeom>
        </p:spPr>
        <p:txBody>
          <a:bodyPr vert="horz" wrap="square" lIns="0" tIns="11430" rIns="0" bIns="0" rtlCol="0">
            <a:spAutoFit/>
          </a:bodyPr>
          <a:lstStyle/>
          <a:p>
            <a:pPr marL="194945" marR="5080" indent="-182880">
              <a:lnSpc>
                <a:spcPct val="101400"/>
              </a:lnSpc>
              <a:spcBef>
                <a:spcPts val="90"/>
              </a:spcBef>
            </a:pPr>
            <a:r>
              <a:rPr sz="1450" b="1" spc="5" dirty="0">
                <a:solidFill>
                  <a:srgbClr val="0F469B"/>
                </a:solidFill>
                <a:latin typeface="+mj-lt"/>
                <a:cs typeface="Calibri"/>
              </a:rPr>
              <a:t>Run</a:t>
            </a:r>
            <a:r>
              <a:rPr sz="1450" b="1" spc="-50" dirty="0">
                <a:solidFill>
                  <a:srgbClr val="0F469B"/>
                </a:solidFill>
                <a:latin typeface="+mj-lt"/>
                <a:cs typeface="Calibri"/>
              </a:rPr>
              <a:t> </a:t>
            </a:r>
            <a:r>
              <a:rPr sz="1450" b="1" dirty="0">
                <a:solidFill>
                  <a:srgbClr val="0F469B"/>
                </a:solidFill>
                <a:latin typeface="+mj-lt"/>
                <a:cs typeface="Calibri"/>
              </a:rPr>
              <a:t>Description </a:t>
            </a:r>
            <a:r>
              <a:rPr sz="1450" b="1" spc="-315" dirty="0">
                <a:solidFill>
                  <a:srgbClr val="0F469B"/>
                </a:solidFill>
                <a:latin typeface="+mj-lt"/>
                <a:cs typeface="Calibri"/>
              </a:rPr>
              <a:t> </a:t>
            </a:r>
            <a:r>
              <a:rPr sz="1450" b="1" spc="-5" dirty="0">
                <a:solidFill>
                  <a:srgbClr val="0F469B"/>
                </a:solidFill>
                <a:latin typeface="+mj-lt"/>
                <a:cs typeface="Calibri"/>
              </a:rPr>
              <a:t>Generation</a:t>
            </a:r>
            <a:endParaRPr sz="1450">
              <a:latin typeface="+mj-lt"/>
              <a:cs typeface="Calibri"/>
            </a:endParaRPr>
          </a:p>
        </p:txBody>
      </p:sp>
      <p:grpSp>
        <p:nvGrpSpPr>
          <p:cNvPr id="102" name="object 102"/>
          <p:cNvGrpSpPr/>
          <p:nvPr/>
        </p:nvGrpSpPr>
        <p:grpSpPr>
          <a:xfrm>
            <a:off x="6661404" y="3547821"/>
            <a:ext cx="1861185" cy="928369"/>
            <a:chOff x="6661404" y="3547821"/>
            <a:chExt cx="1861185" cy="928369"/>
          </a:xfrm>
        </p:grpSpPr>
        <p:pic>
          <p:nvPicPr>
            <p:cNvPr id="103" name="object 103"/>
            <p:cNvPicPr/>
            <p:nvPr/>
          </p:nvPicPr>
          <p:blipFill>
            <a:blip r:embed="rId22" cstate="print"/>
            <a:stretch>
              <a:fillRect/>
            </a:stretch>
          </p:blipFill>
          <p:spPr>
            <a:xfrm>
              <a:off x="7523988" y="3547821"/>
              <a:ext cx="135534" cy="457250"/>
            </a:xfrm>
            <a:prstGeom prst="rect">
              <a:avLst/>
            </a:prstGeom>
          </p:spPr>
        </p:pic>
        <p:sp>
          <p:nvSpPr>
            <p:cNvPr id="104" name="object 104"/>
            <p:cNvSpPr/>
            <p:nvPr/>
          </p:nvSpPr>
          <p:spPr>
            <a:xfrm>
              <a:off x="7594092" y="3598163"/>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105" name="object 105"/>
            <p:cNvPicPr/>
            <p:nvPr/>
          </p:nvPicPr>
          <p:blipFill>
            <a:blip r:embed="rId41" cstate="print"/>
            <a:stretch>
              <a:fillRect/>
            </a:stretch>
          </p:blipFill>
          <p:spPr>
            <a:xfrm>
              <a:off x="6661404" y="3874033"/>
              <a:ext cx="1860803" cy="601954"/>
            </a:xfrm>
            <a:prstGeom prst="rect">
              <a:avLst/>
            </a:prstGeom>
          </p:spPr>
        </p:pic>
        <p:pic>
          <p:nvPicPr>
            <p:cNvPr id="106" name="object 106"/>
            <p:cNvPicPr/>
            <p:nvPr/>
          </p:nvPicPr>
          <p:blipFill>
            <a:blip r:embed="rId44" cstate="print"/>
            <a:stretch>
              <a:fillRect/>
            </a:stretch>
          </p:blipFill>
          <p:spPr>
            <a:xfrm>
              <a:off x="6909816" y="3944111"/>
              <a:ext cx="1362455" cy="516636"/>
            </a:xfrm>
            <a:prstGeom prst="rect">
              <a:avLst/>
            </a:prstGeom>
          </p:spPr>
        </p:pic>
        <p:pic>
          <p:nvPicPr>
            <p:cNvPr id="107" name="object 107"/>
            <p:cNvPicPr/>
            <p:nvPr/>
          </p:nvPicPr>
          <p:blipFill>
            <a:blip r:embed="rId45" cstate="print"/>
            <a:stretch>
              <a:fillRect/>
            </a:stretch>
          </p:blipFill>
          <p:spPr>
            <a:xfrm>
              <a:off x="6731508" y="3924299"/>
              <a:ext cx="1725168" cy="466344"/>
            </a:xfrm>
            <a:prstGeom prst="rect">
              <a:avLst/>
            </a:prstGeom>
          </p:spPr>
        </p:pic>
        <p:sp>
          <p:nvSpPr>
            <p:cNvPr id="108" name="object 108"/>
            <p:cNvSpPr/>
            <p:nvPr/>
          </p:nvSpPr>
          <p:spPr>
            <a:xfrm>
              <a:off x="6731508" y="3924299"/>
              <a:ext cx="1725295" cy="466725"/>
            </a:xfrm>
            <a:custGeom>
              <a:avLst/>
              <a:gdLst/>
              <a:ahLst/>
              <a:cxnLst/>
              <a:rect l="l" t="t" r="r" b="b"/>
              <a:pathLst>
                <a:path w="1725295" h="466725">
                  <a:moveTo>
                    <a:pt x="0" y="466344"/>
                  </a:moveTo>
                  <a:lnTo>
                    <a:pt x="1725168" y="466344"/>
                  </a:lnTo>
                  <a:lnTo>
                    <a:pt x="1725168" y="0"/>
                  </a:lnTo>
                  <a:lnTo>
                    <a:pt x="0" y="0"/>
                  </a:lnTo>
                  <a:lnTo>
                    <a:pt x="0" y="466344"/>
                  </a:lnTo>
                  <a:close/>
                </a:path>
              </a:pathLst>
            </a:custGeom>
            <a:ln w="9525">
              <a:solidFill>
                <a:srgbClr val="497DBA"/>
              </a:solidFill>
            </a:ln>
          </p:spPr>
          <p:txBody>
            <a:bodyPr wrap="square" lIns="0" tIns="0" rIns="0" bIns="0" rtlCol="0"/>
            <a:lstStyle/>
            <a:p>
              <a:endParaRPr>
                <a:latin typeface="+mj-lt"/>
              </a:endParaRPr>
            </a:p>
          </p:txBody>
        </p:sp>
      </p:grpSp>
      <p:sp>
        <p:nvSpPr>
          <p:cNvPr id="109" name="object 109"/>
          <p:cNvSpPr txBox="1"/>
          <p:nvPr/>
        </p:nvSpPr>
        <p:spPr>
          <a:xfrm>
            <a:off x="7075169" y="4021963"/>
            <a:ext cx="1040130" cy="237244"/>
          </a:xfrm>
          <a:prstGeom prst="rect">
            <a:avLst/>
          </a:prstGeom>
        </p:spPr>
        <p:txBody>
          <a:bodyPr vert="horz" wrap="square" lIns="0" tIns="13970" rIns="0" bIns="0" rtlCol="0">
            <a:spAutoFit/>
          </a:bodyPr>
          <a:lstStyle/>
          <a:p>
            <a:pPr marL="12700">
              <a:lnSpc>
                <a:spcPct val="100000"/>
              </a:lnSpc>
              <a:spcBef>
                <a:spcPts val="110"/>
              </a:spcBef>
            </a:pPr>
            <a:r>
              <a:rPr sz="1450" b="1" spc="5" dirty="0">
                <a:solidFill>
                  <a:srgbClr val="0F469B"/>
                </a:solidFill>
                <a:latin typeface="+mj-lt"/>
                <a:cs typeface="Calibri"/>
              </a:rPr>
              <a:t>Run</a:t>
            </a:r>
            <a:r>
              <a:rPr sz="1450" b="1" spc="-30" dirty="0">
                <a:solidFill>
                  <a:srgbClr val="0F469B"/>
                </a:solidFill>
                <a:latin typeface="+mj-lt"/>
                <a:cs typeface="Calibri"/>
              </a:rPr>
              <a:t> </a:t>
            </a:r>
            <a:r>
              <a:rPr sz="1450" b="1" spc="5" dirty="0">
                <a:solidFill>
                  <a:srgbClr val="0F469B"/>
                </a:solidFill>
                <a:latin typeface="+mj-lt"/>
                <a:cs typeface="Calibri"/>
              </a:rPr>
              <a:t>QC</a:t>
            </a:r>
            <a:r>
              <a:rPr sz="1450" b="1" spc="-25" dirty="0">
                <a:solidFill>
                  <a:srgbClr val="0F469B"/>
                </a:solidFill>
                <a:latin typeface="+mj-lt"/>
                <a:cs typeface="Calibri"/>
              </a:rPr>
              <a:t> </a:t>
            </a:r>
            <a:r>
              <a:rPr sz="1450" b="1" spc="-20" dirty="0">
                <a:solidFill>
                  <a:srgbClr val="0F469B"/>
                </a:solidFill>
                <a:latin typeface="+mj-lt"/>
                <a:cs typeface="Calibri"/>
              </a:rPr>
              <a:t>Tools</a:t>
            </a:r>
            <a:endParaRPr sz="1450">
              <a:latin typeface="+mj-lt"/>
              <a:cs typeface="Calibri"/>
            </a:endParaRPr>
          </a:p>
        </p:txBody>
      </p:sp>
      <p:grpSp>
        <p:nvGrpSpPr>
          <p:cNvPr id="110" name="object 110"/>
          <p:cNvGrpSpPr/>
          <p:nvPr/>
        </p:nvGrpSpPr>
        <p:grpSpPr>
          <a:xfrm>
            <a:off x="2113788" y="4340339"/>
            <a:ext cx="5800725" cy="1957070"/>
            <a:chOff x="2113788" y="4340339"/>
            <a:chExt cx="5800725" cy="1957070"/>
          </a:xfrm>
        </p:grpSpPr>
        <p:pic>
          <p:nvPicPr>
            <p:cNvPr id="111" name="object 111"/>
            <p:cNvPicPr/>
            <p:nvPr/>
          </p:nvPicPr>
          <p:blipFill>
            <a:blip r:embed="rId46" cstate="print"/>
            <a:stretch>
              <a:fillRect/>
            </a:stretch>
          </p:blipFill>
          <p:spPr>
            <a:xfrm>
              <a:off x="7772400" y="4340339"/>
              <a:ext cx="141731" cy="1946148"/>
            </a:xfrm>
            <a:prstGeom prst="rect">
              <a:avLst/>
            </a:prstGeom>
          </p:spPr>
        </p:pic>
        <p:sp>
          <p:nvSpPr>
            <p:cNvPr id="112" name="object 112"/>
            <p:cNvSpPr/>
            <p:nvPr/>
          </p:nvSpPr>
          <p:spPr>
            <a:xfrm>
              <a:off x="7842503" y="4390644"/>
              <a:ext cx="6350" cy="1816100"/>
            </a:xfrm>
            <a:custGeom>
              <a:avLst/>
              <a:gdLst/>
              <a:ahLst/>
              <a:cxnLst/>
              <a:rect l="l" t="t" r="r" b="b"/>
              <a:pathLst>
                <a:path w="6350" h="1816100">
                  <a:moveTo>
                    <a:pt x="0" y="1815490"/>
                  </a:moveTo>
                  <a:lnTo>
                    <a:pt x="6350" y="0"/>
                  </a:lnTo>
                </a:path>
              </a:pathLst>
            </a:custGeom>
            <a:ln w="9525">
              <a:solidFill>
                <a:srgbClr val="497DBA"/>
              </a:solidFill>
            </a:ln>
          </p:spPr>
          <p:txBody>
            <a:bodyPr wrap="square" lIns="0" tIns="0" rIns="0" bIns="0" rtlCol="0"/>
            <a:lstStyle/>
            <a:p>
              <a:endParaRPr>
                <a:latin typeface="+mj-lt"/>
              </a:endParaRPr>
            </a:p>
          </p:txBody>
        </p:sp>
        <p:pic>
          <p:nvPicPr>
            <p:cNvPr id="113" name="object 113"/>
            <p:cNvPicPr/>
            <p:nvPr/>
          </p:nvPicPr>
          <p:blipFill>
            <a:blip r:embed="rId47" cstate="print"/>
            <a:stretch>
              <a:fillRect/>
            </a:stretch>
          </p:blipFill>
          <p:spPr>
            <a:xfrm>
              <a:off x="2770632" y="6150864"/>
              <a:ext cx="4882896" cy="146443"/>
            </a:xfrm>
            <a:prstGeom prst="rect">
              <a:avLst/>
            </a:prstGeom>
          </p:spPr>
        </p:pic>
        <p:sp>
          <p:nvSpPr>
            <p:cNvPr id="114" name="object 114"/>
            <p:cNvSpPr/>
            <p:nvPr/>
          </p:nvSpPr>
          <p:spPr>
            <a:xfrm>
              <a:off x="2840736" y="6201155"/>
              <a:ext cx="4751705" cy="11430"/>
            </a:xfrm>
            <a:custGeom>
              <a:avLst/>
              <a:gdLst/>
              <a:ahLst/>
              <a:cxnLst/>
              <a:rect l="l" t="t" r="r" b="b"/>
              <a:pathLst>
                <a:path w="4751705" h="11429">
                  <a:moveTo>
                    <a:pt x="4751323" y="10985"/>
                  </a:moveTo>
                  <a:lnTo>
                    <a:pt x="0" y="0"/>
                  </a:lnTo>
                </a:path>
              </a:pathLst>
            </a:custGeom>
            <a:ln w="9525">
              <a:solidFill>
                <a:srgbClr val="497DBA"/>
              </a:solidFill>
            </a:ln>
          </p:spPr>
          <p:txBody>
            <a:bodyPr wrap="square" lIns="0" tIns="0" rIns="0" bIns="0" rtlCol="0"/>
            <a:lstStyle/>
            <a:p>
              <a:endParaRPr>
                <a:latin typeface="+mj-lt"/>
              </a:endParaRPr>
            </a:p>
          </p:txBody>
        </p:sp>
        <p:pic>
          <p:nvPicPr>
            <p:cNvPr id="115" name="object 115"/>
            <p:cNvPicPr/>
            <p:nvPr/>
          </p:nvPicPr>
          <p:blipFill>
            <a:blip r:embed="rId48" cstate="print"/>
            <a:stretch>
              <a:fillRect/>
            </a:stretch>
          </p:blipFill>
          <p:spPr>
            <a:xfrm>
              <a:off x="2766060" y="5334000"/>
              <a:ext cx="141731" cy="943368"/>
            </a:xfrm>
            <a:prstGeom prst="rect">
              <a:avLst/>
            </a:prstGeom>
          </p:spPr>
        </p:pic>
        <p:sp>
          <p:nvSpPr>
            <p:cNvPr id="116" name="object 116"/>
            <p:cNvSpPr/>
            <p:nvPr/>
          </p:nvSpPr>
          <p:spPr>
            <a:xfrm>
              <a:off x="2836164" y="5384291"/>
              <a:ext cx="6350" cy="812800"/>
            </a:xfrm>
            <a:custGeom>
              <a:avLst/>
              <a:gdLst/>
              <a:ahLst/>
              <a:cxnLst/>
              <a:rect l="l" t="t" r="r" b="b"/>
              <a:pathLst>
                <a:path w="6350" h="812800">
                  <a:moveTo>
                    <a:pt x="6350" y="812660"/>
                  </a:moveTo>
                  <a:lnTo>
                    <a:pt x="0" y="0"/>
                  </a:lnTo>
                </a:path>
              </a:pathLst>
            </a:custGeom>
            <a:ln w="9525">
              <a:solidFill>
                <a:srgbClr val="497DBA"/>
              </a:solidFill>
            </a:ln>
          </p:spPr>
          <p:txBody>
            <a:bodyPr wrap="square" lIns="0" tIns="0" rIns="0" bIns="0" rtlCol="0"/>
            <a:lstStyle/>
            <a:p>
              <a:endParaRPr>
                <a:latin typeface="+mj-lt"/>
              </a:endParaRPr>
            </a:p>
          </p:txBody>
        </p:sp>
        <p:pic>
          <p:nvPicPr>
            <p:cNvPr id="117" name="object 117"/>
            <p:cNvPicPr/>
            <p:nvPr/>
          </p:nvPicPr>
          <p:blipFill>
            <a:blip r:embed="rId49" cstate="print"/>
            <a:stretch>
              <a:fillRect/>
            </a:stretch>
          </p:blipFill>
          <p:spPr>
            <a:xfrm>
              <a:off x="2113788" y="4930140"/>
              <a:ext cx="1418843" cy="525780"/>
            </a:xfrm>
            <a:prstGeom prst="rect">
              <a:avLst/>
            </a:prstGeom>
          </p:spPr>
        </p:pic>
        <p:pic>
          <p:nvPicPr>
            <p:cNvPr id="118" name="object 118"/>
            <p:cNvPicPr/>
            <p:nvPr/>
          </p:nvPicPr>
          <p:blipFill>
            <a:blip r:embed="rId50" cstate="print"/>
            <a:stretch>
              <a:fillRect/>
            </a:stretch>
          </p:blipFill>
          <p:spPr>
            <a:xfrm>
              <a:off x="2135124" y="4971300"/>
              <a:ext cx="1376172" cy="499859"/>
            </a:xfrm>
            <a:prstGeom prst="rect">
              <a:avLst/>
            </a:prstGeom>
          </p:spPr>
        </p:pic>
        <p:pic>
          <p:nvPicPr>
            <p:cNvPr id="119" name="object 119"/>
            <p:cNvPicPr/>
            <p:nvPr/>
          </p:nvPicPr>
          <p:blipFill>
            <a:blip r:embed="rId51" cstate="print"/>
            <a:stretch>
              <a:fillRect/>
            </a:stretch>
          </p:blipFill>
          <p:spPr>
            <a:xfrm>
              <a:off x="2183892" y="4980432"/>
              <a:ext cx="1283208" cy="390144"/>
            </a:xfrm>
            <a:prstGeom prst="rect">
              <a:avLst/>
            </a:prstGeom>
          </p:spPr>
        </p:pic>
        <p:sp>
          <p:nvSpPr>
            <p:cNvPr id="120" name="object 120"/>
            <p:cNvSpPr/>
            <p:nvPr/>
          </p:nvSpPr>
          <p:spPr>
            <a:xfrm>
              <a:off x="2183892" y="4980432"/>
              <a:ext cx="1283335" cy="390525"/>
            </a:xfrm>
            <a:custGeom>
              <a:avLst/>
              <a:gdLst/>
              <a:ahLst/>
              <a:cxnLst/>
              <a:rect l="l" t="t" r="r" b="b"/>
              <a:pathLst>
                <a:path w="1283335" h="390525">
                  <a:moveTo>
                    <a:pt x="0" y="65024"/>
                  </a:moveTo>
                  <a:lnTo>
                    <a:pt x="5105" y="39701"/>
                  </a:lnTo>
                  <a:lnTo>
                    <a:pt x="19034" y="19034"/>
                  </a:lnTo>
                  <a:lnTo>
                    <a:pt x="39701" y="5105"/>
                  </a:lnTo>
                  <a:lnTo>
                    <a:pt x="65024" y="0"/>
                  </a:lnTo>
                  <a:lnTo>
                    <a:pt x="1218183" y="0"/>
                  </a:lnTo>
                  <a:lnTo>
                    <a:pt x="1243506" y="5105"/>
                  </a:lnTo>
                  <a:lnTo>
                    <a:pt x="1264173" y="19034"/>
                  </a:lnTo>
                  <a:lnTo>
                    <a:pt x="1278102" y="39701"/>
                  </a:lnTo>
                  <a:lnTo>
                    <a:pt x="1283208" y="65024"/>
                  </a:lnTo>
                  <a:lnTo>
                    <a:pt x="1283208" y="325120"/>
                  </a:lnTo>
                  <a:lnTo>
                    <a:pt x="1278102" y="350442"/>
                  </a:lnTo>
                  <a:lnTo>
                    <a:pt x="1264173" y="371109"/>
                  </a:lnTo>
                  <a:lnTo>
                    <a:pt x="1243506" y="385038"/>
                  </a:lnTo>
                  <a:lnTo>
                    <a:pt x="1218183" y="390144"/>
                  </a:lnTo>
                  <a:lnTo>
                    <a:pt x="65024" y="390144"/>
                  </a:lnTo>
                  <a:lnTo>
                    <a:pt x="39701" y="385038"/>
                  </a:lnTo>
                  <a:lnTo>
                    <a:pt x="19034" y="371109"/>
                  </a:lnTo>
                  <a:lnTo>
                    <a:pt x="5105" y="350442"/>
                  </a:lnTo>
                  <a:lnTo>
                    <a:pt x="0" y="325120"/>
                  </a:lnTo>
                  <a:lnTo>
                    <a:pt x="0" y="65024"/>
                  </a:lnTo>
                  <a:close/>
                </a:path>
              </a:pathLst>
            </a:custGeom>
            <a:ln w="9525">
              <a:solidFill>
                <a:srgbClr val="497DBA"/>
              </a:solidFill>
            </a:ln>
          </p:spPr>
          <p:txBody>
            <a:bodyPr wrap="square" lIns="0" tIns="0" rIns="0" bIns="0" rtlCol="0"/>
            <a:lstStyle/>
            <a:p>
              <a:endParaRPr>
                <a:latin typeface="+mj-lt"/>
              </a:endParaRPr>
            </a:p>
          </p:txBody>
        </p:sp>
      </p:grpSp>
      <p:sp>
        <p:nvSpPr>
          <p:cNvPr id="121" name="object 121"/>
          <p:cNvSpPr txBox="1"/>
          <p:nvPr/>
        </p:nvSpPr>
        <p:spPr>
          <a:xfrm>
            <a:off x="2294635" y="5045405"/>
            <a:ext cx="1061720" cy="228909"/>
          </a:xfrm>
          <a:prstGeom prst="rect">
            <a:avLst/>
          </a:prstGeom>
        </p:spPr>
        <p:txBody>
          <a:bodyPr vert="horz" wrap="square" lIns="0" tIns="13335" rIns="0" bIns="0" rtlCol="0">
            <a:spAutoFit/>
          </a:bodyPr>
          <a:lstStyle/>
          <a:p>
            <a:pPr marL="12700">
              <a:lnSpc>
                <a:spcPct val="100000"/>
              </a:lnSpc>
              <a:spcBef>
                <a:spcPts val="105"/>
              </a:spcBef>
            </a:pPr>
            <a:r>
              <a:rPr sz="1400" b="1" spc="-5" dirty="0">
                <a:solidFill>
                  <a:srgbClr val="0F469B"/>
                </a:solidFill>
                <a:latin typeface="+mj-lt"/>
                <a:cs typeface="Calibri"/>
              </a:rPr>
              <a:t>P</a:t>
            </a:r>
            <a:r>
              <a:rPr sz="1400" b="1" spc="-15" dirty="0">
                <a:solidFill>
                  <a:srgbClr val="0F469B"/>
                </a:solidFill>
                <a:latin typeface="+mj-lt"/>
                <a:cs typeface="Calibri"/>
              </a:rPr>
              <a:t>r</a:t>
            </a:r>
            <a:r>
              <a:rPr sz="1400" b="1" spc="-5" dirty="0">
                <a:solidFill>
                  <a:srgbClr val="0F469B"/>
                </a:solidFill>
                <a:latin typeface="+mj-lt"/>
                <a:cs typeface="Calibri"/>
              </a:rPr>
              <a:t>epar</a:t>
            </a:r>
            <a:r>
              <a:rPr sz="1400" b="1" dirty="0">
                <a:solidFill>
                  <a:srgbClr val="0F469B"/>
                </a:solidFill>
                <a:latin typeface="+mj-lt"/>
                <a:cs typeface="Calibri"/>
              </a:rPr>
              <a:t>e</a:t>
            </a:r>
            <a:r>
              <a:rPr sz="1400" b="1" spc="-45" dirty="0">
                <a:solidFill>
                  <a:srgbClr val="0F469B"/>
                </a:solidFill>
                <a:latin typeface="+mj-lt"/>
                <a:cs typeface="Calibri"/>
              </a:rPr>
              <a:t> </a:t>
            </a:r>
            <a:r>
              <a:rPr sz="1400" b="1" dirty="0">
                <a:solidFill>
                  <a:srgbClr val="0F469B"/>
                </a:solidFill>
                <a:latin typeface="+mj-lt"/>
                <a:cs typeface="Calibri"/>
              </a:rPr>
              <a:t>B</a:t>
            </a:r>
            <a:r>
              <a:rPr sz="1400" b="1" spc="-10" dirty="0">
                <a:solidFill>
                  <a:srgbClr val="0F469B"/>
                </a:solidFill>
                <a:latin typeface="+mj-lt"/>
                <a:cs typeface="Calibri"/>
              </a:rPr>
              <a:t>a</a:t>
            </a:r>
            <a:r>
              <a:rPr sz="1400" b="1" spc="-20" dirty="0">
                <a:solidFill>
                  <a:srgbClr val="0F469B"/>
                </a:solidFill>
                <a:latin typeface="+mj-lt"/>
                <a:cs typeface="Calibri"/>
              </a:rPr>
              <a:t>t</a:t>
            </a:r>
            <a:r>
              <a:rPr sz="1400" b="1" spc="-5" dirty="0">
                <a:solidFill>
                  <a:srgbClr val="0F469B"/>
                </a:solidFill>
                <a:latin typeface="+mj-lt"/>
                <a:cs typeface="Calibri"/>
              </a:rPr>
              <a:t>ch</a:t>
            </a:r>
            <a:endParaRPr sz="1400">
              <a:latin typeface="+mj-lt"/>
              <a:cs typeface="Calibri"/>
            </a:endParaRPr>
          </a:p>
        </p:txBody>
      </p:sp>
      <p:grpSp>
        <p:nvGrpSpPr>
          <p:cNvPr id="122" name="object 122"/>
          <p:cNvGrpSpPr/>
          <p:nvPr/>
        </p:nvGrpSpPr>
        <p:grpSpPr>
          <a:xfrm>
            <a:off x="1833372" y="1411249"/>
            <a:ext cx="9191625" cy="4888865"/>
            <a:chOff x="1833372" y="1411249"/>
            <a:chExt cx="9191625" cy="4888865"/>
          </a:xfrm>
        </p:grpSpPr>
        <p:pic>
          <p:nvPicPr>
            <p:cNvPr id="123" name="object 123"/>
            <p:cNvPicPr/>
            <p:nvPr/>
          </p:nvPicPr>
          <p:blipFill>
            <a:blip r:embed="rId52" cstate="print"/>
            <a:stretch>
              <a:fillRect/>
            </a:stretch>
          </p:blipFill>
          <p:spPr>
            <a:xfrm>
              <a:off x="1848612" y="4620768"/>
              <a:ext cx="135534" cy="644651"/>
            </a:xfrm>
            <a:prstGeom prst="rect">
              <a:avLst/>
            </a:prstGeom>
          </p:spPr>
        </p:pic>
        <p:sp>
          <p:nvSpPr>
            <p:cNvPr id="124" name="object 124"/>
            <p:cNvSpPr/>
            <p:nvPr/>
          </p:nvSpPr>
          <p:spPr>
            <a:xfrm>
              <a:off x="1918716" y="4671060"/>
              <a:ext cx="0" cy="513715"/>
            </a:xfrm>
            <a:custGeom>
              <a:avLst/>
              <a:gdLst/>
              <a:ahLst/>
              <a:cxnLst/>
              <a:rect l="l" t="t" r="r" b="b"/>
              <a:pathLst>
                <a:path h="513714">
                  <a:moveTo>
                    <a:pt x="0" y="513588"/>
                  </a:moveTo>
                  <a:lnTo>
                    <a:pt x="0" y="0"/>
                  </a:lnTo>
                </a:path>
              </a:pathLst>
            </a:custGeom>
            <a:ln w="9525">
              <a:solidFill>
                <a:srgbClr val="497DBA"/>
              </a:solidFill>
            </a:ln>
          </p:spPr>
          <p:txBody>
            <a:bodyPr wrap="square" lIns="0" tIns="0" rIns="0" bIns="0" rtlCol="0"/>
            <a:lstStyle/>
            <a:p>
              <a:endParaRPr>
                <a:latin typeface="+mj-lt"/>
              </a:endParaRPr>
            </a:p>
          </p:txBody>
        </p:sp>
        <p:pic>
          <p:nvPicPr>
            <p:cNvPr id="125" name="object 125"/>
            <p:cNvPicPr/>
            <p:nvPr/>
          </p:nvPicPr>
          <p:blipFill>
            <a:blip r:embed="rId53" cstate="print"/>
            <a:stretch>
              <a:fillRect/>
            </a:stretch>
          </p:blipFill>
          <p:spPr>
            <a:xfrm>
              <a:off x="1833372" y="5140426"/>
              <a:ext cx="413042" cy="135534"/>
            </a:xfrm>
            <a:prstGeom prst="rect">
              <a:avLst/>
            </a:prstGeom>
          </p:spPr>
        </p:pic>
        <p:pic>
          <p:nvPicPr>
            <p:cNvPr id="126" name="object 126"/>
            <p:cNvPicPr/>
            <p:nvPr/>
          </p:nvPicPr>
          <p:blipFill>
            <a:blip r:embed="rId54" cstate="print"/>
            <a:stretch>
              <a:fillRect/>
            </a:stretch>
          </p:blipFill>
          <p:spPr>
            <a:xfrm>
              <a:off x="7441692" y="6164580"/>
              <a:ext cx="1588007" cy="135534"/>
            </a:xfrm>
            <a:prstGeom prst="rect">
              <a:avLst/>
            </a:prstGeom>
          </p:spPr>
        </p:pic>
        <p:sp>
          <p:nvSpPr>
            <p:cNvPr id="127" name="object 127"/>
            <p:cNvSpPr/>
            <p:nvPr/>
          </p:nvSpPr>
          <p:spPr>
            <a:xfrm>
              <a:off x="7511795" y="6214872"/>
              <a:ext cx="1456690" cy="0"/>
            </a:xfrm>
            <a:custGeom>
              <a:avLst/>
              <a:gdLst/>
              <a:ahLst/>
              <a:cxnLst/>
              <a:rect l="l" t="t" r="r" b="b"/>
              <a:pathLst>
                <a:path w="1456690">
                  <a:moveTo>
                    <a:pt x="1456435" y="0"/>
                  </a:moveTo>
                  <a:lnTo>
                    <a:pt x="0" y="0"/>
                  </a:lnTo>
                </a:path>
              </a:pathLst>
            </a:custGeom>
            <a:ln w="9525">
              <a:solidFill>
                <a:srgbClr val="497DBA"/>
              </a:solidFill>
            </a:ln>
          </p:spPr>
          <p:txBody>
            <a:bodyPr wrap="square" lIns="0" tIns="0" rIns="0" bIns="0" rtlCol="0"/>
            <a:lstStyle/>
            <a:p>
              <a:endParaRPr>
                <a:latin typeface="+mj-lt"/>
              </a:endParaRPr>
            </a:p>
          </p:txBody>
        </p:sp>
        <p:pic>
          <p:nvPicPr>
            <p:cNvPr id="128" name="object 128"/>
            <p:cNvPicPr/>
            <p:nvPr/>
          </p:nvPicPr>
          <p:blipFill>
            <a:blip r:embed="rId55" cstate="print"/>
            <a:stretch>
              <a:fillRect/>
            </a:stretch>
          </p:blipFill>
          <p:spPr>
            <a:xfrm>
              <a:off x="8884919" y="1673352"/>
              <a:ext cx="135534" cy="4623816"/>
            </a:xfrm>
            <a:prstGeom prst="rect">
              <a:avLst/>
            </a:prstGeom>
          </p:spPr>
        </p:pic>
        <p:sp>
          <p:nvSpPr>
            <p:cNvPr id="129" name="object 129"/>
            <p:cNvSpPr/>
            <p:nvPr/>
          </p:nvSpPr>
          <p:spPr>
            <a:xfrm>
              <a:off x="8955024" y="1723644"/>
              <a:ext cx="0" cy="4492625"/>
            </a:xfrm>
            <a:custGeom>
              <a:avLst/>
              <a:gdLst/>
              <a:ahLst/>
              <a:cxnLst/>
              <a:rect l="l" t="t" r="r" b="b"/>
              <a:pathLst>
                <a:path h="4492625">
                  <a:moveTo>
                    <a:pt x="0" y="4492536"/>
                  </a:moveTo>
                  <a:lnTo>
                    <a:pt x="0" y="0"/>
                  </a:lnTo>
                </a:path>
              </a:pathLst>
            </a:custGeom>
            <a:ln w="9525">
              <a:solidFill>
                <a:srgbClr val="497DBA"/>
              </a:solidFill>
            </a:ln>
          </p:spPr>
          <p:txBody>
            <a:bodyPr wrap="square" lIns="0" tIns="0" rIns="0" bIns="0" rtlCol="0"/>
            <a:lstStyle/>
            <a:p>
              <a:endParaRPr>
                <a:latin typeface="+mj-lt"/>
              </a:endParaRPr>
            </a:p>
          </p:txBody>
        </p:sp>
        <p:pic>
          <p:nvPicPr>
            <p:cNvPr id="130" name="object 130"/>
            <p:cNvPicPr/>
            <p:nvPr/>
          </p:nvPicPr>
          <p:blipFill>
            <a:blip r:embed="rId56" cstate="print"/>
            <a:stretch>
              <a:fillRect/>
            </a:stretch>
          </p:blipFill>
          <p:spPr>
            <a:xfrm>
              <a:off x="8869679" y="1673326"/>
              <a:ext cx="598931" cy="135534"/>
            </a:xfrm>
            <a:prstGeom prst="rect">
              <a:avLst/>
            </a:prstGeom>
          </p:spPr>
        </p:pic>
        <p:sp>
          <p:nvSpPr>
            <p:cNvPr id="131" name="object 131"/>
            <p:cNvSpPr/>
            <p:nvPr/>
          </p:nvSpPr>
          <p:spPr>
            <a:xfrm>
              <a:off x="8939783" y="1723644"/>
              <a:ext cx="467359" cy="0"/>
            </a:xfrm>
            <a:custGeom>
              <a:avLst/>
              <a:gdLst/>
              <a:ahLst/>
              <a:cxnLst/>
              <a:rect l="l" t="t" r="r" b="b"/>
              <a:pathLst>
                <a:path w="467359">
                  <a:moveTo>
                    <a:pt x="467360" y="0"/>
                  </a:moveTo>
                  <a:lnTo>
                    <a:pt x="0" y="0"/>
                  </a:lnTo>
                </a:path>
              </a:pathLst>
            </a:custGeom>
            <a:ln w="9525">
              <a:solidFill>
                <a:srgbClr val="497DBA"/>
              </a:solidFill>
            </a:ln>
          </p:spPr>
          <p:txBody>
            <a:bodyPr wrap="square" lIns="0" tIns="0" rIns="0" bIns="0" rtlCol="0"/>
            <a:lstStyle/>
            <a:p>
              <a:endParaRPr>
                <a:latin typeface="+mj-lt"/>
              </a:endParaRPr>
            </a:p>
          </p:txBody>
        </p:sp>
        <p:pic>
          <p:nvPicPr>
            <p:cNvPr id="132" name="object 132"/>
            <p:cNvPicPr/>
            <p:nvPr/>
          </p:nvPicPr>
          <p:blipFill>
            <a:blip r:embed="rId57" cstate="print"/>
            <a:stretch>
              <a:fillRect/>
            </a:stretch>
          </p:blipFill>
          <p:spPr>
            <a:xfrm>
              <a:off x="9337548" y="1411249"/>
              <a:ext cx="1687068" cy="601954"/>
            </a:xfrm>
            <a:prstGeom prst="rect">
              <a:avLst/>
            </a:prstGeom>
          </p:spPr>
        </p:pic>
        <p:pic>
          <p:nvPicPr>
            <p:cNvPr id="133" name="object 133"/>
            <p:cNvPicPr/>
            <p:nvPr/>
          </p:nvPicPr>
          <p:blipFill>
            <a:blip r:embed="rId58" cstate="print"/>
            <a:stretch>
              <a:fillRect/>
            </a:stretch>
          </p:blipFill>
          <p:spPr>
            <a:xfrm>
              <a:off x="9448800" y="1481328"/>
              <a:ext cx="1463040" cy="516636"/>
            </a:xfrm>
            <a:prstGeom prst="rect">
              <a:avLst/>
            </a:prstGeom>
          </p:spPr>
        </p:pic>
        <p:pic>
          <p:nvPicPr>
            <p:cNvPr id="134" name="object 134"/>
            <p:cNvPicPr/>
            <p:nvPr/>
          </p:nvPicPr>
          <p:blipFill>
            <a:blip r:embed="rId59" cstate="print"/>
            <a:stretch>
              <a:fillRect/>
            </a:stretch>
          </p:blipFill>
          <p:spPr>
            <a:xfrm>
              <a:off x="9407652" y="1461516"/>
              <a:ext cx="1551431" cy="466343"/>
            </a:xfrm>
            <a:prstGeom prst="rect">
              <a:avLst/>
            </a:prstGeom>
          </p:spPr>
        </p:pic>
        <p:sp>
          <p:nvSpPr>
            <p:cNvPr id="135" name="object 135"/>
            <p:cNvSpPr/>
            <p:nvPr/>
          </p:nvSpPr>
          <p:spPr>
            <a:xfrm>
              <a:off x="9407652" y="1461516"/>
              <a:ext cx="1551940" cy="466725"/>
            </a:xfrm>
            <a:custGeom>
              <a:avLst/>
              <a:gdLst/>
              <a:ahLst/>
              <a:cxnLst/>
              <a:rect l="l" t="t" r="r" b="b"/>
              <a:pathLst>
                <a:path w="1551940" h="466725">
                  <a:moveTo>
                    <a:pt x="0" y="466343"/>
                  </a:moveTo>
                  <a:lnTo>
                    <a:pt x="1551431" y="466343"/>
                  </a:lnTo>
                  <a:lnTo>
                    <a:pt x="1551431" y="0"/>
                  </a:lnTo>
                  <a:lnTo>
                    <a:pt x="0" y="0"/>
                  </a:lnTo>
                  <a:lnTo>
                    <a:pt x="0" y="466343"/>
                  </a:lnTo>
                  <a:close/>
                </a:path>
              </a:pathLst>
            </a:custGeom>
            <a:ln w="9525">
              <a:solidFill>
                <a:srgbClr val="497DBA"/>
              </a:solidFill>
            </a:ln>
          </p:spPr>
          <p:txBody>
            <a:bodyPr wrap="square" lIns="0" tIns="0" rIns="0" bIns="0" rtlCol="0"/>
            <a:lstStyle/>
            <a:p>
              <a:endParaRPr>
                <a:latin typeface="+mj-lt"/>
              </a:endParaRPr>
            </a:p>
          </p:txBody>
        </p:sp>
      </p:grpSp>
      <p:sp>
        <p:nvSpPr>
          <p:cNvPr id="136" name="object 136"/>
          <p:cNvSpPr txBox="1"/>
          <p:nvPr/>
        </p:nvSpPr>
        <p:spPr>
          <a:xfrm>
            <a:off x="9613772" y="1558543"/>
            <a:ext cx="1139825" cy="237244"/>
          </a:xfrm>
          <a:prstGeom prst="rect">
            <a:avLst/>
          </a:prstGeom>
        </p:spPr>
        <p:txBody>
          <a:bodyPr vert="horz" wrap="square" lIns="0" tIns="13970" rIns="0" bIns="0" rtlCol="0">
            <a:spAutoFit/>
          </a:bodyPr>
          <a:lstStyle/>
          <a:p>
            <a:pPr marL="12700">
              <a:lnSpc>
                <a:spcPct val="100000"/>
              </a:lnSpc>
              <a:spcBef>
                <a:spcPts val="110"/>
              </a:spcBef>
            </a:pPr>
            <a:r>
              <a:rPr sz="1450" b="1" spc="-5" dirty="0">
                <a:solidFill>
                  <a:srgbClr val="0F469B"/>
                </a:solidFill>
                <a:latin typeface="+mj-lt"/>
                <a:cs typeface="Calibri"/>
              </a:rPr>
              <a:t>Data</a:t>
            </a:r>
            <a:r>
              <a:rPr sz="1450" b="1" spc="-30" dirty="0">
                <a:solidFill>
                  <a:srgbClr val="0F469B"/>
                </a:solidFill>
                <a:latin typeface="+mj-lt"/>
                <a:cs typeface="Calibri"/>
              </a:rPr>
              <a:t> </a:t>
            </a:r>
            <a:r>
              <a:rPr sz="1450" b="1" dirty="0">
                <a:solidFill>
                  <a:srgbClr val="0F469B"/>
                </a:solidFill>
                <a:latin typeface="+mj-lt"/>
                <a:cs typeface="Calibri"/>
              </a:rPr>
              <a:t>Sampling</a:t>
            </a:r>
            <a:endParaRPr sz="1450">
              <a:latin typeface="+mj-lt"/>
              <a:cs typeface="Calibri"/>
            </a:endParaRPr>
          </a:p>
        </p:txBody>
      </p:sp>
      <p:grpSp>
        <p:nvGrpSpPr>
          <p:cNvPr id="137" name="object 137"/>
          <p:cNvGrpSpPr/>
          <p:nvPr/>
        </p:nvGrpSpPr>
        <p:grpSpPr>
          <a:xfrm>
            <a:off x="9326880" y="1882089"/>
            <a:ext cx="1697989" cy="930275"/>
            <a:chOff x="9326880" y="1882089"/>
            <a:chExt cx="1697989" cy="930275"/>
          </a:xfrm>
        </p:grpSpPr>
        <p:pic>
          <p:nvPicPr>
            <p:cNvPr id="138" name="object 138"/>
            <p:cNvPicPr/>
            <p:nvPr/>
          </p:nvPicPr>
          <p:blipFill>
            <a:blip r:embed="rId22" cstate="print"/>
            <a:stretch>
              <a:fillRect/>
            </a:stretch>
          </p:blipFill>
          <p:spPr>
            <a:xfrm>
              <a:off x="10131552" y="1882089"/>
              <a:ext cx="135534" cy="457250"/>
            </a:xfrm>
            <a:prstGeom prst="rect">
              <a:avLst/>
            </a:prstGeom>
          </p:spPr>
        </p:pic>
        <p:sp>
          <p:nvSpPr>
            <p:cNvPr id="139" name="object 139"/>
            <p:cNvSpPr/>
            <p:nvPr/>
          </p:nvSpPr>
          <p:spPr>
            <a:xfrm>
              <a:off x="10201656" y="1932431"/>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140" name="object 140"/>
            <p:cNvPicPr/>
            <p:nvPr/>
          </p:nvPicPr>
          <p:blipFill>
            <a:blip r:embed="rId60" cstate="print"/>
            <a:stretch>
              <a:fillRect/>
            </a:stretch>
          </p:blipFill>
          <p:spPr>
            <a:xfrm>
              <a:off x="9326880" y="2209825"/>
              <a:ext cx="1697735" cy="601954"/>
            </a:xfrm>
            <a:prstGeom prst="rect">
              <a:avLst/>
            </a:prstGeom>
          </p:spPr>
        </p:pic>
        <p:pic>
          <p:nvPicPr>
            <p:cNvPr id="141" name="object 141"/>
            <p:cNvPicPr/>
            <p:nvPr/>
          </p:nvPicPr>
          <p:blipFill>
            <a:blip r:embed="rId61" cstate="print"/>
            <a:stretch>
              <a:fillRect/>
            </a:stretch>
          </p:blipFill>
          <p:spPr>
            <a:xfrm>
              <a:off x="9518904" y="2279903"/>
              <a:ext cx="1312163" cy="516636"/>
            </a:xfrm>
            <a:prstGeom prst="rect">
              <a:avLst/>
            </a:prstGeom>
          </p:spPr>
        </p:pic>
        <p:pic>
          <p:nvPicPr>
            <p:cNvPr id="142" name="object 142"/>
            <p:cNvPicPr/>
            <p:nvPr/>
          </p:nvPicPr>
          <p:blipFill>
            <a:blip r:embed="rId62" cstate="print"/>
            <a:stretch>
              <a:fillRect/>
            </a:stretch>
          </p:blipFill>
          <p:spPr>
            <a:xfrm>
              <a:off x="9396984" y="2260091"/>
              <a:ext cx="1562100" cy="466343"/>
            </a:xfrm>
            <a:prstGeom prst="rect">
              <a:avLst/>
            </a:prstGeom>
          </p:spPr>
        </p:pic>
        <p:sp>
          <p:nvSpPr>
            <p:cNvPr id="143" name="object 143"/>
            <p:cNvSpPr/>
            <p:nvPr/>
          </p:nvSpPr>
          <p:spPr>
            <a:xfrm>
              <a:off x="9396984" y="2260091"/>
              <a:ext cx="1562100" cy="466725"/>
            </a:xfrm>
            <a:custGeom>
              <a:avLst/>
              <a:gdLst/>
              <a:ahLst/>
              <a:cxnLst/>
              <a:rect l="l" t="t" r="r" b="b"/>
              <a:pathLst>
                <a:path w="1562100" h="466725">
                  <a:moveTo>
                    <a:pt x="0" y="466343"/>
                  </a:moveTo>
                  <a:lnTo>
                    <a:pt x="1562100" y="466343"/>
                  </a:lnTo>
                  <a:lnTo>
                    <a:pt x="1562100" y="0"/>
                  </a:lnTo>
                  <a:lnTo>
                    <a:pt x="0" y="0"/>
                  </a:lnTo>
                  <a:lnTo>
                    <a:pt x="0" y="466343"/>
                  </a:lnTo>
                  <a:close/>
                </a:path>
              </a:pathLst>
            </a:custGeom>
            <a:ln w="9525">
              <a:solidFill>
                <a:srgbClr val="497DBA"/>
              </a:solidFill>
            </a:ln>
          </p:spPr>
          <p:txBody>
            <a:bodyPr wrap="square" lIns="0" tIns="0" rIns="0" bIns="0" rtlCol="0"/>
            <a:lstStyle/>
            <a:p>
              <a:endParaRPr>
                <a:latin typeface="+mj-lt"/>
              </a:endParaRPr>
            </a:p>
          </p:txBody>
        </p:sp>
      </p:grpSp>
      <p:sp>
        <p:nvSpPr>
          <p:cNvPr id="144" name="object 144"/>
          <p:cNvSpPr txBox="1"/>
          <p:nvPr/>
        </p:nvSpPr>
        <p:spPr>
          <a:xfrm>
            <a:off x="9684766" y="2357119"/>
            <a:ext cx="988694" cy="237244"/>
          </a:xfrm>
          <a:prstGeom prst="rect">
            <a:avLst/>
          </a:prstGeom>
        </p:spPr>
        <p:txBody>
          <a:bodyPr vert="horz" wrap="square" lIns="0" tIns="13970" rIns="0" bIns="0" rtlCol="0">
            <a:spAutoFit/>
          </a:bodyPr>
          <a:lstStyle/>
          <a:p>
            <a:pPr marL="12700">
              <a:lnSpc>
                <a:spcPct val="100000"/>
              </a:lnSpc>
              <a:spcBef>
                <a:spcPts val="110"/>
              </a:spcBef>
            </a:pPr>
            <a:r>
              <a:rPr sz="1450" b="1" spc="-5" dirty="0">
                <a:solidFill>
                  <a:srgbClr val="0F469B"/>
                </a:solidFill>
                <a:latin typeface="+mj-lt"/>
                <a:cs typeface="Calibri"/>
              </a:rPr>
              <a:t>Data</a:t>
            </a:r>
            <a:r>
              <a:rPr sz="1450" b="1" spc="-50" dirty="0">
                <a:solidFill>
                  <a:srgbClr val="0F469B"/>
                </a:solidFill>
                <a:latin typeface="+mj-lt"/>
                <a:cs typeface="Calibri"/>
              </a:rPr>
              <a:t> </a:t>
            </a:r>
            <a:r>
              <a:rPr sz="1450" b="1" spc="-5" dirty="0">
                <a:solidFill>
                  <a:srgbClr val="0F469B"/>
                </a:solidFill>
                <a:latin typeface="+mj-lt"/>
                <a:cs typeface="Calibri"/>
              </a:rPr>
              <a:t>Review</a:t>
            </a:r>
            <a:endParaRPr sz="1450">
              <a:latin typeface="+mj-lt"/>
              <a:cs typeface="Calibri"/>
            </a:endParaRPr>
          </a:p>
        </p:txBody>
      </p:sp>
      <p:grpSp>
        <p:nvGrpSpPr>
          <p:cNvPr id="145" name="object 145"/>
          <p:cNvGrpSpPr/>
          <p:nvPr/>
        </p:nvGrpSpPr>
        <p:grpSpPr>
          <a:xfrm>
            <a:off x="6630923" y="1499577"/>
            <a:ext cx="1861185" cy="603885"/>
            <a:chOff x="6630923" y="1499577"/>
            <a:chExt cx="1861185" cy="603885"/>
          </a:xfrm>
        </p:grpSpPr>
        <p:pic>
          <p:nvPicPr>
            <p:cNvPr id="146" name="object 146"/>
            <p:cNvPicPr/>
            <p:nvPr/>
          </p:nvPicPr>
          <p:blipFill>
            <a:blip r:embed="rId23" cstate="print"/>
            <a:stretch>
              <a:fillRect/>
            </a:stretch>
          </p:blipFill>
          <p:spPr>
            <a:xfrm>
              <a:off x="6630923" y="1499577"/>
              <a:ext cx="1860803" cy="603542"/>
            </a:xfrm>
            <a:prstGeom prst="rect">
              <a:avLst/>
            </a:prstGeom>
          </p:spPr>
        </p:pic>
        <p:pic>
          <p:nvPicPr>
            <p:cNvPr id="147" name="object 147"/>
            <p:cNvPicPr/>
            <p:nvPr/>
          </p:nvPicPr>
          <p:blipFill>
            <a:blip r:embed="rId63" cstate="print"/>
            <a:stretch>
              <a:fillRect/>
            </a:stretch>
          </p:blipFill>
          <p:spPr>
            <a:xfrm>
              <a:off x="6903719" y="1571231"/>
              <a:ext cx="1312164" cy="515124"/>
            </a:xfrm>
            <a:prstGeom prst="rect">
              <a:avLst/>
            </a:prstGeom>
          </p:spPr>
        </p:pic>
        <p:pic>
          <p:nvPicPr>
            <p:cNvPr id="148" name="object 148"/>
            <p:cNvPicPr/>
            <p:nvPr/>
          </p:nvPicPr>
          <p:blipFill>
            <a:blip r:embed="rId64" cstate="print"/>
            <a:stretch>
              <a:fillRect/>
            </a:stretch>
          </p:blipFill>
          <p:spPr>
            <a:xfrm>
              <a:off x="6701027" y="1549908"/>
              <a:ext cx="1725168" cy="467868"/>
            </a:xfrm>
            <a:prstGeom prst="rect">
              <a:avLst/>
            </a:prstGeom>
          </p:spPr>
        </p:pic>
        <p:sp>
          <p:nvSpPr>
            <p:cNvPr id="149" name="object 149"/>
            <p:cNvSpPr/>
            <p:nvPr/>
          </p:nvSpPr>
          <p:spPr>
            <a:xfrm>
              <a:off x="6701027" y="1549908"/>
              <a:ext cx="1725295" cy="467995"/>
            </a:xfrm>
            <a:custGeom>
              <a:avLst/>
              <a:gdLst/>
              <a:ahLst/>
              <a:cxnLst/>
              <a:rect l="l" t="t" r="r" b="b"/>
              <a:pathLst>
                <a:path w="1725295" h="467994">
                  <a:moveTo>
                    <a:pt x="0" y="467868"/>
                  </a:moveTo>
                  <a:lnTo>
                    <a:pt x="1725168" y="467868"/>
                  </a:lnTo>
                  <a:lnTo>
                    <a:pt x="1725168" y="0"/>
                  </a:lnTo>
                  <a:lnTo>
                    <a:pt x="0" y="0"/>
                  </a:lnTo>
                  <a:lnTo>
                    <a:pt x="0" y="467868"/>
                  </a:lnTo>
                  <a:close/>
                </a:path>
              </a:pathLst>
            </a:custGeom>
            <a:ln w="9525">
              <a:solidFill>
                <a:srgbClr val="497DBA"/>
              </a:solidFill>
            </a:ln>
          </p:spPr>
          <p:txBody>
            <a:bodyPr wrap="square" lIns="0" tIns="0" rIns="0" bIns="0" rtlCol="0"/>
            <a:lstStyle/>
            <a:p>
              <a:endParaRPr>
                <a:latin typeface="+mj-lt"/>
              </a:endParaRPr>
            </a:p>
          </p:txBody>
        </p:sp>
      </p:grpSp>
      <p:sp>
        <p:nvSpPr>
          <p:cNvPr id="150" name="object 150"/>
          <p:cNvSpPr txBox="1"/>
          <p:nvPr/>
        </p:nvSpPr>
        <p:spPr>
          <a:xfrm>
            <a:off x="7069073" y="1647570"/>
            <a:ext cx="988694" cy="237244"/>
          </a:xfrm>
          <a:prstGeom prst="rect">
            <a:avLst/>
          </a:prstGeom>
        </p:spPr>
        <p:txBody>
          <a:bodyPr vert="horz" wrap="square" lIns="0" tIns="13970" rIns="0" bIns="0" rtlCol="0">
            <a:spAutoFit/>
          </a:bodyPr>
          <a:lstStyle/>
          <a:p>
            <a:pPr marL="12700">
              <a:lnSpc>
                <a:spcPct val="100000"/>
              </a:lnSpc>
              <a:spcBef>
                <a:spcPts val="110"/>
              </a:spcBef>
            </a:pPr>
            <a:r>
              <a:rPr sz="1450" b="1" spc="-5" dirty="0">
                <a:solidFill>
                  <a:srgbClr val="0F469B"/>
                </a:solidFill>
                <a:latin typeface="+mj-lt"/>
                <a:cs typeface="Calibri"/>
              </a:rPr>
              <a:t>Data</a:t>
            </a:r>
            <a:r>
              <a:rPr sz="1450" b="1" spc="-50" dirty="0">
                <a:solidFill>
                  <a:srgbClr val="0F469B"/>
                </a:solidFill>
                <a:latin typeface="+mj-lt"/>
                <a:cs typeface="Calibri"/>
              </a:rPr>
              <a:t> </a:t>
            </a:r>
            <a:r>
              <a:rPr sz="1450" b="1" spc="-5" dirty="0">
                <a:solidFill>
                  <a:srgbClr val="0F469B"/>
                </a:solidFill>
                <a:latin typeface="+mj-lt"/>
                <a:cs typeface="Calibri"/>
              </a:rPr>
              <a:t>Review</a:t>
            </a:r>
            <a:endParaRPr sz="1450">
              <a:latin typeface="+mj-lt"/>
              <a:cs typeface="Calibri"/>
            </a:endParaRPr>
          </a:p>
        </p:txBody>
      </p:sp>
      <p:grpSp>
        <p:nvGrpSpPr>
          <p:cNvPr id="151" name="object 151"/>
          <p:cNvGrpSpPr/>
          <p:nvPr/>
        </p:nvGrpSpPr>
        <p:grpSpPr>
          <a:xfrm>
            <a:off x="7513319" y="1959825"/>
            <a:ext cx="3499485" cy="1852295"/>
            <a:chOff x="7513319" y="1959825"/>
            <a:chExt cx="3499485" cy="1852295"/>
          </a:xfrm>
        </p:grpSpPr>
        <p:pic>
          <p:nvPicPr>
            <p:cNvPr id="152" name="object 152"/>
            <p:cNvPicPr/>
            <p:nvPr/>
          </p:nvPicPr>
          <p:blipFill>
            <a:blip r:embed="rId22" cstate="print"/>
            <a:stretch>
              <a:fillRect/>
            </a:stretch>
          </p:blipFill>
          <p:spPr>
            <a:xfrm>
              <a:off x="7513319" y="1959825"/>
              <a:ext cx="135534" cy="457238"/>
            </a:xfrm>
            <a:prstGeom prst="rect">
              <a:avLst/>
            </a:prstGeom>
          </p:spPr>
        </p:pic>
        <p:sp>
          <p:nvSpPr>
            <p:cNvPr id="153" name="object 153"/>
            <p:cNvSpPr/>
            <p:nvPr/>
          </p:nvSpPr>
          <p:spPr>
            <a:xfrm>
              <a:off x="7583423" y="2010156"/>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154" name="object 154"/>
            <p:cNvPicPr/>
            <p:nvPr/>
          </p:nvPicPr>
          <p:blipFill>
            <a:blip r:embed="rId22" cstate="print"/>
            <a:stretch>
              <a:fillRect/>
            </a:stretch>
          </p:blipFill>
          <p:spPr>
            <a:xfrm>
              <a:off x="10119359" y="2676093"/>
              <a:ext cx="135534" cy="457250"/>
            </a:xfrm>
            <a:prstGeom prst="rect">
              <a:avLst/>
            </a:prstGeom>
          </p:spPr>
        </p:pic>
        <p:sp>
          <p:nvSpPr>
            <p:cNvPr id="155" name="object 155"/>
            <p:cNvSpPr/>
            <p:nvPr/>
          </p:nvSpPr>
          <p:spPr>
            <a:xfrm>
              <a:off x="10189463" y="2726436"/>
              <a:ext cx="0" cy="326390"/>
            </a:xfrm>
            <a:custGeom>
              <a:avLst/>
              <a:gdLst/>
              <a:ahLst/>
              <a:cxnLst/>
              <a:rect l="l" t="t" r="r" b="b"/>
              <a:pathLst>
                <a:path h="326389">
                  <a:moveTo>
                    <a:pt x="0" y="326263"/>
                  </a:moveTo>
                  <a:lnTo>
                    <a:pt x="0" y="0"/>
                  </a:lnTo>
                </a:path>
              </a:pathLst>
            </a:custGeom>
            <a:ln w="9525">
              <a:solidFill>
                <a:srgbClr val="497DBA"/>
              </a:solidFill>
            </a:ln>
          </p:spPr>
          <p:txBody>
            <a:bodyPr wrap="square" lIns="0" tIns="0" rIns="0" bIns="0" rtlCol="0"/>
            <a:lstStyle/>
            <a:p>
              <a:endParaRPr>
                <a:latin typeface="+mj-lt"/>
              </a:endParaRPr>
            </a:p>
          </p:txBody>
        </p:sp>
        <p:pic>
          <p:nvPicPr>
            <p:cNvPr id="156" name="object 156"/>
            <p:cNvPicPr/>
            <p:nvPr/>
          </p:nvPicPr>
          <p:blipFill>
            <a:blip r:embed="rId65" cstate="print"/>
            <a:stretch>
              <a:fillRect/>
            </a:stretch>
          </p:blipFill>
          <p:spPr>
            <a:xfrm>
              <a:off x="9314687" y="3002280"/>
              <a:ext cx="1697736" cy="809244"/>
            </a:xfrm>
            <a:prstGeom prst="rect">
              <a:avLst/>
            </a:prstGeom>
          </p:spPr>
        </p:pic>
        <p:pic>
          <p:nvPicPr>
            <p:cNvPr id="157" name="object 157"/>
            <p:cNvPicPr/>
            <p:nvPr/>
          </p:nvPicPr>
          <p:blipFill>
            <a:blip r:embed="rId66" cstate="print"/>
            <a:stretch>
              <a:fillRect/>
            </a:stretch>
          </p:blipFill>
          <p:spPr>
            <a:xfrm>
              <a:off x="9396983" y="3064738"/>
              <a:ext cx="1531620" cy="740689"/>
            </a:xfrm>
            <a:prstGeom prst="rect">
              <a:avLst/>
            </a:prstGeom>
          </p:spPr>
        </p:pic>
        <p:pic>
          <p:nvPicPr>
            <p:cNvPr id="158" name="object 158"/>
            <p:cNvPicPr/>
            <p:nvPr/>
          </p:nvPicPr>
          <p:blipFill>
            <a:blip r:embed="rId67" cstate="print"/>
            <a:stretch>
              <a:fillRect/>
            </a:stretch>
          </p:blipFill>
          <p:spPr>
            <a:xfrm>
              <a:off x="9384791" y="3052572"/>
              <a:ext cx="1562100" cy="673607"/>
            </a:xfrm>
            <a:prstGeom prst="rect">
              <a:avLst/>
            </a:prstGeom>
          </p:spPr>
        </p:pic>
        <p:sp>
          <p:nvSpPr>
            <p:cNvPr id="159" name="object 159"/>
            <p:cNvSpPr/>
            <p:nvPr/>
          </p:nvSpPr>
          <p:spPr>
            <a:xfrm>
              <a:off x="9384791" y="3052572"/>
              <a:ext cx="1562100" cy="673735"/>
            </a:xfrm>
            <a:custGeom>
              <a:avLst/>
              <a:gdLst/>
              <a:ahLst/>
              <a:cxnLst/>
              <a:rect l="l" t="t" r="r" b="b"/>
              <a:pathLst>
                <a:path w="1562100" h="673735">
                  <a:moveTo>
                    <a:pt x="0" y="673607"/>
                  </a:moveTo>
                  <a:lnTo>
                    <a:pt x="1562100" y="673607"/>
                  </a:lnTo>
                  <a:lnTo>
                    <a:pt x="1562100" y="0"/>
                  </a:lnTo>
                  <a:lnTo>
                    <a:pt x="0" y="0"/>
                  </a:lnTo>
                  <a:lnTo>
                    <a:pt x="0" y="673607"/>
                  </a:lnTo>
                  <a:close/>
                </a:path>
              </a:pathLst>
            </a:custGeom>
            <a:ln w="9524">
              <a:solidFill>
                <a:srgbClr val="497DBA"/>
              </a:solidFill>
            </a:ln>
          </p:spPr>
          <p:txBody>
            <a:bodyPr wrap="square" lIns="0" tIns="0" rIns="0" bIns="0" rtlCol="0"/>
            <a:lstStyle/>
            <a:p>
              <a:endParaRPr>
                <a:latin typeface="+mj-lt"/>
              </a:endParaRPr>
            </a:p>
          </p:txBody>
        </p:sp>
      </p:grpSp>
      <p:sp>
        <p:nvSpPr>
          <p:cNvPr id="160" name="object 160"/>
          <p:cNvSpPr txBox="1"/>
          <p:nvPr/>
        </p:nvSpPr>
        <p:spPr>
          <a:xfrm>
            <a:off x="9562592" y="3141675"/>
            <a:ext cx="1209040" cy="473709"/>
          </a:xfrm>
          <a:prstGeom prst="rect">
            <a:avLst/>
          </a:prstGeom>
        </p:spPr>
        <p:txBody>
          <a:bodyPr vert="horz" wrap="square" lIns="0" tIns="14604" rIns="0" bIns="0" rtlCol="0">
            <a:spAutoFit/>
          </a:bodyPr>
          <a:lstStyle/>
          <a:p>
            <a:pPr algn="ctr">
              <a:lnSpc>
                <a:spcPct val="100000"/>
              </a:lnSpc>
              <a:spcBef>
                <a:spcPts val="114"/>
              </a:spcBef>
            </a:pPr>
            <a:r>
              <a:rPr sz="1450" b="1" spc="-5" dirty="0">
                <a:solidFill>
                  <a:srgbClr val="0F469B"/>
                </a:solidFill>
                <a:latin typeface="+mj-lt"/>
                <a:cs typeface="Calibri"/>
              </a:rPr>
              <a:t>Data</a:t>
            </a:r>
            <a:r>
              <a:rPr sz="1450" b="1" spc="-45" dirty="0">
                <a:solidFill>
                  <a:srgbClr val="0F469B"/>
                </a:solidFill>
                <a:latin typeface="+mj-lt"/>
                <a:cs typeface="Calibri"/>
              </a:rPr>
              <a:t> </a:t>
            </a:r>
            <a:r>
              <a:rPr sz="1450" b="1" dirty="0">
                <a:solidFill>
                  <a:srgbClr val="0F469B"/>
                </a:solidFill>
                <a:latin typeface="+mj-lt"/>
                <a:cs typeface="Calibri"/>
              </a:rPr>
              <a:t>Approval/</a:t>
            </a:r>
            <a:endParaRPr sz="1450">
              <a:latin typeface="+mj-lt"/>
              <a:cs typeface="Calibri"/>
            </a:endParaRPr>
          </a:p>
          <a:p>
            <a:pPr algn="ctr">
              <a:lnSpc>
                <a:spcPct val="100000"/>
              </a:lnSpc>
              <a:spcBef>
                <a:spcPts val="25"/>
              </a:spcBef>
            </a:pPr>
            <a:r>
              <a:rPr sz="1450" b="1" spc="-5" dirty="0">
                <a:solidFill>
                  <a:srgbClr val="0F469B"/>
                </a:solidFill>
                <a:latin typeface="+mj-lt"/>
                <a:cs typeface="Calibri"/>
              </a:rPr>
              <a:t>Rework</a:t>
            </a:r>
            <a:endParaRPr sz="1450">
              <a:latin typeface="+mj-lt"/>
              <a:cs typeface="Calibri"/>
            </a:endParaRPr>
          </a:p>
        </p:txBody>
      </p:sp>
      <p:grpSp>
        <p:nvGrpSpPr>
          <p:cNvPr id="161" name="object 161"/>
          <p:cNvGrpSpPr/>
          <p:nvPr/>
        </p:nvGrpSpPr>
        <p:grpSpPr>
          <a:xfrm>
            <a:off x="1257300" y="3692664"/>
            <a:ext cx="9005570" cy="2607945"/>
            <a:chOff x="1257300" y="3692664"/>
            <a:chExt cx="9005570" cy="2607945"/>
          </a:xfrm>
        </p:grpSpPr>
        <p:pic>
          <p:nvPicPr>
            <p:cNvPr id="162" name="object 162"/>
            <p:cNvPicPr/>
            <p:nvPr/>
          </p:nvPicPr>
          <p:blipFill>
            <a:blip r:embed="rId68" cstate="print"/>
            <a:stretch>
              <a:fillRect/>
            </a:stretch>
          </p:blipFill>
          <p:spPr>
            <a:xfrm>
              <a:off x="10123931" y="3692664"/>
              <a:ext cx="137299" cy="2596895"/>
            </a:xfrm>
            <a:prstGeom prst="rect">
              <a:avLst/>
            </a:prstGeom>
          </p:spPr>
        </p:pic>
        <p:sp>
          <p:nvSpPr>
            <p:cNvPr id="163" name="object 163"/>
            <p:cNvSpPr/>
            <p:nvPr/>
          </p:nvSpPr>
          <p:spPr>
            <a:xfrm>
              <a:off x="10194035" y="3742943"/>
              <a:ext cx="1270" cy="2466340"/>
            </a:xfrm>
            <a:custGeom>
              <a:avLst/>
              <a:gdLst/>
              <a:ahLst/>
              <a:cxnLst/>
              <a:rect l="l" t="t" r="r" b="b"/>
              <a:pathLst>
                <a:path w="1270" h="2466340">
                  <a:moveTo>
                    <a:pt x="1143" y="2465920"/>
                  </a:moveTo>
                  <a:lnTo>
                    <a:pt x="0" y="0"/>
                  </a:lnTo>
                </a:path>
              </a:pathLst>
            </a:custGeom>
            <a:ln w="9525">
              <a:solidFill>
                <a:srgbClr val="497DBA"/>
              </a:solidFill>
            </a:ln>
          </p:spPr>
          <p:txBody>
            <a:bodyPr wrap="square" lIns="0" tIns="0" rIns="0" bIns="0" rtlCol="0"/>
            <a:lstStyle/>
            <a:p>
              <a:endParaRPr>
                <a:latin typeface="+mj-lt"/>
              </a:endParaRPr>
            </a:p>
          </p:txBody>
        </p:sp>
        <p:pic>
          <p:nvPicPr>
            <p:cNvPr id="164" name="object 164"/>
            <p:cNvPicPr/>
            <p:nvPr/>
          </p:nvPicPr>
          <p:blipFill>
            <a:blip r:embed="rId69" cstate="print"/>
            <a:stretch>
              <a:fillRect/>
            </a:stretch>
          </p:blipFill>
          <p:spPr>
            <a:xfrm>
              <a:off x="1833372" y="6149339"/>
              <a:ext cx="8429244" cy="150876"/>
            </a:xfrm>
            <a:prstGeom prst="rect">
              <a:avLst/>
            </a:prstGeom>
          </p:spPr>
        </p:pic>
        <p:sp>
          <p:nvSpPr>
            <p:cNvPr id="165" name="object 165"/>
            <p:cNvSpPr/>
            <p:nvPr/>
          </p:nvSpPr>
          <p:spPr>
            <a:xfrm>
              <a:off x="1903476" y="6199631"/>
              <a:ext cx="8298180" cy="15240"/>
            </a:xfrm>
            <a:custGeom>
              <a:avLst/>
              <a:gdLst/>
              <a:ahLst/>
              <a:cxnLst/>
              <a:rect l="l" t="t" r="r" b="b"/>
              <a:pathLst>
                <a:path w="8298180" h="15239">
                  <a:moveTo>
                    <a:pt x="8298180" y="15176"/>
                  </a:moveTo>
                  <a:lnTo>
                    <a:pt x="0" y="0"/>
                  </a:lnTo>
                </a:path>
              </a:pathLst>
            </a:custGeom>
            <a:ln w="9525">
              <a:solidFill>
                <a:srgbClr val="497DBA"/>
              </a:solidFill>
            </a:ln>
          </p:spPr>
          <p:txBody>
            <a:bodyPr wrap="square" lIns="0" tIns="0" rIns="0" bIns="0" rtlCol="0"/>
            <a:lstStyle/>
            <a:p>
              <a:endParaRPr>
                <a:latin typeface="+mj-lt"/>
              </a:endParaRPr>
            </a:p>
          </p:txBody>
        </p:sp>
        <p:pic>
          <p:nvPicPr>
            <p:cNvPr id="166" name="object 166"/>
            <p:cNvPicPr/>
            <p:nvPr/>
          </p:nvPicPr>
          <p:blipFill>
            <a:blip r:embed="rId70" cstate="print"/>
            <a:stretch>
              <a:fillRect/>
            </a:stretch>
          </p:blipFill>
          <p:spPr>
            <a:xfrm>
              <a:off x="1833372" y="5719571"/>
              <a:ext cx="140258" cy="556234"/>
            </a:xfrm>
            <a:prstGeom prst="rect">
              <a:avLst/>
            </a:prstGeom>
          </p:spPr>
        </p:pic>
        <p:sp>
          <p:nvSpPr>
            <p:cNvPr id="167" name="object 167"/>
            <p:cNvSpPr/>
            <p:nvPr/>
          </p:nvSpPr>
          <p:spPr>
            <a:xfrm>
              <a:off x="1903476" y="5769863"/>
              <a:ext cx="3810" cy="425450"/>
            </a:xfrm>
            <a:custGeom>
              <a:avLst/>
              <a:gdLst/>
              <a:ahLst/>
              <a:cxnLst/>
              <a:rect l="l" t="t" r="r" b="b"/>
              <a:pathLst>
                <a:path w="3810" h="425450">
                  <a:moveTo>
                    <a:pt x="3810" y="425272"/>
                  </a:moveTo>
                  <a:lnTo>
                    <a:pt x="0" y="0"/>
                  </a:lnTo>
                </a:path>
              </a:pathLst>
            </a:custGeom>
            <a:ln w="9525">
              <a:solidFill>
                <a:srgbClr val="497DBA"/>
              </a:solidFill>
            </a:ln>
          </p:spPr>
          <p:txBody>
            <a:bodyPr wrap="square" lIns="0" tIns="0" rIns="0" bIns="0" rtlCol="0"/>
            <a:lstStyle/>
            <a:p>
              <a:endParaRPr>
                <a:latin typeface="+mj-lt"/>
              </a:endParaRPr>
            </a:p>
          </p:txBody>
        </p:sp>
        <p:pic>
          <p:nvPicPr>
            <p:cNvPr id="168" name="object 168"/>
            <p:cNvPicPr/>
            <p:nvPr/>
          </p:nvPicPr>
          <p:blipFill>
            <a:blip r:embed="rId71" cstate="print"/>
            <a:stretch>
              <a:fillRect/>
            </a:stretch>
          </p:blipFill>
          <p:spPr>
            <a:xfrm>
              <a:off x="1257300" y="5506211"/>
              <a:ext cx="1373124" cy="480059"/>
            </a:xfrm>
            <a:prstGeom prst="rect">
              <a:avLst/>
            </a:prstGeom>
          </p:spPr>
        </p:pic>
        <p:pic>
          <p:nvPicPr>
            <p:cNvPr id="169" name="object 169"/>
            <p:cNvPicPr/>
            <p:nvPr/>
          </p:nvPicPr>
          <p:blipFill>
            <a:blip r:embed="rId72" cstate="print"/>
            <a:stretch>
              <a:fillRect/>
            </a:stretch>
          </p:blipFill>
          <p:spPr>
            <a:xfrm>
              <a:off x="1336547" y="5538215"/>
              <a:ext cx="1214615" cy="470916"/>
            </a:xfrm>
            <a:prstGeom prst="rect">
              <a:avLst/>
            </a:prstGeom>
          </p:spPr>
        </p:pic>
        <p:pic>
          <p:nvPicPr>
            <p:cNvPr id="170" name="object 170"/>
            <p:cNvPicPr/>
            <p:nvPr/>
          </p:nvPicPr>
          <p:blipFill>
            <a:blip r:embed="rId73" cstate="print"/>
            <a:stretch>
              <a:fillRect/>
            </a:stretch>
          </p:blipFill>
          <p:spPr>
            <a:xfrm>
              <a:off x="1304544" y="5533643"/>
              <a:ext cx="1283208" cy="390144"/>
            </a:xfrm>
            <a:prstGeom prst="rect">
              <a:avLst/>
            </a:prstGeom>
          </p:spPr>
        </p:pic>
        <p:sp>
          <p:nvSpPr>
            <p:cNvPr id="171" name="object 171"/>
            <p:cNvSpPr/>
            <p:nvPr/>
          </p:nvSpPr>
          <p:spPr>
            <a:xfrm>
              <a:off x="1304544" y="5533643"/>
              <a:ext cx="1283335" cy="390525"/>
            </a:xfrm>
            <a:custGeom>
              <a:avLst/>
              <a:gdLst/>
              <a:ahLst/>
              <a:cxnLst/>
              <a:rect l="l" t="t" r="r" b="b"/>
              <a:pathLst>
                <a:path w="1283335" h="390525">
                  <a:moveTo>
                    <a:pt x="0" y="65023"/>
                  </a:moveTo>
                  <a:lnTo>
                    <a:pt x="5105" y="39701"/>
                  </a:lnTo>
                  <a:lnTo>
                    <a:pt x="19034" y="19034"/>
                  </a:lnTo>
                  <a:lnTo>
                    <a:pt x="39701" y="5105"/>
                  </a:lnTo>
                  <a:lnTo>
                    <a:pt x="65024" y="0"/>
                  </a:lnTo>
                  <a:lnTo>
                    <a:pt x="1218183" y="0"/>
                  </a:lnTo>
                  <a:lnTo>
                    <a:pt x="1243506" y="5105"/>
                  </a:lnTo>
                  <a:lnTo>
                    <a:pt x="1264173" y="19034"/>
                  </a:lnTo>
                  <a:lnTo>
                    <a:pt x="1278102" y="39701"/>
                  </a:lnTo>
                  <a:lnTo>
                    <a:pt x="1283208" y="65023"/>
                  </a:lnTo>
                  <a:lnTo>
                    <a:pt x="1283208" y="325119"/>
                  </a:lnTo>
                  <a:lnTo>
                    <a:pt x="1278102" y="350431"/>
                  </a:lnTo>
                  <a:lnTo>
                    <a:pt x="1264173" y="371100"/>
                  </a:lnTo>
                  <a:lnTo>
                    <a:pt x="1243506" y="385034"/>
                  </a:lnTo>
                  <a:lnTo>
                    <a:pt x="1218183" y="390143"/>
                  </a:lnTo>
                  <a:lnTo>
                    <a:pt x="65024" y="390143"/>
                  </a:lnTo>
                  <a:lnTo>
                    <a:pt x="39701" y="385034"/>
                  </a:lnTo>
                  <a:lnTo>
                    <a:pt x="19034" y="371100"/>
                  </a:lnTo>
                  <a:lnTo>
                    <a:pt x="5105" y="350431"/>
                  </a:lnTo>
                  <a:lnTo>
                    <a:pt x="0" y="325119"/>
                  </a:lnTo>
                  <a:lnTo>
                    <a:pt x="0" y="65023"/>
                  </a:lnTo>
                  <a:close/>
                </a:path>
              </a:pathLst>
            </a:custGeom>
            <a:ln w="9525">
              <a:solidFill>
                <a:srgbClr val="46AAC5"/>
              </a:solidFill>
            </a:ln>
          </p:spPr>
          <p:txBody>
            <a:bodyPr wrap="square" lIns="0" tIns="0" rIns="0" bIns="0" rtlCol="0"/>
            <a:lstStyle/>
            <a:p>
              <a:endParaRPr>
                <a:latin typeface="+mj-lt"/>
              </a:endParaRPr>
            </a:p>
          </p:txBody>
        </p:sp>
      </p:grpSp>
      <p:sp>
        <p:nvSpPr>
          <p:cNvPr id="172" name="object 172"/>
          <p:cNvSpPr txBox="1"/>
          <p:nvPr/>
        </p:nvSpPr>
        <p:spPr>
          <a:xfrm>
            <a:off x="1477517" y="5593181"/>
            <a:ext cx="937260" cy="237886"/>
          </a:xfrm>
          <a:prstGeom prst="rect">
            <a:avLst/>
          </a:prstGeom>
        </p:spPr>
        <p:txBody>
          <a:bodyPr vert="horz" wrap="square" lIns="0" tIns="14605" rIns="0" bIns="0" rtlCol="0">
            <a:spAutoFit/>
          </a:bodyPr>
          <a:lstStyle/>
          <a:p>
            <a:pPr marL="12700">
              <a:lnSpc>
                <a:spcPct val="100000"/>
              </a:lnSpc>
              <a:spcBef>
                <a:spcPts val="115"/>
              </a:spcBef>
            </a:pPr>
            <a:r>
              <a:rPr sz="1450" b="1" dirty="0">
                <a:solidFill>
                  <a:srgbClr val="0F469B"/>
                </a:solidFill>
                <a:latin typeface="+mj-lt"/>
                <a:cs typeface="Calibri"/>
              </a:rPr>
              <a:t>Export</a:t>
            </a:r>
            <a:r>
              <a:rPr sz="1450" b="1" spc="-40" dirty="0">
                <a:solidFill>
                  <a:srgbClr val="0F469B"/>
                </a:solidFill>
                <a:latin typeface="+mj-lt"/>
                <a:cs typeface="Calibri"/>
              </a:rPr>
              <a:t> </a:t>
            </a:r>
            <a:r>
              <a:rPr sz="1450" b="1" spc="-5" dirty="0">
                <a:solidFill>
                  <a:srgbClr val="0F469B"/>
                </a:solidFill>
                <a:latin typeface="+mj-lt"/>
                <a:cs typeface="Calibri"/>
              </a:rPr>
              <a:t>Data</a:t>
            </a:r>
            <a:endParaRPr sz="1450">
              <a:latin typeface="+mj-lt"/>
              <a:cs typeface="Calibri"/>
            </a:endParaRPr>
          </a:p>
        </p:txBody>
      </p:sp>
      <p:graphicFrame>
        <p:nvGraphicFramePr>
          <p:cNvPr id="173" name="object 173"/>
          <p:cNvGraphicFramePr>
            <a:graphicFrameLocks noGrp="1"/>
          </p:cNvGraphicFramePr>
          <p:nvPr/>
        </p:nvGraphicFramePr>
        <p:xfrm>
          <a:off x="362521" y="977455"/>
          <a:ext cx="10864848" cy="392429"/>
        </p:xfrm>
        <a:graphic>
          <a:graphicData uri="http://schemas.openxmlformats.org/drawingml/2006/table">
            <a:tbl>
              <a:tblPr firstRow="1" bandRow="1">
                <a:tableStyleId>{2D5ABB26-0587-4C30-8999-92F81FD0307C}</a:tableStyleId>
              </a:tblPr>
              <a:tblGrid>
                <a:gridCol w="3247390">
                  <a:extLst>
                    <a:ext uri="{9D8B030D-6E8A-4147-A177-3AD203B41FA5}">
                      <a16:colId xmlns:a16="http://schemas.microsoft.com/office/drawing/2014/main" val="20000"/>
                    </a:ext>
                  </a:extLst>
                </a:gridCol>
                <a:gridCol w="2661919">
                  <a:extLst>
                    <a:ext uri="{9D8B030D-6E8A-4147-A177-3AD203B41FA5}">
                      <a16:colId xmlns:a16="http://schemas.microsoft.com/office/drawing/2014/main" val="20001"/>
                    </a:ext>
                  </a:extLst>
                </a:gridCol>
                <a:gridCol w="2478404">
                  <a:extLst>
                    <a:ext uri="{9D8B030D-6E8A-4147-A177-3AD203B41FA5}">
                      <a16:colId xmlns:a16="http://schemas.microsoft.com/office/drawing/2014/main" val="20002"/>
                    </a:ext>
                  </a:extLst>
                </a:gridCol>
                <a:gridCol w="2477135">
                  <a:extLst>
                    <a:ext uri="{9D8B030D-6E8A-4147-A177-3AD203B41FA5}">
                      <a16:colId xmlns:a16="http://schemas.microsoft.com/office/drawing/2014/main" val="20003"/>
                    </a:ext>
                  </a:extLst>
                </a:gridCol>
              </a:tblGrid>
              <a:tr h="392429">
                <a:tc>
                  <a:txBody>
                    <a:bodyPr/>
                    <a:lstStyle/>
                    <a:p>
                      <a:pPr marL="1074420">
                        <a:lnSpc>
                          <a:spcPct val="100000"/>
                        </a:lnSpc>
                        <a:spcBef>
                          <a:spcPts val="600"/>
                        </a:spcBef>
                      </a:pPr>
                      <a:r>
                        <a:rPr sz="1450" b="1" spc="-5" dirty="0">
                          <a:solidFill>
                            <a:srgbClr val="0F469B"/>
                          </a:solidFill>
                          <a:latin typeface="Calibri"/>
                          <a:cs typeface="Calibri"/>
                        </a:rPr>
                        <a:t>Data</a:t>
                      </a:r>
                      <a:r>
                        <a:rPr sz="1450" b="1" spc="-15" dirty="0">
                          <a:solidFill>
                            <a:srgbClr val="0F469B"/>
                          </a:solidFill>
                          <a:latin typeface="Calibri"/>
                          <a:cs typeface="Calibri"/>
                        </a:rPr>
                        <a:t> </a:t>
                      </a:r>
                      <a:r>
                        <a:rPr sz="1450" b="1" dirty="0">
                          <a:solidFill>
                            <a:srgbClr val="0F469B"/>
                          </a:solidFill>
                          <a:latin typeface="Calibri"/>
                          <a:cs typeface="Calibri"/>
                        </a:rPr>
                        <a:t>Manager</a:t>
                      </a:r>
                      <a:endParaRPr sz="1450">
                        <a:latin typeface="Calibri"/>
                        <a:cs typeface="Calibri"/>
                      </a:endParaRPr>
                    </a:p>
                  </a:txBody>
                  <a:tcPr marL="0" marR="0" marT="76200" marB="0">
                    <a:lnL w="9525">
                      <a:solidFill>
                        <a:srgbClr val="497DBA"/>
                      </a:solidFill>
                      <a:prstDash val="solid"/>
                    </a:lnL>
                    <a:lnR w="9525">
                      <a:solidFill>
                        <a:srgbClr val="497DBA"/>
                      </a:solidFill>
                      <a:prstDash val="solid"/>
                    </a:lnR>
                    <a:lnT w="9525">
                      <a:solidFill>
                        <a:srgbClr val="497DBA"/>
                      </a:solidFill>
                      <a:prstDash val="solid"/>
                    </a:lnT>
                    <a:lnB w="9525">
                      <a:solidFill>
                        <a:srgbClr val="497DBA"/>
                      </a:solidFill>
                      <a:prstDash val="solid"/>
                    </a:lnB>
                  </a:tcPr>
                </a:tc>
                <a:tc>
                  <a:txBody>
                    <a:bodyPr/>
                    <a:lstStyle/>
                    <a:p>
                      <a:pPr marL="672465">
                        <a:lnSpc>
                          <a:spcPct val="100000"/>
                        </a:lnSpc>
                        <a:spcBef>
                          <a:spcPts val="570"/>
                        </a:spcBef>
                      </a:pPr>
                      <a:r>
                        <a:rPr sz="1450" b="1" spc="-5" dirty="0">
                          <a:solidFill>
                            <a:srgbClr val="0F469B"/>
                          </a:solidFill>
                          <a:latin typeface="Calibri"/>
                          <a:cs typeface="Calibri"/>
                        </a:rPr>
                        <a:t>Data</a:t>
                      </a:r>
                      <a:r>
                        <a:rPr sz="1450" b="1" spc="-20" dirty="0">
                          <a:solidFill>
                            <a:srgbClr val="0F469B"/>
                          </a:solidFill>
                          <a:latin typeface="Calibri"/>
                          <a:cs typeface="Calibri"/>
                        </a:rPr>
                        <a:t> </a:t>
                      </a:r>
                      <a:r>
                        <a:rPr sz="1450" b="1" dirty="0">
                          <a:solidFill>
                            <a:srgbClr val="0F469B"/>
                          </a:solidFill>
                          <a:latin typeface="Calibri"/>
                          <a:cs typeface="Calibri"/>
                        </a:rPr>
                        <a:t>Cataloguing</a:t>
                      </a:r>
                      <a:endParaRPr sz="1450">
                        <a:latin typeface="Calibri"/>
                        <a:cs typeface="Calibri"/>
                      </a:endParaRPr>
                    </a:p>
                  </a:txBody>
                  <a:tcPr marL="0" marR="0" marT="72390" marB="0">
                    <a:lnL w="9525">
                      <a:solidFill>
                        <a:srgbClr val="497DBA"/>
                      </a:solidFill>
                      <a:prstDash val="solid"/>
                    </a:lnL>
                    <a:lnR w="12700">
                      <a:solidFill>
                        <a:srgbClr val="497DBA"/>
                      </a:solidFill>
                      <a:prstDash val="solid"/>
                    </a:lnR>
                    <a:lnT w="9525">
                      <a:solidFill>
                        <a:srgbClr val="497DBA"/>
                      </a:solidFill>
                      <a:prstDash val="solid"/>
                    </a:lnT>
                    <a:lnB w="9525">
                      <a:solidFill>
                        <a:srgbClr val="497DBA"/>
                      </a:solidFill>
                      <a:prstDash val="solid"/>
                    </a:lnB>
                  </a:tcPr>
                </a:tc>
                <a:tc>
                  <a:txBody>
                    <a:bodyPr/>
                    <a:lstStyle/>
                    <a:p>
                      <a:pPr marL="760730">
                        <a:lnSpc>
                          <a:spcPct val="100000"/>
                        </a:lnSpc>
                        <a:spcBef>
                          <a:spcPts val="555"/>
                        </a:spcBef>
                      </a:pPr>
                      <a:r>
                        <a:rPr sz="1450" b="1" spc="-5" dirty="0">
                          <a:solidFill>
                            <a:srgbClr val="0F469B"/>
                          </a:solidFill>
                          <a:latin typeface="Calibri"/>
                          <a:cs typeface="Calibri"/>
                        </a:rPr>
                        <a:t>Data</a:t>
                      </a:r>
                      <a:r>
                        <a:rPr sz="1450" b="1" spc="-20" dirty="0">
                          <a:solidFill>
                            <a:srgbClr val="0F469B"/>
                          </a:solidFill>
                          <a:latin typeface="Calibri"/>
                          <a:cs typeface="Calibri"/>
                        </a:rPr>
                        <a:t> </a:t>
                      </a:r>
                      <a:r>
                        <a:rPr sz="1450" b="1" dirty="0">
                          <a:solidFill>
                            <a:srgbClr val="0F469B"/>
                          </a:solidFill>
                          <a:latin typeface="Calibri"/>
                          <a:cs typeface="Calibri"/>
                        </a:rPr>
                        <a:t>QA/QC</a:t>
                      </a:r>
                      <a:endParaRPr sz="1450">
                        <a:latin typeface="Calibri"/>
                        <a:cs typeface="Calibri"/>
                      </a:endParaRPr>
                    </a:p>
                  </a:txBody>
                  <a:tcPr marL="0" marR="0" marT="70485" marB="0">
                    <a:lnL w="12700">
                      <a:solidFill>
                        <a:srgbClr val="497DBA"/>
                      </a:solidFill>
                      <a:prstDash val="solid"/>
                    </a:lnL>
                    <a:lnR w="9525">
                      <a:solidFill>
                        <a:srgbClr val="497DBA"/>
                      </a:solidFill>
                      <a:prstDash val="solid"/>
                    </a:lnR>
                    <a:lnT w="9525">
                      <a:solidFill>
                        <a:srgbClr val="497DBA"/>
                      </a:solidFill>
                      <a:prstDash val="solid"/>
                    </a:lnT>
                    <a:lnB w="9525">
                      <a:solidFill>
                        <a:srgbClr val="497DBA"/>
                      </a:solidFill>
                      <a:prstDash val="solid"/>
                    </a:lnB>
                  </a:tcPr>
                </a:tc>
                <a:tc>
                  <a:txBody>
                    <a:bodyPr/>
                    <a:lstStyle/>
                    <a:p>
                      <a:pPr marL="723900">
                        <a:lnSpc>
                          <a:spcPct val="100000"/>
                        </a:lnSpc>
                        <a:spcBef>
                          <a:spcPts val="570"/>
                        </a:spcBef>
                      </a:pPr>
                      <a:r>
                        <a:rPr sz="1450" b="1" spc="-5" dirty="0">
                          <a:solidFill>
                            <a:srgbClr val="FFFFFF"/>
                          </a:solidFill>
                          <a:latin typeface="Calibri"/>
                          <a:cs typeface="Calibri"/>
                        </a:rPr>
                        <a:t>Client</a:t>
                      </a:r>
                      <a:r>
                        <a:rPr sz="1450" b="1" dirty="0">
                          <a:solidFill>
                            <a:srgbClr val="FFFFFF"/>
                          </a:solidFill>
                          <a:latin typeface="Calibri"/>
                          <a:cs typeface="Calibri"/>
                        </a:rPr>
                        <a:t> QA/QC</a:t>
                      </a:r>
                      <a:endParaRPr sz="1450">
                        <a:latin typeface="Calibri"/>
                        <a:cs typeface="Calibri"/>
                      </a:endParaRPr>
                    </a:p>
                  </a:txBody>
                  <a:tcPr marL="0" marR="0" marT="72390" marB="0">
                    <a:lnL w="9525">
                      <a:solidFill>
                        <a:srgbClr val="497DBA"/>
                      </a:solidFill>
                      <a:prstDash val="solid"/>
                    </a:lnL>
                    <a:lnR w="9525">
                      <a:solidFill>
                        <a:srgbClr val="497DBA"/>
                      </a:solidFill>
                      <a:prstDash val="solid"/>
                    </a:lnR>
                    <a:lnT w="9525">
                      <a:solidFill>
                        <a:srgbClr val="497DBA"/>
                      </a:solidFill>
                      <a:prstDash val="solid"/>
                    </a:lnT>
                    <a:lnB w="9525">
                      <a:solidFill>
                        <a:srgbClr val="497DBA"/>
                      </a:solidFill>
                      <a:prstDash val="solid"/>
                    </a:lnB>
                  </a:tcPr>
                </a:tc>
                <a:extLst>
                  <a:ext uri="{0D108BD9-81ED-4DB2-BD59-A6C34878D82A}">
                    <a16:rowId xmlns:a16="http://schemas.microsoft.com/office/drawing/2014/main" val="10000"/>
                  </a:ext>
                </a:extLst>
              </a:tr>
            </a:tbl>
          </a:graphicData>
        </a:graphic>
      </p:graphicFrame>
      <p:grpSp>
        <p:nvGrpSpPr>
          <p:cNvPr id="174" name="object 174"/>
          <p:cNvGrpSpPr/>
          <p:nvPr/>
        </p:nvGrpSpPr>
        <p:grpSpPr>
          <a:xfrm>
            <a:off x="3544823" y="923569"/>
            <a:ext cx="7754620" cy="556260"/>
            <a:chOff x="3544823" y="923569"/>
            <a:chExt cx="7754620" cy="556260"/>
          </a:xfrm>
        </p:grpSpPr>
        <p:pic>
          <p:nvPicPr>
            <p:cNvPr id="175" name="object 175"/>
            <p:cNvPicPr/>
            <p:nvPr/>
          </p:nvPicPr>
          <p:blipFill>
            <a:blip r:embed="rId74" cstate="print"/>
            <a:stretch>
              <a:fillRect/>
            </a:stretch>
          </p:blipFill>
          <p:spPr>
            <a:xfrm>
              <a:off x="3544823" y="929665"/>
              <a:ext cx="2796540" cy="528802"/>
            </a:xfrm>
            <a:prstGeom prst="rect">
              <a:avLst/>
            </a:prstGeom>
          </p:spPr>
        </p:pic>
        <p:pic>
          <p:nvPicPr>
            <p:cNvPr id="176" name="object 176"/>
            <p:cNvPicPr/>
            <p:nvPr/>
          </p:nvPicPr>
          <p:blipFill>
            <a:blip r:embed="rId75" cstate="print"/>
            <a:stretch>
              <a:fillRect/>
            </a:stretch>
          </p:blipFill>
          <p:spPr>
            <a:xfrm>
              <a:off x="4110227" y="963168"/>
              <a:ext cx="1664207" cy="516636"/>
            </a:xfrm>
            <a:prstGeom prst="rect">
              <a:avLst/>
            </a:prstGeom>
          </p:spPr>
        </p:pic>
        <p:pic>
          <p:nvPicPr>
            <p:cNvPr id="177" name="object 177"/>
            <p:cNvPicPr/>
            <p:nvPr/>
          </p:nvPicPr>
          <p:blipFill>
            <a:blip r:embed="rId76" cstate="print"/>
            <a:stretch>
              <a:fillRect/>
            </a:stretch>
          </p:blipFill>
          <p:spPr>
            <a:xfrm>
              <a:off x="3614927" y="979932"/>
              <a:ext cx="2660904" cy="393191"/>
            </a:xfrm>
            <a:prstGeom prst="rect">
              <a:avLst/>
            </a:prstGeom>
          </p:spPr>
        </p:pic>
        <p:pic>
          <p:nvPicPr>
            <p:cNvPr id="178" name="object 178"/>
            <p:cNvPicPr/>
            <p:nvPr/>
          </p:nvPicPr>
          <p:blipFill>
            <a:blip r:embed="rId77" cstate="print"/>
            <a:stretch>
              <a:fillRect/>
            </a:stretch>
          </p:blipFill>
          <p:spPr>
            <a:xfrm>
              <a:off x="6208775" y="923569"/>
              <a:ext cx="2606039" cy="537946"/>
            </a:xfrm>
            <a:prstGeom prst="rect">
              <a:avLst/>
            </a:prstGeom>
          </p:spPr>
        </p:pic>
        <p:pic>
          <p:nvPicPr>
            <p:cNvPr id="179" name="object 179"/>
            <p:cNvPicPr/>
            <p:nvPr/>
          </p:nvPicPr>
          <p:blipFill>
            <a:blip r:embed="rId78" cstate="print"/>
            <a:stretch>
              <a:fillRect/>
            </a:stretch>
          </p:blipFill>
          <p:spPr>
            <a:xfrm>
              <a:off x="6861047" y="961644"/>
              <a:ext cx="1301496" cy="516636"/>
            </a:xfrm>
            <a:prstGeom prst="rect">
              <a:avLst/>
            </a:prstGeom>
          </p:spPr>
        </p:pic>
        <p:pic>
          <p:nvPicPr>
            <p:cNvPr id="180" name="object 180"/>
            <p:cNvPicPr/>
            <p:nvPr/>
          </p:nvPicPr>
          <p:blipFill>
            <a:blip r:embed="rId79" cstate="print"/>
            <a:stretch>
              <a:fillRect/>
            </a:stretch>
          </p:blipFill>
          <p:spPr>
            <a:xfrm>
              <a:off x="6278879" y="973836"/>
              <a:ext cx="2470404" cy="402336"/>
            </a:xfrm>
            <a:prstGeom prst="rect">
              <a:avLst/>
            </a:prstGeom>
          </p:spPr>
        </p:pic>
        <p:pic>
          <p:nvPicPr>
            <p:cNvPr id="181" name="object 181"/>
            <p:cNvPicPr/>
            <p:nvPr/>
          </p:nvPicPr>
          <p:blipFill>
            <a:blip r:embed="rId80" cstate="print"/>
            <a:stretch>
              <a:fillRect/>
            </a:stretch>
          </p:blipFill>
          <p:spPr>
            <a:xfrm>
              <a:off x="8692895" y="929665"/>
              <a:ext cx="2606040" cy="528802"/>
            </a:xfrm>
            <a:prstGeom prst="rect">
              <a:avLst/>
            </a:prstGeom>
          </p:spPr>
        </p:pic>
        <p:pic>
          <p:nvPicPr>
            <p:cNvPr id="182" name="object 182"/>
            <p:cNvPicPr/>
            <p:nvPr/>
          </p:nvPicPr>
          <p:blipFill>
            <a:blip r:embed="rId81" cstate="print"/>
            <a:stretch>
              <a:fillRect/>
            </a:stretch>
          </p:blipFill>
          <p:spPr>
            <a:xfrm>
              <a:off x="9302495" y="963168"/>
              <a:ext cx="1386840" cy="516636"/>
            </a:xfrm>
            <a:prstGeom prst="rect">
              <a:avLst/>
            </a:prstGeom>
          </p:spPr>
        </p:pic>
      </p:grpSp>
      <p:sp>
        <p:nvSpPr>
          <p:cNvPr id="183" name="object 183"/>
          <p:cNvSpPr/>
          <p:nvPr/>
        </p:nvSpPr>
        <p:spPr>
          <a:xfrm>
            <a:off x="8763000" y="979932"/>
            <a:ext cx="2470785" cy="393700"/>
          </a:xfrm>
          <a:custGeom>
            <a:avLst/>
            <a:gdLst/>
            <a:ahLst/>
            <a:cxnLst/>
            <a:rect l="l" t="t" r="r" b="b"/>
            <a:pathLst>
              <a:path w="2470784" h="393700">
                <a:moveTo>
                  <a:pt x="2470404" y="0"/>
                </a:moveTo>
                <a:lnTo>
                  <a:pt x="0" y="0"/>
                </a:lnTo>
                <a:lnTo>
                  <a:pt x="0" y="393191"/>
                </a:lnTo>
                <a:lnTo>
                  <a:pt x="2470404" y="393191"/>
                </a:lnTo>
                <a:lnTo>
                  <a:pt x="2470404" y="0"/>
                </a:lnTo>
                <a:close/>
              </a:path>
            </a:pathLst>
          </a:custGeom>
          <a:solidFill>
            <a:srgbClr val="0F469B"/>
          </a:solidFill>
        </p:spPr>
        <p:txBody>
          <a:bodyPr wrap="square" lIns="0" tIns="0" rIns="0" bIns="0" rtlCol="0"/>
          <a:lstStyle/>
          <a:p>
            <a:endParaRPr>
              <a:latin typeface="+mj-lt"/>
            </a:endParaRPr>
          </a:p>
        </p:txBody>
      </p:sp>
      <p:grpSp>
        <p:nvGrpSpPr>
          <p:cNvPr id="184" name="object 184"/>
          <p:cNvGrpSpPr/>
          <p:nvPr/>
        </p:nvGrpSpPr>
        <p:grpSpPr>
          <a:xfrm>
            <a:off x="2581655" y="2214372"/>
            <a:ext cx="7531734" cy="4099560"/>
            <a:chOff x="2581655" y="2214372"/>
            <a:chExt cx="7531734" cy="4099560"/>
          </a:xfrm>
        </p:grpSpPr>
        <p:pic>
          <p:nvPicPr>
            <p:cNvPr id="185" name="object 185"/>
            <p:cNvPicPr/>
            <p:nvPr/>
          </p:nvPicPr>
          <p:blipFill>
            <a:blip r:embed="rId82" cstate="print"/>
            <a:stretch>
              <a:fillRect/>
            </a:stretch>
          </p:blipFill>
          <p:spPr>
            <a:xfrm>
              <a:off x="2581655" y="2214372"/>
              <a:ext cx="413004" cy="307848"/>
            </a:xfrm>
            <a:prstGeom prst="rect">
              <a:avLst/>
            </a:prstGeom>
          </p:spPr>
        </p:pic>
        <p:pic>
          <p:nvPicPr>
            <p:cNvPr id="186" name="object 186"/>
            <p:cNvPicPr/>
            <p:nvPr/>
          </p:nvPicPr>
          <p:blipFill>
            <a:blip r:embed="rId83" cstate="print"/>
            <a:stretch>
              <a:fillRect/>
            </a:stretch>
          </p:blipFill>
          <p:spPr>
            <a:xfrm>
              <a:off x="5952934" y="5879592"/>
              <a:ext cx="180784" cy="222504"/>
            </a:xfrm>
            <a:prstGeom prst="rect">
              <a:avLst/>
            </a:prstGeom>
          </p:spPr>
        </p:pic>
        <p:pic>
          <p:nvPicPr>
            <p:cNvPr id="187" name="object 187"/>
            <p:cNvPicPr/>
            <p:nvPr/>
          </p:nvPicPr>
          <p:blipFill>
            <a:blip r:embed="rId82" cstate="print"/>
            <a:stretch>
              <a:fillRect/>
            </a:stretch>
          </p:blipFill>
          <p:spPr>
            <a:xfrm>
              <a:off x="9700260" y="5849112"/>
              <a:ext cx="413003" cy="307847"/>
            </a:xfrm>
            <a:prstGeom prst="rect">
              <a:avLst/>
            </a:prstGeom>
          </p:spPr>
        </p:pic>
        <p:pic>
          <p:nvPicPr>
            <p:cNvPr id="188" name="object 188"/>
            <p:cNvPicPr/>
            <p:nvPr/>
          </p:nvPicPr>
          <p:blipFill>
            <a:blip r:embed="rId84" cstate="print"/>
            <a:stretch>
              <a:fillRect/>
            </a:stretch>
          </p:blipFill>
          <p:spPr>
            <a:xfrm>
              <a:off x="6621779" y="5832348"/>
              <a:ext cx="620242" cy="481571"/>
            </a:xfrm>
            <a:prstGeom prst="rect">
              <a:avLst/>
            </a:prstGeom>
          </p:spPr>
        </p:pic>
      </p:grpSp>
      <p:sp>
        <p:nvSpPr>
          <p:cNvPr id="189" name="object 189"/>
          <p:cNvSpPr txBox="1"/>
          <p:nvPr/>
        </p:nvSpPr>
        <p:spPr>
          <a:xfrm>
            <a:off x="6776973" y="5907430"/>
            <a:ext cx="318135" cy="216726"/>
          </a:xfrm>
          <a:prstGeom prst="rect">
            <a:avLst/>
          </a:prstGeom>
        </p:spPr>
        <p:txBody>
          <a:bodyPr vert="horz" wrap="square" lIns="0" tIns="16510" rIns="0" bIns="0" rtlCol="0">
            <a:spAutoFit/>
          </a:bodyPr>
          <a:lstStyle/>
          <a:p>
            <a:pPr marL="12700">
              <a:lnSpc>
                <a:spcPct val="100000"/>
              </a:lnSpc>
              <a:spcBef>
                <a:spcPts val="130"/>
              </a:spcBef>
            </a:pPr>
            <a:r>
              <a:rPr sz="1300" b="1" spc="10" dirty="0">
                <a:solidFill>
                  <a:srgbClr val="0F469B"/>
                </a:solidFill>
                <a:latin typeface="+mj-lt"/>
                <a:cs typeface="Calibri"/>
              </a:rPr>
              <a:t>P</a:t>
            </a:r>
            <a:r>
              <a:rPr sz="1300" b="1" spc="15" dirty="0">
                <a:solidFill>
                  <a:srgbClr val="0F469B"/>
                </a:solidFill>
                <a:latin typeface="+mj-lt"/>
                <a:cs typeface="Calibri"/>
              </a:rPr>
              <a:t>DR</a:t>
            </a:r>
            <a:endParaRPr sz="1300">
              <a:latin typeface="+mj-lt"/>
              <a:cs typeface="Calibri"/>
            </a:endParaRPr>
          </a:p>
        </p:txBody>
      </p:sp>
      <p:grpSp>
        <p:nvGrpSpPr>
          <p:cNvPr id="190" name="object 190"/>
          <p:cNvGrpSpPr/>
          <p:nvPr/>
        </p:nvGrpSpPr>
        <p:grpSpPr>
          <a:xfrm>
            <a:off x="3398520" y="4808220"/>
            <a:ext cx="5151120" cy="1348740"/>
            <a:chOff x="3398520" y="4808220"/>
            <a:chExt cx="5151120" cy="1348740"/>
          </a:xfrm>
        </p:grpSpPr>
        <p:pic>
          <p:nvPicPr>
            <p:cNvPr id="191" name="object 191"/>
            <p:cNvPicPr/>
            <p:nvPr/>
          </p:nvPicPr>
          <p:blipFill>
            <a:blip r:embed="rId85" cstate="print"/>
            <a:stretch>
              <a:fillRect/>
            </a:stretch>
          </p:blipFill>
          <p:spPr>
            <a:xfrm>
              <a:off x="3733800" y="5713476"/>
              <a:ext cx="472427" cy="135534"/>
            </a:xfrm>
            <a:prstGeom prst="rect">
              <a:avLst/>
            </a:prstGeom>
          </p:spPr>
        </p:pic>
        <p:sp>
          <p:nvSpPr>
            <p:cNvPr id="192" name="object 192"/>
            <p:cNvSpPr/>
            <p:nvPr/>
          </p:nvSpPr>
          <p:spPr>
            <a:xfrm>
              <a:off x="3799332" y="5763768"/>
              <a:ext cx="340995" cy="0"/>
            </a:xfrm>
            <a:custGeom>
              <a:avLst/>
              <a:gdLst/>
              <a:ahLst/>
              <a:cxnLst/>
              <a:rect l="l" t="t" r="r" b="b"/>
              <a:pathLst>
                <a:path w="340995">
                  <a:moveTo>
                    <a:pt x="0" y="0"/>
                  </a:moveTo>
                  <a:lnTo>
                    <a:pt x="340740" y="0"/>
                  </a:lnTo>
                </a:path>
              </a:pathLst>
            </a:custGeom>
            <a:ln w="9525">
              <a:solidFill>
                <a:srgbClr val="497DBA"/>
              </a:solidFill>
            </a:ln>
          </p:spPr>
          <p:txBody>
            <a:bodyPr wrap="square" lIns="0" tIns="0" rIns="0" bIns="0" rtlCol="0"/>
            <a:lstStyle/>
            <a:p>
              <a:endParaRPr>
                <a:latin typeface="+mj-lt"/>
              </a:endParaRPr>
            </a:p>
          </p:txBody>
        </p:sp>
        <p:pic>
          <p:nvPicPr>
            <p:cNvPr id="193" name="object 193"/>
            <p:cNvPicPr/>
            <p:nvPr/>
          </p:nvPicPr>
          <p:blipFill>
            <a:blip r:embed="rId86" cstate="print"/>
            <a:stretch>
              <a:fillRect/>
            </a:stretch>
          </p:blipFill>
          <p:spPr>
            <a:xfrm>
              <a:off x="3735324" y="5146548"/>
              <a:ext cx="135534" cy="698004"/>
            </a:xfrm>
            <a:prstGeom prst="rect">
              <a:avLst/>
            </a:prstGeom>
          </p:spPr>
        </p:pic>
        <p:sp>
          <p:nvSpPr>
            <p:cNvPr id="194" name="object 194"/>
            <p:cNvSpPr/>
            <p:nvPr/>
          </p:nvSpPr>
          <p:spPr>
            <a:xfrm>
              <a:off x="3805428" y="5196840"/>
              <a:ext cx="0" cy="567055"/>
            </a:xfrm>
            <a:custGeom>
              <a:avLst/>
              <a:gdLst/>
              <a:ahLst/>
              <a:cxnLst/>
              <a:rect l="l" t="t" r="r" b="b"/>
              <a:pathLst>
                <a:path h="567054">
                  <a:moveTo>
                    <a:pt x="0" y="566877"/>
                  </a:moveTo>
                  <a:lnTo>
                    <a:pt x="0" y="0"/>
                  </a:lnTo>
                </a:path>
              </a:pathLst>
            </a:custGeom>
            <a:ln w="9525">
              <a:solidFill>
                <a:srgbClr val="497DBA"/>
              </a:solidFill>
            </a:ln>
          </p:spPr>
          <p:txBody>
            <a:bodyPr wrap="square" lIns="0" tIns="0" rIns="0" bIns="0" rtlCol="0"/>
            <a:lstStyle/>
            <a:p>
              <a:endParaRPr>
                <a:latin typeface="+mj-lt"/>
              </a:endParaRPr>
            </a:p>
          </p:txBody>
        </p:sp>
        <p:pic>
          <p:nvPicPr>
            <p:cNvPr id="195" name="object 195"/>
            <p:cNvPicPr/>
            <p:nvPr/>
          </p:nvPicPr>
          <p:blipFill>
            <a:blip r:embed="rId85" cstate="print"/>
            <a:stretch>
              <a:fillRect/>
            </a:stretch>
          </p:blipFill>
          <p:spPr>
            <a:xfrm>
              <a:off x="3398520" y="5146522"/>
              <a:ext cx="472427" cy="135534"/>
            </a:xfrm>
            <a:prstGeom prst="rect">
              <a:avLst/>
            </a:prstGeom>
          </p:spPr>
        </p:pic>
        <p:sp>
          <p:nvSpPr>
            <p:cNvPr id="196" name="object 196"/>
            <p:cNvSpPr/>
            <p:nvPr/>
          </p:nvSpPr>
          <p:spPr>
            <a:xfrm>
              <a:off x="3464052" y="5196840"/>
              <a:ext cx="340995" cy="0"/>
            </a:xfrm>
            <a:custGeom>
              <a:avLst/>
              <a:gdLst/>
              <a:ahLst/>
              <a:cxnLst/>
              <a:rect l="l" t="t" r="r" b="b"/>
              <a:pathLst>
                <a:path w="340995">
                  <a:moveTo>
                    <a:pt x="0" y="0"/>
                  </a:moveTo>
                  <a:lnTo>
                    <a:pt x="340740" y="0"/>
                  </a:lnTo>
                </a:path>
              </a:pathLst>
            </a:custGeom>
            <a:ln w="9525">
              <a:solidFill>
                <a:srgbClr val="497DBA"/>
              </a:solidFill>
            </a:ln>
          </p:spPr>
          <p:txBody>
            <a:bodyPr wrap="square" lIns="0" tIns="0" rIns="0" bIns="0" rtlCol="0"/>
            <a:lstStyle/>
            <a:p>
              <a:endParaRPr>
                <a:latin typeface="+mj-lt"/>
              </a:endParaRPr>
            </a:p>
          </p:txBody>
        </p:sp>
        <p:pic>
          <p:nvPicPr>
            <p:cNvPr id="197" name="object 197"/>
            <p:cNvPicPr/>
            <p:nvPr/>
          </p:nvPicPr>
          <p:blipFill>
            <a:blip r:embed="rId82" cstate="print"/>
            <a:stretch>
              <a:fillRect/>
            </a:stretch>
          </p:blipFill>
          <p:spPr>
            <a:xfrm>
              <a:off x="7126223" y="5849112"/>
              <a:ext cx="413003" cy="307847"/>
            </a:xfrm>
            <a:prstGeom prst="rect">
              <a:avLst/>
            </a:prstGeom>
          </p:spPr>
        </p:pic>
        <p:pic>
          <p:nvPicPr>
            <p:cNvPr id="198" name="object 198"/>
            <p:cNvPicPr/>
            <p:nvPr/>
          </p:nvPicPr>
          <p:blipFill>
            <a:blip r:embed="rId87" cstate="print"/>
            <a:stretch>
              <a:fillRect/>
            </a:stretch>
          </p:blipFill>
          <p:spPr>
            <a:xfrm>
              <a:off x="6717791" y="4808220"/>
              <a:ext cx="1831848" cy="806208"/>
            </a:xfrm>
            <a:prstGeom prst="rect">
              <a:avLst/>
            </a:prstGeom>
          </p:spPr>
        </p:pic>
        <p:pic>
          <p:nvPicPr>
            <p:cNvPr id="199" name="object 199"/>
            <p:cNvPicPr/>
            <p:nvPr/>
          </p:nvPicPr>
          <p:blipFill>
            <a:blip r:embed="rId88" cstate="print"/>
            <a:stretch>
              <a:fillRect/>
            </a:stretch>
          </p:blipFill>
          <p:spPr>
            <a:xfrm>
              <a:off x="6813804" y="4869180"/>
              <a:ext cx="1684020" cy="740689"/>
            </a:xfrm>
            <a:prstGeom prst="rect">
              <a:avLst/>
            </a:prstGeom>
          </p:spPr>
        </p:pic>
        <p:pic>
          <p:nvPicPr>
            <p:cNvPr id="200" name="object 200"/>
            <p:cNvPicPr/>
            <p:nvPr/>
          </p:nvPicPr>
          <p:blipFill>
            <a:blip r:embed="rId89" cstate="print"/>
            <a:stretch>
              <a:fillRect/>
            </a:stretch>
          </p:blipFill>
          <p:spPr>
            <a:xfrm>
              <a:off x="6787896" y="4858512"/>
              <a:ext cx="1696211" cy="670560"/>
            </a:xfrm>
            <a:prstGeom prst="rect">
              <a:avLst/>
            </a:prstGeom>
          </p:spPr>
        </p:pic>
        <p:sp>
          <p:nvSpPr>
            <p:cNvPr id="201" name="object 201"/>
            <p:cNvSpPr/>
            <p:nvPr/>
          </p:nvSpPr>
          <p:spPr>
            <a:xfrm>
              <a:off x="6787896" y="4858512"/>
              <a:ext cx="1696720" cy="670560"/>
            </a:xfrm>
            <a:custGeom>
              <a:avLst/>
              <a:gdLst/>
              <a:ahLst/>
              <a:cxnLst/>
              <a:rect l="l" t="t" r="r" b="b"/>
              <a:pathLst>
                <a:path w="1696720" h="670560">
                  <a:moveTo>
                    <a:pt x="0" y="670560"/>
                  </a:moveTo>
                  <a:lnTo>
                    <a:pt x="1696211" y="670560"/>
                  </a:lnTo>
                  <a:lnTo>
                    <a:pt x="1696211" y="0"/>
                  </a:lnTo>
                  <a:lnTo>
                    <a:pt x="0" y="0"/>
                  </a:lnTo>
                  <a:lnTo>
                    <a:pt x="0" y="670560"/>
                  </a:lnTo>
                  <a:close/>
                </a:path>
              </a:pathLst>
            </a:custGeom>
            <a:ln w="9525">
              <a:solidFill>
                <a:srgbClr val="497DBA"/>
              </a:solidFill>
            </a:ln>
          </p:spPr>
          <p:txBody>
            <a:bodyPr wrap="square" lIns="0" tIns="0" rIns="0" bIns="0" rtlCol="0"/>
            <a:lstStyle/>
            <a:p>
              <a:endParaRPr>
                <a:latin typeface="+mj-lt"/>
              </a:endParaRPr>
            </a:p>
          </p:txBody>
        </p:sp>
      </p:grpSp>
      <p:sp>
        <p:nvSpPr>
          <p:cNvPr id="202" name="object 202"/>
          <p:cNvSpPr txBox="1"/>
          <p:nvPr/>
        </p:nvSpPr>
        <p:spPr>
          <a:xfrm>
            <a:off x="6979157" y="4946650"/>
            <a:ext cx="1315720" cy="473075"/>
          </a:xfrm>
          <a:prstGeom prst="rect">
            <a:avLst/>
          </a:prstGeom>
        </p:spPr>
        <p:txBody>
          <a:bodyPr vert="horz" wrap="square" lIns="0" tIns="13970" rIns="0" bIns="0" rtlCol="0">
            <a:spAutoFit/>
          </a:bodyPr>
          <a:lstStyle/>
          <a:p>
            <a:pPr algn="ctr">
              <a:lnSpc>
                <a:spcPct val="100000"/>
              </a:lnSpc>
              <a:spcBef>
                <a:spcPts val="110"/>
              </a:spcBef>
            </a:pPr>
            <a:r>
              <a:rPr sz="1450" b="1" dirty="0">
                <a:solidFill>
                  <a:srgbClr val="0F469B"/>
                </a:solidFill>
                <a:latin typeface="+mj-lt"/>
                <a:cs typeface="Calibri"/>
              </a:rPr>
              <a:t>Release</a:t>
            </a:r>
            <a:r>
              <a:rPr sz="1450" b="1" spc="-10" dirty="0">
                <a:solidFill>
                  <a:srgbClr val="0F469B"/>
                </a:solidFill>
                <a:latin typeface="+mj-lt"/>
                <a:cs typeface="Calibri"/>
              </a:rPr>
              <a:t> </a:t>
            </a:r>
            <a:r>
              <a:rPr sz="1450" b="1" spc="-5" dirty="0">
                <a:solidFill>
                  <a:srgbClr val="0F469B"/>
                </a:solidFill>
                <a:latin typeface="+mj-lt"/>
                <a:cs typeface="Calibri"/>
              </a:rPr>
              <a:t>to</a:t>
            </a:r>
            <a:r>
              <a:rPr sz="1450" b="1" spc="-15" dirty="0">
                <a:solidFill>
                  <a:srgbClr val="0F469B"/>
                </a:solidFill>
                <a:latin typeface="+mj-lt"/>
                <a:cs typeface="Calibri"/>
              </a:rPr>
              <a:t> </a:t>
            </a:r>
            <a:r>
              <a:rPr sz="1450" b="1" dirty="0">
                <a:solidFill>
                  <a:srgbClr val="0F469B"/>
                </a:solidFill>
                <a:latin typeface="+mj-lt"/>
                <a:cs typeface="Calibri"/>
              </a:rPr>
              <a:t>Client</a:t>
            </a:r>
            <a:endParaRPr sz="1450">
              <a:latin typeface="+mj-lt"/>
              <a:cs typeface="Calibri"/>
            </a:endParaRPr>
          </a:p>
          <a:p>
            <a:pPr marL="635" algn="ctr">
              <a:lnSpc>
                <a:spcPct val="100000"/>
              </a:lnSpc>
              <a:spcBef>
                <a:spcPts val="25"/>
              </a:spcBef>
            </a:pPr>
            <a:r>
              <a:rPr sz="1450" b="1" dirty="0">
                <a:solidFill>
                  <a:srgbClr val="0F469B"/>
                </a:solidFill>
                <a:latin typeface="+mj-lt"/>
                <a:cs typeface="Calibri"/>
              </a:rPr>
              <a:t>for</a:t>
            </a:r>
            <a:r>
              <a:rPr sz="1450" b="1" spc="-35" dirty="0">
                <a:solidFill>
                  <a:srgbClr val="0F469B"/>
                </a:solidFill>
                <a:latin typeface="+mj-lt"/>
                <a:cs typeface="Calibri"/>
              </a:rPr>
              <a:t> </a:t>
            </a:r>
            <a:r>
              <a:rPr sz="1450" b="1" spc="-5" dirty="0">
                <a:solidFill>
                  <a:srgbClr val="0F469B"/>
                </a:solidFill>
                <a:latin typeface="+mj-lt"/>
                <a:cs typeface="Calibri"/>
              </a:rPr>
              <a:t>Review</a:t>
            </a:r>
            <a:endParaRPr sz="1450">
              <a:latin typeface="+mj-lt"/>
              <a:cs typeface="Calibri"/>
            </a:endParaRPr>
          </a:p>
        </p:txBody>
      </p:sp>
      <p:grpSp>
        <p:nvGrpSpPr>
          <p:cNvPr id="203" name="object 203"/>
          <p:cNvGrpSpPr/>
          <p:nvPr/>
        </p:nvGrpSpPr>
        <p:grpSpPr>
          <a:xfrm>
            <a:off x="146281" y="1581937"/>
            <a:ext cx="1205865" cy="739140"/>
            <a:chOff x="146281" y="1581937"/>
            <a:chExt cx="1205865" cy="739140"/>
          </a:xfrm>
        </p:grpSpPr>
        <p:pic>
          <p:nvPicPr>
            <p:cNvPr id="204" name="object 204"/>
            <p:cNvPicPr/>
            <p:nvPr/>
          </p:nvPicPr>
          <p:blipFill>
            <a:blip r:embed="rId90" cstate="print"/>
            <a:stretch>
              <a:fillRect/>
            </a:stretch>
          </p:blipFill>
          <p:spPr>
            <a:xfrm>
              <a:off x="146281" y="1602979"/>
              <a:ext cx="1205516" cy="649614"/>
            </a:xfrm>
            <a:prstGeom prst="rect">
              <a:avLst/>
            </a:prstGeom>
          </p:spPr>
        </p:pic>
        <p:pic>
          <p:nvPicPr>
            <p:cNvPr id="205" name="object 205"/>
            <p:cNvPicPr/>
            <p:nvPr/>
          </p:nvPicPr>
          <p:blipFill>
            <a:blip r:embed="rId91" cstate="print"/>
            <a:stretch>
              <a:fillRect/>
            </a:stretch>
          </p:blipFill>
          <p:spPr>
            <a:xfrm>
              <a:off x="278892" y="1581937"/>
              <a:ext cx="940295" cy="739114"/>
            </a:xfrm>
            <a:prstGeom prst="rect">
              <a:avLst/>
            </a:prstGeom>
          </p:spPr>
        </p:pic>
        <p:pic>
          <p:nvPicPr>
            <p:cNvPr id="206" name="object 206"/>
            <p:cNvPicPr/>
            <p:nvPr/>
          </p:nvPicPr>
          <p:blipFill>
            <a:blip r:embed="rId92" cstate="print"/>
            <a:stretch>
              <a:fillRect/>
            </a:stretch>
          </p:blipFill>
          <p:spPr>
            <a:xfrm>
              <a:off x="198120" y="1635251"/>
              <a:ext cx="1106424" cy="541020"/>
            </a:xfrm>
            <a:prstGeom prst="rect">
              <a:avLst/>
            </a:prstGeom>
          </p:spPr>
        </p:pic>
        <p:sp>
          <p:nvSpPr>
            <p:cNvPr id="207" name="object 207"/>
            <p:cNvSpPr/>
            <p:nvPr/>
          </p:nvSpPr>
          <p:spPr>
            <a:xfrm>
              <a:off x="198120" y="1635251"/>
              <a:ext cx="1106805" cy="541020"/>
            </a:xfrm>
            <a:custGeom>
              <a:avLst/>
              <a:gdLst/>
              <a:ahLst/>
              <a:cxnLst/>
              <a:rect l="l" t="t" r="r" b="b"/>
              <a:pathLst>
                <a:path w="1106805" h="541019">
                  <a:moveTo>
                    <a:pt x="0" y="90170"/>
                  </a:moveTo>
                  <a:lnTo>
                    <a:pt x="7086" y="55078"/>
                  </a:lnTo>
                  <a:lnTo>
                    <a:pt x="26411" y="26416"/>
                  </a:lnTo>
                  <a:lnTo>
                    <a:pt x="55072" y="7088"/>
                  </a:lnTo>
                  <a:lnTo>
                    <a:pt x="90170" y="0"/>
                  </a:lnTo>
                  <a:lnTo>
                    <a:pt x="1016254" y="0"/>
                  </a:lnTo>
                  <a:lnTo>
                    <a:pt x="1051351" y="7088"/>
                  </a:lnTo>
                  <a:lnTo>
                    <a:pt x="1080012" y="26416"/>
                  </a:lnTo>
                  <a:lnTo>
                    <a:pt x="1099337" y="55078"/>
                  </a:lnTo>
                  <a:lnTo>
                    <a:pt x="1106424" y="90170"/>
                  </a:lnTo>
                  <a:lnTo>
                    <a:pt x="1106424" y="450850"/>
                  </a:lnTo>
                  <a:lnTo>
                    <a:pt x="1099337" y="485941"/>
                  </a:lnTo>
                  <a:lnTo>
                    <a:pt x="1080012" y="514603"/>
                  </a:lnTo>
                  <a:lnTo>
                    <a:pt x="1051351" y="533931"/>
                  </a:lnTo>
                  <a:lnTo>
                    <a:pt x="1016254" y="541020"/>
                  </a:lnTo>
                  <a:lnTo>
                    <a:pt x="90170" y="541020"/>
                  </a:lnTo>
                  <a:lnTo>
                    <a:pt x="55072" y="533931"/>
                  </a:lnTo>
                  <a:lnTo>
                    <a:pt x="26411" y="514603"/>
                  </a:lnTo>
                  <a:lnTo>
                    <a:pt x="7086" y="485941"/>
                  </a:lnTo>
                  <a:lnTo>
                    <a:pt x="0" y="450850"/>
                  </a:lnTo>
                  <a:lnTo>
                    <a:pt x="0" y="90170"/>
                  </a:lnTo>
                  <a:close/>
                </a:path>
              </a:pathLst>
            </a:custGeom>
            <a:ln w="9525">
              <a:solidFill>
                <a:srgbClr val="497DBA"/>
              </a:solidFill>
            </a:ln>
          </p:spPr>
          <p:txBody>
            <a:bodyPr wrap="square" lIns="0" tIns="0" rIns="0" bIns="0" rtlCol="0"/>
            <a:lstStyle/>
            <a:p>
              <a:endParaRPr>
                <a:latin typeface="+mj-lt"/>
              </a:endParaRPr>
            </a:p>
          </p:txBody>
        </p:sp>
      </p:grpSp>
      <p:sp>
        <p:nvSpPr>
          <p:cNvPr id="208" name="object 208"/>
          <p:cNvSpPr txBox="1"/>
          <p:nvPr/>
        </p:nvSpPr>
        <p:spPr>
          <a:xfrm>
            <a:off x="442366" y="1657857"/>
            <a:ext cx="1188085" cy="473075"/>
          </a:xfrm>
          <a:prstGeom prst="rect">
            <a:avLst/>
          </a:prstGeom>
        </p:spPr>
        <p:txBody>
          <a:bodyPr vert="horz" wrap="square" lIns="0" tIns="11430" rIns="0" bIns="0" rtlCol="0">
            <a:spAutoFit/>
          </a:bodyPr>
          <a:lstStyle/>
          <a:p>
            <a:pPr marL="128270" marR="5715" indent="-116205">
              <a:lnSpc>
                <a:spcPct val="101400"/>
              </a:lnSpc>
              <a:spcBef>
                <a:spcPts val="90"/>
              </a:spcBef>
              <a:tabLst>
                <a:tab pos="857250" algn="l"/>
                <a:tab pos="1174750" algn="l"/>
              </a:tabLst>
            </a:pPr>
            <a:r>
              <a:rPr sz="1450" b="1" dirty="0">
                <a:solidFill>
                  <a:srgbClr val="0F469B"/>
                </a:solidFill>
                <a:latin typeface="+mj-lt"/>
                <a:cs typeface="Calibri"/>
              </a:rPr>
              <a:t>Acquire 	</a:t>
            </a:r>
            <a:r>
              <a:rPr sz="1450" b="1" u="heavy" dirty="0">
                <a:solidFill>
                  <a:srgbClr val="0F469B"/>
                </a:solidFill>
                <a:uFill>
                  <a:solidFill>
                    <a:srgbClr val="497DBA"/>
                  </a:solidFill>
                </a:uFill>
                <a:latin typeface="+mj-lt"/>
                <a:cs typeface="Calibri"/>
              </a:rPr>
              <a:t> 	</a:t>
            </a:r>
            <a:r>
              <a:rPr sz="1450" b="1" dirty="0">
                <a:solidFill>
                  <a:srgbClr val="0F469B"/>
                </a:solidFill>
                <a:latin typeface="+mj-lt"/>
                <a:cs typeface="Calibri"/>
              </a:rPr>
              <a:t> </a:t>
            </a:r>
            <a:r>
              <a:rPr sz="1450" b="1" spc="-5" dirty="0">
                <a:solidFill>
                  <a:srgbClr val="0F469B"/>
                </a:solidFill>
                <a:latin typeface="+mj-lt"/>
                <a:cs typeface="Calibri"/>
              </a:rPr>
              <a:t>Data</a:t>
            </a:r>
            <a:endParaRPr sz="1450">
              <a:latin typeface="+mj-lt"/>
              <a:cs typeface="Calibri"/>
            </a:endParaRPr>
          </a:p>
        </p:txBody>
      </p:sp>
      <p:grpSp>
        <p:nvGrpSpPr>
          <p:cNvPr id="209" name="object 209"/>
          <p:cNvGrpSpPr/>
          <p:nvPr/>
        </p:nvGrpSpPr>
        <p:grpSpPr>
          <a:xfrm>
            <a:off x="315402" y="1856181"/>
            <a:ext cx="1320165" cy="3498215"/>
            <a:chOff x="315402" y="1856181"/>
            <a:chExt cx="1320165" cy="3498215"/>
          </a:xfrm>
        </p:grpSpPr>
        <p:pic>
          <p:nvPicPr>
            <p:cNvPr id="210" name="object 210"/>
            <p:cNvPicPr/>
            <p:nvPr/>
          </p:nvPicPr>
          <p:blipFill>
            <a:blip r:embed="rId93" cstate="print"/>
            <a:stretch>
              <a:fillRect/>
            </a:stretch>
          </p:blipFill>
          <p:spPr>
            <a:xfrm>
              <a:off x="1234440" y="1856181"/>
              <a:ext cx="400773" cy="140258"/>
            </a:xfrm>
            <a:prstGeom prst="rect">
              <a:avLst/>
            </a:prstGeom>
          </p:spPr>
        </p:pic>
        <p:pic>
          <p:nvPicPr>
            <p:cNvPr id="211" name="object 211"/>
            <p:cNvPicPr/>
            <p:nvPr/>
          </p:nvPicPr>
          <p:blipFill>
            <a:blip r:embed="rId94" cstate="print"/>
            <a:stretch>
              <a:fillRect/>
            </a:stretch>
          </p:blipFill>
          <p:spPr>
            <a:xfrm>
              <a:off x="315402" y="4830987"/>
              <a:ext cx="1229999" cy="500017"/>
            </a:xfrm>
            <a:prstGeom prst="rect">
              <a:avLst/>
            </a:prstGeom>
          </p:spPr>
        </p:pic>
        <p:pic>
          <p:nvPicPr>
            <p:cNvPr id="212" name="object 212"/>
            <p:cNvPicPr/>
            <p:nvPr/>
          </p:nvPicPr>
          <p:blipFill>
            <a:blip r:embed="rId95" cstate="print"/>
            <a:stretch>
              <a:fillRect/>
            </a:stretch>
          </p:blipFill>
          <p:spPr>
            <a:xfrm>
              <a:off x="425195" y="4853952"/>
              <a:ext cx="1010412" cy="499859"/>
            </a:xfrm>
            <a:prstGeom prst="rect">
              <a:avLst/>
            </a:prstGeom>
          </p:spPr>
        </p:pic>
        <p:pic>
          <p:nvPicPr>
            <p:cNvPr id="213" name="object 213"/>
            <p:cNvPicPr/>
            <p:nvPr/>
          </p:nvPicPr>
          <p:blipFill>
            <a:blip r:embed="rId96" cstate="print"/>
            <a:stretch>
              <a:fillRect/>
            </a:stretch>
          </p:blipFill>
          <p:spPr>
            <a:xfrm>
              <a:off x="367283" y="4863084"/>
              <a:ext cx="1130808" cy="391668"/>
            </a:xfrm>
            <a:prstGeom prst="rect">
              <a:avLst/>
            </a:prstGeom>
          </p:spPr>
        </p:pic>
        <p:sp>
          <p:nvSpPr>
            <p:cNvPr id="214" name="object 214"/>
            <p:cNvSpPr/>
            <p:nvPr/>
          </p:nvSpPr>
          <p:spPr>
            <a:xfrm>
              <a:off x="367283" y="4863084"/>
              <a:ext cx="1130935" cy="391795"/>
            </a:xfrm>
            <a:custGeom>
              <a:avLst/>
              <a:gdLst/>
              <a:ahLst/>
              <a:cxnLst/>
              <a:rect l="l" t="t" r="r" b="b"/>
              <a:pathLst>
                <a:path w="1130935" h="391795">
                  <a:moveTo>
                    <a:pt x="0" y="65278"/>
                  </a:moveTo>
                  <a:lnTo>
                    <a:pt x="5129" y="39862"/>
                  </a:lnTo>
                  <a:lnTo>
                    <a:pt x="19118" y="19113"/>
                  </a:lnTo>
                  <a:lnTo>
                    <a:pt x="39867" y="5127"/>
                  </a:lnTo>
                  <a:lnTo>
                    <a:pt x="65278" y="0"/>
                  </a:lnTo>
                  <a:lnTo>
                    <a:pt x="1065530" y="0"/>
                  </a:lnTo>
                  <a:lnTo>
                    <a:pt x="1090945" y="5127"/>
                  </a:lnTo>
                  <a:lnTo>
                    <a:pt x="1111694" y="19113"/>
                  </a:lnTo>
                  <a:lnTo>
                    <a:pt x="1125680" y="39862"/>
                  </a:lnTo>
                  <a:lnTo>
                    <a:pt x="1130808" y="65278"/>
                  </a:lnTo>
                  <a:lnTo>
                    <a:pt x="1130808" y="326390"/>
                  </a:lnTo>
                  <a:lnTo>
                    <a:pt x="1125680" y="351805"/>
                  </a:lnTo>
                  <a:lnTo>
                    <a:pt x="1111694" y="372554"/>
                  </a:lnTo>
                  <a:lnTo>
                    <a:pt x="1090945" y="386540"/>
                  </a:lnTo>
                  <a:lnTo>
                    <a:pt x="1065530" y="391668"/>
                  </a:lnTo>
                  <a:lnTo>
                    <a:pt x="65278" y="391668"/>
                  </a:lnTo>
                  <a:lnTo>
                    <a:pt x="39867" y="386540"/>
                  </a:lnTo>
                  <a:lnTo>
                    <a:pt x="19118" y="372554"/>
                  </a:lnTo>
                  <a:lnTo>
                    <a:pt x="5129" y="351805"/>
                  </a:lnTo>
                  <a:lnTo>
                    <a:pt x="0" y="326390"/>
                  </a:lnTo>
                  <a:lnTo>
                    <a:pt x="0" y="65278"/>
                  </a:lnTo>
                  <a:close/>
                </a:path>
              </a:pathLst>
            </a:custGeom>
            <a:ln w="9525">
              <a:solidFill>
                <a:srgbClr val="497DBA"/>
              </a:solidFill>
            </a:ln>
          </p:spPr>
          <p:txBody>
            <a:bodyPr wrap="square" lIns="0" tIns="0" rIns="0" bIns="0" rtlCol="0"/>
            <a:lstStyle/>
            <a:p>
              <a:endParaRPr>
                <a:latin typeface="+mj-lt"/>
              </a:endParaRPr>
            </a:p>
          </p:txBody>
        </p:sp>
      </p:grpSp>
      <p:sp>
        <p:nvSpPr>
          <p:cNvPr id="215" name="object 215"/>
          <p:cNvSpPr txBox="1"/>
          <p:nvPr/>
        </p:nvSpPr>
        <p:spPr>
          <a:xfrm>
            <a:off x="584098" y="4928742"/>
            <a:ext cx="695325" cy="228268"/>
          </a:xfrm>
          <a:prstGeom prst="rect">
            <a:avLst/>
          </a:prstGeom>
        </p:spPr>
        <p:txBody>
          <a:bodyPr vert="horz" wrap="square" lIns="0" tIns="12700" rIns="0" bIns="0" rtlCol="0">
            <a:spAutoFit/>
          </a:bodyPr>
          <a:lstStyle/>
          <a:p>
            <a:pPr marL="12700">
              <a:lnSpc>
                <a:spcPct val="100000"/>
              </a:lnSpc>
              <a:spcBef>
                <a:spcPts val="100"/>
              </a:spcBef>
            </a:pPr>
            <a:r>
              <a:rPr sz="1400" b="1" dirty="0">
                <a:solidFill>
                  <a:srgbClr val="0F469B"/>
                </a:solidFill>
                <a:latin typeface="+mj-lt"/>
                <a:cs typeface="Calibri"/>
              </a:rPr>
              <a:t>Bad</a:t>
            </a:r>
            <a:r>
              <a:rPr sz="1400" b="1" spc="-30" dirty="0">
                <a:solidFill>
                  <a:srgbClr val="0F469B"/>
                </a:solidFill>
                <a:latin typeface="+mj-lt"/>
                <a:cs typeface="Calibri"/>
              </a:rPr>
              <a:t> </a:t>
            </a:r>
            <a:r>
              <a:rPr sz="1400" b="1" spc="-5" dirty="0">
                <a:solidFill>
                  <a:srgbClr val="0F469B"/>
                </a:solidFill>
                <a:latin typeface="+mj-lt"/>
                <a:cs typeface="Calibri"/>
              </a:rPr>
              <a:t>D</a:t>
            </a:r>
            <a:r>
              <a:rPr sz="1400" b="1" spc="-10" dirty="0">
                <a:solidFill>
                  <a:srgbClr val="0F469B"/>
                </a:solidFill>
                <a:latin typeface="+mj-lt"/>
                <a:cs typeface="Calibri"/>
              </a:rPr>
              <a:t>at</a:t>
            </a:r>
            <a:r>
              <a:rPr sz="1400" b="1" dirty="0">
                <a:solidFill>
                  <a:srgbClr val="0F469B"/>
                </a:solidFill>
                <a:latin typeface="+mj-lt"/>
                <a:cs typeface="Calibri"/>
              </a:rPr>
              <a:t>a</a:t>
            </a:r>
            <a:endParaRPr sz="1400">
              <a:latin typeface="+mj-lt"/>
              <a:cs typeface="Calibri"/>
            </a:endParaRPr>
          </a:p>
        </p:txBody>
      </p:sp>
      <p:grpSp>
        <p:nvGrpSpPr>
          <p:cNvPr id="216" name="object 216"/>
          <p:cNvGrpSpPr/>
          <p:nvPr/>
        </p:nvGrpSpPr>
        <p:grpSpPr>
          <a:xfrm>
            <a:off x="510540" y="2141220"/>
            <a:ext cx="11664950" cy="4188460"/>
            <a:chOff x="510540" y="2141220"/>
            <a:chExt cx="11664950" cy="4188460"/>
          </a:xfrm>
        </p:grpSpPr>
        <p:pic>
          <p:nvPicPr>
            <p:cNvPr id="217" name="object 217"/>
            <p:cNvPicPr/>
            <p:nvPr/>
          </p:nvPicPr>
          <p:blipFill>
            <a:blip r:embed="rId97" cstate="print"/>
            <a:stretch>
              <a:fillRect/>
            </a:stretch>
          </p:blipFill>
          <p:spPr>
            <a:xfrm>
              <a:off x="841248" y="2849854"/>
              <a:ext cx="382485" cy="135534"/>
            </a:xfrm>
            <a:prstGeom prst="rect">
              <a:avLst/>
            </a:prstGeom>
          </p:spPr>
        </p:pic>
        <p:sp>
          <p:nvSpPr>
            <p:cNvPr id="218" name="object 218"/>
            <p:cNvSpPr/>
            <p:nvPr/>
          </p:nvSpPr>
          <p:spPr>
            <a:xfrm>
              <a:off x="906780" y="2900172"/>
              <a:ext cx="251460" cy="0"/>
            </a:xfrm>
            <a:custGeom>
              <a:avLst/>
              <a:gdLst/>
              <a:ahLst/>
              <a:cxnLst/>
              <a:rect l="l" t="t" r="r" b="b"/>
              <a:pathLst>
                <a:path w="251459">
                  <a:moveTo>
                    <a:pt x="0" y="0"/>
                  </a:moveTo>
                  <a:lnTo>
                    <a:pt x="251053" y="0"/>
                  </a:lnTo>
                </a:path>
              </a:pathLst>
            </a:custGeom>
            <a:ln w="9525">
              <a:solidFill>
                <a:srgbClr val="497DBA"/>
              </a:solidFill>
            </a:ln>
          </p:spPr>
          <p:txBody>
            <a:bodyPr wrap="square" lIns="0" tIns="0" rIns="0" bIns="0" rtlCol="0"/>
            <a:lstStyle/>
            <a:p>
              <a:endParaRPr>
                <a:latin typeface="+mj-lt"/>
              </a:endParaRPr>
            </a:p>
          </p:txBody>
        </p:sp>
        <p:pic>
          <p:nvPicPr>
            <p:cNvPr id="219" name="object 219"/>
            <p:cNvPicPr/>
            <p:nvPr/>
          </p:nvPicPr>
          <p:blipFill>
            <a:blip r:embed="rId98" cstate="print"/>
            <a:stretch>
              <a:fillRect/>
            </a:stretch>
          </p:blipFill>
          <p:spPr>
            <a:xfrm>
              <a:off x="833628" y="2854452"/>
              <a:ext cx="135534" cy="2090928"/>
            </a:xfrm>
            <a:prstGeom prst="rect">
              <a:avLst/>
            </a:prstGeom>
          </p:spPr>
        </p:pic>
        <p:sp>
          <p:nvSpPr>
            <p:cNvPr id="220" name="object 220"/>
            <p:cNvSpPr/>
            <p:nvPr/>
          </p:nvSpPr>
          <p:spPr>
            <a:xfrm>
              <a:off x="903731" y="2904744"/>
              <a:ext cx="0" cy="1959610"/>
            </a:xfrm>
            <a:custGeom>
              <a:avLst/>
              <a:gdLst/>
              <a:ahLst/>
              <a:cxnLst/>
              <a:rect l="l" t="t" r="r" b="b"/>
              <a:pathLst>
                <a:path h="1959610">
                  <a:moveTo>
                    <a:pt x="0" y="1959482"/>
                  </a:moveTo>
                  <a:lnTo>
                    <a:pt x="0" y="0"/>
                  </a:lnTo>
                </a:path>
              </a:pathLst>
            </a:custGeom>
            <a:ln w="9525">
              <a:solidFill>
                <a:srgbClr val="497DBA"/>
              </a:solidFill>
            </a:ln>
          </p:spPr>
          <p:txBody>
            <a:bodyPr wrap="square" lIns="0" tIns="0" rIns="0" bIns="0" rtlCol="0"/>
            <a:lstStyle/>
            <a:p>
              <a:endParaRPr>
                <a:latin typeface="+mj-lt"/>
              </a:endParaRPr>
            </a:p>
          </p:txBody>
        </p:sp>
        <p:pic>
          <p:nvPicPr>
            <p:cNvPr id="221" name="object 221"/>
            <p:cNvPicPr/>
            <p:nvPr/>
          </p:nvPicPr>
          <p:blipFill>
            <a:blip r:embed="rId99" cstate="print"/>
            <a:stretch>
              <a:fillRect/>
            </a:stretch>
          </p:blipFill>
          <p:spPr>
            <a:xfrm>
              <a:off x="836676" y="4270222"/>
              <a:ext cx="656818" cy="135534"/>
            </a:xfrm>
            <a:prstGeom prst="rect">
              <a:avLst/>
            </a:prstGeom>
          </p:spPr>
        </p:pic>
        <p:sp>
          <p:nvSpPr>
            <p:cNvPr id="222" name="object 222"/>
            <p:cNvSpPr/>
            <p:nvPr/>
          </p:nvSpPr>
          <p:spPr>
            <a:xfrm>
              <a:off x="906780" y="4320540"/>
              <a:ext cx="525780" cy="0"/>
            </a:xfrm>
            <a:custGeom>
              <a:avLst/>
              <a:gdLst/>
              <a:ahLst/>
              <a:cxnLst/>
              <a:rect l="l" t="t" r="r" b="b"/>
              <a:pathLst>
                <a:path w="525780">
                  <a:moveTo>
                    <a:pt x="525779" y="0"/>
                  </a:moveTo>
                  <a:lnTo>
                    <a:pt x="0" y="0"/>
                  </a:lnTo>
                </a:path>
              </a:pathLst>
            </a:custGeom>
            <a:ln w="9525">
              <a:solidFill>
                <a:srgbClr val="497DBA"/>
              </a:solidFill>
            </a:ln>
          </p:spPr>
          <p:txBody>
            <a:bodyPr wrap="square" lIns="0" tIns="0" rIns="0" bIns="0" rtlCol="0"/>
            <a:lstStyle/>
            <a:p>
              <a:endParaRPr>
                <a:latin typeface="+mj-lt"/>
              </a:endParaRPr>
            </a:p>
          </p:txBody>
        </p:sp>
        <p:pic>
          <p:nvPicPr>
            <p:cNvPr id="223" name="object 223"/>
            <p:cNvPicPr/>
            <p:nvPr/>
          </p:nvPicPr>
          <p:blipFill>
            <a:blip r:embed="rId100" cstate="print"/>
            <a:stretch>
              <a:fillRect/>
            </a:stretch>
          </p:blipFill>
          <p:spPr>
            <a:xfrm>
              <a:off x="510540" y="3476244"/>
              <a:ext cx="335279" cy="327659"/>
            </a:xfrm>
            <a:prstGeom prst="rect">
              <a:avLst/>
            </a:prstGeom>
          </p:spPr>
        </p:pic>
        <p:pic>
          <p:nvPicPr>
            <p:cNvPr id="224" name="object 224"/>
            <p:cNvPicPr/>
            <p:nvPr/>
          </p:nvPicPr>
          <p:blipFill>
            <a:blip r:embed="rId101" cstate="print"/>
            <a:stretch>
              <a:fillRect/>
            </a:stretch>
          </p:blipFill>
          <p:spPr>
            <a:xfrm>
              <a:off x="2296668" y="3476244"/>
              <a:ext cx="265175" cy="338327"/>
            </a:xfrm>
            <a:prstGeom prst="rect">
              <a:avLst/>
            </a:prstGeom>
          </p:spPr>
        </p:pic>
        <p:pic>
          <p:nvPicPr>
            <p:cNvPr id="225" name="object 225"/>
            <p:cNvPicPr/>
            <p:nvPr/>
          </p:nvPicPr>
          <p:blipFill>
            <a:blip r:embed="rId102" cstate="print"/>
            <a:stretch>
              <a:fillRect/>
            </a:stretch>
          </p:blipFill>
          <p:spPr>
            <a:xfrm>
              <a:off x="11053650" y="3131820"/>
              <a:ext cx="554577" cy="548639"/>
            </a:xfrm>
            <a:prstGeom prst="rect">
              <a:avLst/>
            </a:prstGeom>
          </p:spPr>
        </p:pic>
        <p:pic>
          <p:nvPicPr>
            <p:cNvPr id="226" name="object 226"/>
            <p:cNvPicPr/>
            <p:nvPr/>
          </p:nvPicPr>
          <p:blipFill>
            <a:blip r:embed="rId83" cstate="print"/>
            <a:stretch>
              <a:fillRect/>
            </a:stretch>
          </p:blipFill>
          <p:spPr>
            <a:xfrm>
              <a:off x="3327082" y="4649724"/>
              <a:ext cx="180784" cy="222504"/>
            </a:xfrm>
            <a:prstGeom prst="rect">
              <a:avLst/>
            </a:prstGeom>
          </p:spPr>
        </p:pic>
        <p:pic>
          <p:nvPicPr>
            <p:cNvPr id="227" name="object 227"/>
            <p:cNvPicPr/>
            <p:nvPr/>
          </p:nvPicPr>
          <p:blipFill>
            <a:blip r:embed="rId83" cstate="print"/>
            <a:stretch>
              <a:fillRect/>
            </a:stretch>
          </p:blipFill>
          <p:spPr>
            <a:xfrm>
              <a:off x="8594026" y="5036820"/>
              <a:ext cx="180784" cy="222504"/>
            </a:xfrm>
            <a:prstGeom prst="rect">
              <a:avLst/>
            </a:prstGeom>
          </p:spPr>
        </p:pic>
        <p:pic>
          <p:nvPicPr>
            <p:cNvPr id="228" name="object 228"/>
            <p:cNvPicPr/>
            <p:nvPr/>
          </p:nvPicPr>
          <p:blipFill>
            <a:blip r:embed="rId103" cstate="print"/>
            <a:stretch>
              <a:fillRect/>
            </a:stretch>
          </p:blipFill>
          <p:spPr>
            <a:xfrm>
              <a:off x="8519159" y="2141220"/>
              <a:ext cx="388620" cy="748284"/>
            </a:xfrm>
            <a:prstGeom prst="rect">
              <a:avLst/>
            </a:prstGeom>
          </p:spPr>
        </p:pic>
        <p:pic>
          <p:nvPicPr>
            <p:cNvPr id="229" name="object 229"/>
            <p:cNvPicPr/>
            <p:nvPr/>
          </p:nvPicPr>
          <p:blipFill>
            <a:blip r:embed="rId104" cstate="print"/>
            <a:stretch>
              <a:fillRect/>
            </a:stretch>
          </p:blipFill>
          <p:spPr>
            <a:xfrm>
              <a:off x="8532875" y="3180588"/>
              <a:ext cx="381000" cy="379475"/>
            </a:xfrm>
            <a:prstGeom prst="rect">
              <a:avLst/>
            </a:prstGeom>
          </p:spPr>
        </p:pic>
        <p:sp>
          <p:nvSpPr>
            <p:cNvPr id="230" name="object 230"/>
            <p:cNvSpPr/>
            <p:nvPr/>
          </p:nvSpPr>
          <p:spPr>
            <a:xfrm>
              <a:off x="10281666" y="5849873"/>
              <a:ext cx="538480" cy="207645"/>
            </a:xfrm>
            <a:custGeom>
              <a:avLst/>
              <a:gdLst/>
              <a:ahLst/>
              <a:cxnLst/>
              <a:rect l="l" t="t" r="r" b="b"/>
              <a:pathLst>
                <a:path w="538479" h="207645">
                  <a:moveTo>
                    <a:pt x="6476" y="51815"/>
                  </a:moveTo>
                  <a:lnTo>
                    <a:pt x="0" y="51815"/>
                  </a:lnTo>
                  <a:lnTo>
                    <a:pt x="0" y="155447"/>
                  </a:lnTo>
                  <a:lnTo>
                    <a:pt x="6476" y="155447"/>
                  </a:lnTo>
                  <a:lnTo>
                    <a:pt x="6476" y="51815"/>
                  </a:lnTo>
                  <a:close/>
                </a:path>
                <a:path w="538479" h="207645">
                  <a:moveTo>
                    <a:pt x="25907" y="51815"/>
                  </a:moveTo>
                  <a:lnTo>
                    <a:pt x="12953" y="51815"/>
                  </a:lnTo>
                  <a:lnTo>
                    <a:pt x="12953" y="155447"/>
                  </a:lnTo>
                  <a:lnTo>
                    <a:pt x="25907" y="155447"/>
                  </a:lnTo>
                  <a:lnTo>
                    <a:pt x="25907" y="51815"/>
                  </a:lnTo>
                  <a:close/>
                </a:path>
                <a:path w="538479" h="207645">
                  <a:moveTo>
                    <a:pt x="434339" y="0"/>
                  </a:moveTo>
                  <a:lnTo>
                    <a:pt x="434339" y="51815"/>
                  </a:lnTo>
                  <a:lnTo>
                    <a:pt x="32384" y="51815"/>
                  </a:lnTo>
                  <a:lnTo>
                    <a:pt x="32384" y="155447"/>
                  </a:lnTo>
                  <a:lnTo>
                    <a:pt x="434339" y="155447"/>
                  </a:lnTo>
                  <a:lnTo>
                    <a:pt x="434339" y="207263"/>
                  </a:lnTo>
                  <a:lnTo>
                    <a:pt x="537972" y="103631"/>
                  </a:lnTo>
                  <a:lnTo>
                    <a:pt x="434339" y="0"/>
                  </a:lnTo>
                  <a:close/>
                </a:path>
              </a:pathLst>
            </a:custGeom>
            <a:solidFill>
              <a:srgbClr val="4AACC5"/>
            </a:solidFill>
          </p:spPr>
          <p:txBody>
            <a:bodyPr wrap="square" lIns="0" tIns="0" rIns="0" bIns="0" rtlCol="0"/>
            <a:lstStyle/>
            <a:p>
              <a:endParaRPr>
                <a:latin typeface="+mj-lt"/>
              </a:endParaRPr>
            </a:p>
          </p:txBody>
        </p:sp>
        <p:sp>
          <p:nvSpPr>
            <p:cNvPr id="231" name="object 231"/>
            <p:cNvSpPr/>
            <p:nvPr/>
          </p:nvSpPr>
          <p:spPr>
            <a:xfrm>
              <a:off x="10281666" y="5849873"/>
              <a:ext cx="538480" cy="207645"/>
            </a:xfrm>
            <a:custGeom>
              <a:avLst/>
              <a:gdLst/>
              <a:ahLst/>
              <a:cxnLst/>
              <a:rect l="l" t="t" r="r" b="b"/>
              <a:pathLst>
                <a:path w="538479" h="207645">
                  <a:moveTo>
                    <a:pt x="0" y="51815"/>
                  </a:moveTo>
                  <a:lnTo>
                    <a:pt x="6476" y="51815"/>
                  </a:lnTo>
                  <a:lnTo>
                    <a:pt x="6476" y="155447"/>
                  </a:lnTo>
                  <a:lnTo>
                    <a:pt x="0" y="155447"/>
                  </a:lnTo>
                  <a:lnTo>
                    <a:pt x="0" y="51815"/>
                  </a:lnTo>
                  <a:close/>
                </a:path>
                <a:path w="538479" h="207645">
                  <a:moveTo>
                    <a:pt x="12953" y="51815"/>
                  </a:moveTo>
                  <a:lnTo>
                    <a:pt x="25907" y="51815"/>
                  </a:lnTo>
                  <a:lnTo>
                    <a:pt x="25907" y="155447"/>
                  </a:lnTo>
                  <a:lnTo>
                    <a:pt x="12953" y="155447"/>
                  </a:lnTo>
                  <a:lnTo>
                    <a:pt x="12953" y="51815"/>
                  </a:lnTo>
                  <a:close/>
                </a:path>
                <a:path w="538479" h="207645">
                  <a:moveTo>
                    <a:pt x="32384" y="51815"/>
                  </a:moveTo>
                  <a:lnTo>
                    <a:pt x="434339" y="51815"/>
                  </a:lnTo>
                  <a:lnTo>
                    <a:pt x="434339" y="0"/>
                  </a:lnTo>
                  <a:lnTo>
                    <a:pt x="537972" y="103631"/>
                  </a:lnTo>
                  <a:lnTo>
                    <a:pt x="434339" y="207263"/>
                  </a:lnTo>
                  <a:lnTo>
                    <a:pt x="434339" y="155447"/>
                  </a:lnTo>
                  <a:lnTo>
                    <a:pt x="32384" y="155447"/>
                  </a:lnTo>
                  <a:lnTo>
                    <a:pt x="32384" y="51815"/>
                  </a:lnTo>
                  <a:close/>
                </a:path>
              </a:pathLst>
            </a:custGeom>
            <a:ln w="25400">
              <a:solidFill>
                <a:srgbClr val="357C91"/>
              </a:solidFill>
            </a:ln>
          </p:spPr>
          <p:txBody>
            <a:bodyPr wrap="square" lIns="0" tIns="0" rIns="0" bIns="0" rtlCol="0"/>
            <a:lstStyle/>
            <a:p>
              <a:endParaRPr>
                <a:latin typeface="+mj-lt"/>
              </a:endParaRPr>
            </a:p>
          </p:txBody>
        </p:sp>
        <p:pic>
          <p:nvPicPr>
            <p:cNvPr id="232" name="object 232"/>
            <p:cNvPicPr/>
            <p:nvPr/>
          </p:nvPicPr>
          <p:blipFill>
            <a:blip r:embed="rId105" cstate="print"/>
            <a:stretch>
              <a:fillRect/>
            </a:stretch>
          </p:blipFill>
          <p:spPr>
            <a:xfrm>
              <a:off x="10841714" y="5600616"/>
              <a:ext cx="1258867" cy="643307"/>
            </a:xfrm>
            <a:prstGeom prst="rect">
              <a:avLst/>
            </a:prstGeom>
          </p:spPr>
        </p:pic>
        <p:pic>
          <p:nvPicPr>
            <p:cNvPr id="233" name="object 233"/>
            <p:cNvPicPr/>
            <p:nvPr/>
          </p:nvPicPr>
          <p:blipFill>
            <a:blip r:embed="rId106" cstate="print"/>
            <a:stretch>
              <a:fillRect/>
            </a:stretch>
          </p:blipFill>
          <p:spPr>
            <a:xfrm>
              <a:off x="10823447" y="5577840"/>
              <a:ext cx="1351788" cy="751344"/>
            </a:xfrm>
            <a:prstGeom prst="rect">
              <a:avLst/>
            </a:prstGeom>
          </p:spPr>
        </p:pic>
        <p:pic>
          <p:nvPicPr>
            <p:cNvPr id="234" name="object 234"/>
            <p:cNvPicPr/>
            <p:nvPr/>
          </p:nvPicPr>
          <p:blipFill>
            <a:blip r:embed="rId107" cstate="print"/>
            <a:stretch>
              <a:fillRect/>
            </a:stretch>
          </p:blipFill>
          <p:spPr>
            <a:xfrm>
              <a:off x="10879835" y="5618988"/>
              <a:ext cx="1187196" cy="571500"/>
            </a:xfrm>
            <a:prstGeom prst="rect">
              <a:avLst/>
            </a:prstGeom>
          </p:spPr>
        </p:pic>
        <p:sp>
          <p:nvSpPr>
            <p:cNvPr id="235" name="object 235"/>
            <p:cNvSpPr/>
            <p:nvPr/>
          </p:nvSpPr>
          <p:spPr>
            <a:xfrm>
              <a:off x="10879835" y="5618988"/>
              <a:ext cx="1187450" cy="571500"/>
            </a:xfrm>
            <a:custGeom>
              <a:avLst/>
              <a:gdLst/>
              <a:ahLst/>
              <a:cxnLst/>
              <a:rect l="l" t="t" r="r" b="b"/>
              <a:pathLst>
                <a:path w="1187450" h="571500">
                  <a:moveTo>
                    <a:pt x="0" y="95250"/>
                  </a:moveTo>
                  <a:lnTo>
                    <a:pt x="7489" y="58175"/>
                  </a:lnTo>
                  <a:lnTo>
                    <a:pt x="27908" y="27898"/>
                  </a:lnTo>
                  <a:lnTo>
                    <a:pt x="58185" y="7485"/>
                  </a:lnTo>
                  <a:lnTo>
                    <a:pt x="95250" y="0"/>
                  </a:lnTo>
                  <a:lnTo>
                    <a:pt x="1091946" y="0"/>
                  </a:lnTo>
                  <a:lnTo>
                    <a:pt x="1129010" y="7485"/>
                  </a:lnTo>
                  <a:lnTo>
                    <a:pt x="1159287" y="27898"/>
                  </a:lnTo>
                  <a:lnTo>
                    <a:pt x="1179706" y="58175"/>
                  </a:lnTo>
                  <a:lnTo>
                    <a:pt x="1187196" y="95250"/>
                  </a:lnTo>
                  <a:lnTo>
                    <a:pt x="1187196" y="476250"/>
                  </a:lnTo>
                  <a:lnTo>
                    <a:pt x="1179706" y="513324"/>
                  </a:lnTo>
                  <a:lnTo>
                    <a:pt x="1159287" y="543601"/>
                  </a:lnTo>
                  <a:lnTo>
                    <a:pt x="1129010" y="564014"/>
                  </a:lnTo>
                  <a:lnTo>
                    <a:pt x="1091946" y="571500"/>
                  </a:lnTo>
                  <a:lnTo>
                    <a:pt x="95250" y="571500"/>
                  </a:lnTo>
                  <a:lnTo>
                    <a:pt x="58185" y="564014"/>
                  </a:lnTo>
                  <a:lnTo>
                    <a:pt x="27908" y="543601"/>
                  </a:lnTo>
                  <a:lnTo>
                    <a:pt x="7489" y="513324"/>
                  </a:lnTo>
                  <a:lnTo>
                    <a:pt x="0" y="476250"/>
                  </a:lnTo>
                  <a:lnTo>
                    <a:pt x="0" y="95250"/>
                  </a:lnTo>
                  <a:close/>
                </a:path>
              </a:pathLst>
            </a:custGeom>
            <a:ln w="9525">
              <a:solidFill>
                <a:srgbClr val="46AAC5"/>
              </a:solidFill>
            </a:ln>
          </p:spPr>
          <p:txBody>
            <a:bodyPr wrap="square" lIns="0" tIns="0" rIns="0" bIns="0" rtlCol="0"/>
            <a:lstStyle/>
            <a:p>
              <a:endParaRPr>
                <a:latin typeface="+mj-lt"/>
              </a:endParaRPr>
            </a:p>
          </p:txBody>
        </p:sp>
      </p:grpSp>
      <p:sp>
        <p:nvSpPr>
          <p:cNvPr id="236" name="object 236"/>
          <p:cNvSpPr txBox="1"/>
          <p:nvPr/>
        </p:nvSpPr>
        <p:spPr>
          <a:xfrm>
            <a:off x="1886013" y="4928742"/>
            <a:ext cx="354965" cy="228268"/>
          </a:xfrm>
          <a:prstGeom prst="rect">
            <a:avLst/>
          </a:prstGeom>
        </p:spPr>
        <p:txBody>
          <a:bodyPr vert="horz" wrap="square" lIns="0" tIns="12700" rIns="0" bIns="0" rtlCol="0">
            <a:spAutoFit/>
          </a:bodyPr>
          <a:lstStyle/>
          <a:p>
            <a:pPr marL="12700">
              <a:lnSpc>
                <a:spcPct val="100000"/>
              </a:lnSpc>
              <a:spcBef>
                <a:spcPts val="100"/>
              </a:spcBef>
              <a:tabLst>
                <a:tab pos="341630" algn="l"/>
              </a:tabLst>
            </a:pPr>
            <a:r>
              <a:rPr sz="1400" b="1" u="sng" dirty="0">
                <a:solidFill>
                  <a:srgbClr val="0F469B"/>
                </a:solidFill>
                <a:uFill>
                  <a:solidFill>
                    <a:srgbClr val="497DBA"/>
                  </a:solidFill>
                </a:uFill>
                <a:latin typeface="+mj-lt"/>
                <a:cs typeface="Calibri"/>
              </a:rPr>
              <a:t> 	</a:t>
            </a:r>
            <a:endParaRPr sz="1400">
              <a:latin typeface="+mj-lt"/>
              <a:cs typeface="Calibri"/>
            </a:endParaRPr>
          </a:p>
        </p:txBody>
      </p:sp>
      <p:sp>
        <p:nvSpPr>
          <p:cNvPr id="237" name="object 237"/>
          <p:cNvSpPr txBox="1">
            <a:spLocks noGrp="1"/>
          </p:cNvSpPr>
          <p:nvPr>
            <p:ph type="title"/>
          </p:nvPr>
        </p:nvSpPr>
        <p:spPr>
          <a:xfrm>
            <a:off x="351231" y="277749"/>
            <a:ext cx="6250940" cy="376555"/>
          </a:xfrm>
          <a:prstGeom prst="rect">
            <a:avLst/>
          </a:prstGeom>
        </p:spPr>
        <p:txBody>
          <a:bodyPr vert="horz" wrap="square" lIns="0" tIns="12700" rIns="0" bIns="0" rtlCol="0">
            <a:spAutoFit/>
          </a:bodyPr>
          <a:lstStyle/>
          <a:p>
            <a:pPr marL="12700">
              <a:lnSpc>
                <a:spcPct val="100000"/>
              </a:lnSpc>
              <a:spcBef>
                <a:spcPts val="100"/>
              </a:spcBef>
            </a:pPr>
            <a:r>
              <a:rPr sz="2300" spc="-145" dirty="0">
                <a:solidFill>
                  <a:srgbClr val="0F469B"/>
                </a:solidFill>
                <a:latin typeface="+mj-lt"/>
              </a:rPr>
              <a:t>Sa</a:t>
            </a:r>
            <a:r>
              <a:rPr sz="2300" spc="-150" dirty="0">
                <a:solidFill>
                  <a:srgbClr val="0F469B"/>
                </a:solidFill>
                <a:latin typeface="+mj-lt"/>
              </a:rPr>
              <a:t>m</a:t>
            </a:r>
            <a:r>
              <a:rPr sz="2300" spc="-145" dirty="0">
                <a:solidFill>
                  <a:srgbClr val="0F469B"/>
                </a:solidFill>
                <a:latin typeface="+mj-lt"/>
              </a:rPr>
              <a:t>p</a:t>
            </a:r>
            <a:r>
              <a:rPr sz="2300" spc="-150" dirty="0">
                <a:solidFill>
                  <a:srgbClr val="0F469B"/>
                </a:solidFill>
                <a:latin typeface="+mj-lt"/>
              </a:rPr>
              <a:t>l</a:t>
            </a:r>
            <a:r>
              <a:rPr sz="2300" dirty="0">
                <a:solidFill>
                  <a:srgbClr val="0F469B"/>
                </a:solidFill>
                <a:latin typeface="+mj-lt"/>
              </a:rPr>
              <a:t>e</a:t>
            </a:r>
            <a:r>
              <a:rPr sz="2300" spc="-290" dirty="0">
                <a:solidFill>
                  <a:srgbClr val="0F469B"/>
                </a:solidFill>
                <a:latin typeface="+mj-lt"/>
              </a:rPr>
              <a:t> </a:t>
            </a:r>
            <a:r>
              <a:rPr sz="2300" spc="-145" dirty="0">
                <a:solidFill>
                  <a:srgbClr val="0F469B"/>
                </a:solidFill>
                <a:latin typeface="+mj-lt"/>
              </a:rPr>
              <a:t>D</a:t>
            </a:r>
            <a:r>
              <a:rPr sz="2300" spc="-170" dirty="0">
                <a:solidFill>
                  <a:srgbClr val="0F469B"/>
                </a:solidFill>
                <a:latin typeface="+mj-lt"/>
              </a:rPr>
              <a:t>a</a:t>
            </a:r>
            <a:r>
              <a:rPr sz="2300" spc="-165" dirty="0">
                <a:solidFill>
                  <a:srgbClr val="0F469B"/>
                </a:solidFill>
                <a:latin typeface="+mj-lt"/>
              </a:rPr>
              <a:t>t</a:t>
            </a:r>
            <a:r>
              <a:rPr sz="2300" dirty="0">
                <a:solidFill>
                  <a:srgbClr val="0F469B"/>
                </a:solidFill>
                <a:latin typeface="+mj-lt"/>
              </a:rPr>
              <a:t>a</a:t>
            </a:r>
            <a:r>
              <a:rPr sz="2300" spc="-295" dirty="0">
                <a:solidFill>
                  <a:srgbClr val="0F469B"/>
                </a:solidFill>
                <a:latin typeface="+mj-lt"/>
              </a:rPr>
              <a:t> </a:t>
            </a:r>
            <a:r>
              <a:rPr sz="2300" spc="-145" dirty="0">
                <a:solidFill>
                  <a:srgbClr val="0F469B"/>
                </a:solidFill>
                <a:latin typeface="+mj-lt"/>
              </a:rPr>
              <a:t>Ha</a:t>
            </a:r>
            <a:r>
              <a:rPr sz="2300" spc="-150" dirty="0">
                <a:solidFill>
                  <a:srgbClr val="0F469B"/>
                </a:solidFill>
                <a:latin typeface="+mj-lt"/>
              </a:rPr>
              <a:t>rmo</a:t>
            </a:r>
            <a:r>
              <a:rPr sz="2300" spc="-145" dirty="0">
                <a:solidFill>
                  <a:srgbClr val="0F469B"/>
                </a:solidFill>
                <a:latin typeface="+mj-lt"/>
              </a:rPr>
              <a:t>n</a:t>
            </a:r>
            <a:r>
              <a:rPr sz="2300" spc="-150" dirty="0">
                <a:solidFill>
                  <a:srgbClr val="0F469B"/>
                </a:solidFill>
                <a:latin typeface="+mj-lt"/>
              </a:rPr>
              <a:t>i</a:t>
            </a:r>
            <a:r>
              <a:rPr sz="2300" spc="-175" dirty="0">
                <a:solidFill>
                  <a:srgbClr val="0F469B"/>
                </a:solidFill>
                <a:latin typeface="+mj-lt"/>
              </a:rPr>
              <a:t>z</a:t>
            </a:r>
            <a:r>
              <a:rPr sz="2300" spc="-170" dirty="0">
                <a:solidFill>
                  <a:srgbClr val="0F469B"/>
                </a:solidFill>
                <a:latin typeface="+mj-lt"/>
              </a:rPr>
              <a:t>a</a:t>
            </a:r>
            <a:r>
              <a:rPr sz="2300" spc="-140" dirty="0">
                <a:solidFill>
                  <a:srgbClr val="0F469B"/>
                </a:solidFill>
                <a:latin typeface="+mj-lt"/>
              </a:rPr>
              <a:t>t</a:t>
            </a:r>
            <a:r>
              <a:rPr sz="2300" spc="-150" dirty="0">
                <a:solidFill>
                  <a:srgbClr val="0F469B"/>
                </a:solidFill>
                <a:latin typeface="+mj-lt"/>
              </a:rPr>
              <a:t>io</a:t>
            </a:r>
            <a:r>
              <a:rPr sz="2300" spc="-145" dirty="0">
                <a:solidFill>
                  <a:srgbClr val="0F469B"/>
                </a:solidFill>
                <a:latin typeface="+mj-lt"/>
              </a:rPr>
              <a:t>n</a:t>
            </a:r>
            <a:r>
              <a:rPr sz="2300" spc="-140" dirty="0">
                <a:solidFill>
                  <a:srgbClr val="0F469B"/>
                </a:solidFill>
                <a:latin typeface="+mj-lt"/>
              </a:rPr>
              <a:t>/C</a:t>
            </a:r>
            <a:r>
              <a:rPr sz="2300" spc="-150" dirty="0">
                <a:solidFill>
                  <a:srgbClr val="0F469B"/>
                </a:solidFill>
                <a:latin typeface="+mj-lt"/>
              </a:rPr>
              <a:t>l</a:t>
            </a:r>
            <a:r>
              <a:rPr sz="2300" spc="-140" dirty="0">
                <a:solidFill>
                  <a:srgbClr val="0F469B"/>
                </a:solidFill>
                <a:latin typeface="+mj-lt"/>
              </a:rPr>
              <a:t>e</a:t>
            </a:r>
            <a:r>
              <a:rPr sz="2300" spc="-145" dirty="0">
                <a:solidFill>
                  <a:srgbClr val="0F469B"/>
                </a:solidFill>
                <a:latin typeface="+mj-lt"/>
              </a:rPr>
              <a:t>an</a:t>
            </a:r>
            <a:r>
              <a:rPr sz="2300" spc="-140" dirty="0">
                <a:solidFill>
                  <a:srgbClr val="0F469B"/>
                </a:solidFill>
                <a:latin typeface="+mj-lt"/>
              </a:rPr>
              <a:t>s</a:t>
            </a:r>
            <a:r>
              <a:rPr sz="2300" spc="-150" dirty="0">
                <a:solidFill>
                  <a:srgbClr val="0F469B"/>
                </a:solidFill>
                <a:latin typeface="+mj-lt"/>
              </a:rPr>
              <a:t>i</a:t>
            </a:r>
            <a:r>
              <a:rPr sz="2300" spc="-145" dirty="0">
                <a:solidFill>
                  <a:srgbClr val="0F469B"/>
                </a:solidFill>
                <a:latin typeface="+mj-lt"/>
              </a:rPr>
              <a:t>n</a:t>
            </a:r>
            <a:r>
              <a:rPr sz="2300" dirty="0">
                <a:solidFill>
                  <a:srgbClr val="0F469B"/>
                </a:solidFill>
                <a:latin typeface="+mj-lt"/>
              </a:rPr>
              <a:t>g</a:t>
            </a:r>
            <a:r>
              <a:rPr sz="2300" spc="-310" dirty="0">
                <a:solidFill>
                  <a:srgbClr val="0F469B"/>
                </a:solidFill>
                <a:latin typeface="+mj-lt"/>
              </a:rPr>
              <a:t> </a:t>
            </a:r>
            <a:r>
              <a:rPr sz="2300" spc="-150" dirty="0">
                <a:solidFill>
                  <a:srgbClr val="0F469B"/>
                </a:solidFill>
                <a:latin typeface="+mj-lt"/>
              </a:rPr>
              <a:t>P</a:t>
            </a:r>
            <a:r>
              <a:rPr sz="2300" spc="-175" dirty="0">
                <a:solidFill>
                  <a:srgbClr val="0F469B"/>
                </a:solidFill>
                <a:latin typeface="+mj-lt"/>
              </a:rPr>
              <a:t>r</a:t>
            </a:r>
            <a:r>
              <a:rPr sz="2300" spc="-150" dirty="0">
                <a:solidFill>
                  <a:srgbClr val="0F469B"/>
                </a:solidFill>
                <a:latin typeface="+mj-lt"/>
              </a:rPr>
              <a:t>oc</a:t>
            </a:r>
            <a:r>
              <a:rPr sz="2300" spc="-140" dirty="0">
                <a:solidFill>
                  <a:srgbClr val="0F469B"/>
                </a:solidFill>
                <a:latin typeface="+mj-lt"/>
              </a:rPr>
              <a:t>es</a:t>
            </a:r>
            <a:r>
              <a:rPr sz="2300" dirty="0">
                <a:solidFill>
                  <a:srgbClr val="0F469B"/>
                </a:solidFill>
                <a:latin typeface="+mj-lt"/>
              </a:rPr>
              <a:t>s</a:t>
            </a:r>
            <a:r>
              <a:rPr sz="2300" spc="-305" dirty="0">
                <a:solidFill>
                  <a:srgbClr val="0F469B"/>
                </a:solidFill>
                <a:latin typeface="+mj-lt"/>
              </a:rPr>
              <a:t> </a:t>
            </a:r>
            <a:r>
              <a:rPr sz="2300" spc="-145" dirty="0">
                <a:solidFill>
                  <a:srgbClr val="0F469B"/>
                </a:solidFill>
                <a:latin typeface="+mj-lt"/>
              </a:rPr>
              <a:t>(M</a:t>
            </a:r>
            <a:r>
              <a:rPr sz="2300" spc="-170" dirty="0">
                <a:solidFill>
                  <a:srgbClr val="0F469B"/>
                </a:solidFill>
                <a:latin typeface="+mj-lt"/>
              </a:rPr>
              <a:t>a</a:t>
            </a:r>
            <a:r>
              <a:rPr sz="2300" spc="-175" dirty="0">
                <a:solidFill>
                  <a:srgbClr val="0F469B"/>
                </a:solidFill>
                <a:latin typeface="+mj-lt"/>
              </a:rPr>
              <a:t>t</a:t>
            </a:r>
            <a:r>
              <a:rPr sz="2300" spc="-140" dirty="0">
                <a:solidFill>
                  <a:srgbClr val="0F469B"/>
                </a:solidFill>
                <a:latin typeface="+mj-lt"/>
              </a:rPr>
              <a:t>e</a:t>
            </a:r>
            <a:r>
              <a:rPr sz="2300" spc="-150" dirty="0">
                <a:solidFill>
                  <a:srgbClr val="0F469B"/>
                </a:solidFill>
                <a:latin typeface="+mj-lt"/>
              </a:rPr>
              <a:t>r</a:t>
            </a:r>
            <a:r>
              <a:rPr sz="2300" spc="-160" dirty="0">
                <a:solidFill>
                  <a:srgbClr val="0F469B"/>
                </a:solidFill>
                <a:latin typeface="+mj-lt"/>
              </a:rPr>
              <a:t>i</a:t>
            </a:r>
            <a:r>
              <a:rPr sz="2300" spc="-145" dirty="0">
                <a:solidFill>
                  <a:srgbClr val="0F469B"/>
                </a:solidFill>
                <a:latin typeface="+mj-lt"/>
              </a:rPr>
              <a:t>a</a:t>
            </a:r>
            <a:r>
              <a:rPr sz="2300" spc="-150" dirty="0">
                <a:solidFill>
                  <a:srgbClr val="0F469B"/>
                </a:solidFill>
                <a:latin typeface="+mj-lt"/>
              </a:rPr>
              <a:t>l</a:t>
            </a:r>
            <a:r>
              <a:rPr sz="2300" spc="-155" dirty="0">
                <a:solidFill>
                  <a:srgbClr val="0F469B"/>
                </a:solidFill>
                <a:latin typeface="+mj-lt"/>
              </a:rPr>
              <a:t>)</a:t>
            </a:r>
            <a:r>
              <a:rPr sz="2300" spc="-140" dirty="0">
                <a:solidFill>
                  <a:srgbClr val="0F469B"/>
                </a:solidFill>
                <a:latin typeface="+mj-lt"/>
              </a:rPr>
              <a:t>…</a:t>
            </a:r>
            <a:r>
              <a:rPr sz="2300" dirty="0">
                <a:solidFill>
                  <a:srgbClr val="0F469B"/>
                </a:solidFill>
                <a:latin typeface="+mj-lt"/>
              </a:rPr>
              <a:t>.</a:t>
            </a:r>
            <a:endParaRPr sz="2300">
              <a:latin typeface="+mj-lt"/>
            </a:endParaRPr>
          </a:p>
        </p:txBody>
      </p:sp>
      <p:sp>
        <p:nvSpPr>
          <p:cNvPr id="238" name="object 238"/>
          <p:cNvSpPr txBox="1"/>
          <p:nvPr/>
        </p:nvSpPr>
        <p:spPr>
          <a:xfrm>
            <a:off x="10976864" y="5644997"/>
            <a:ext cx="996315" cy="513080"/>
          </a:xfrm>
          <a:prstGeom prst="rect">
            <a:avLst/>
          </a:prstGeom>
        </p:spPr>
        <p:txBody>
          <a:bodyPr vert="horz" wrap="square" lIns="0" tIns="12065" rIns="0" bIns="0" rtlCol="0">
            <a:spAutoFit/>
          </a:bodyPr>
          <a:lstStyle/>
          <a:p>
            <a:pPr marL="113030" marR="5080" indent="-100965">
              <a:lnSpc>
                <a:spcPct val="100000"/>
              </a:lnSpc>
              <a:spcBef>
                <a:spcPts val="95"/>
              </a:spcBef>
            </a:pPr>
            <a:r>
              <a:rPr sz="1600" spc="-5" dirty="0">
                <a:solidFill>
                  <a:srgbClr val="0F469B"/>
                </a:solidFill>
                <a:latin typeface="+mj-lt"/>
                <a:cs typeface="Arial MT"/>
              </a:rPr>
              <a:t>Produ</a:t>
            </a:r>
            <a:r>
              <a:rPr sz="1600" dirty="0">
                <a:solidFill>
                  <a:srgbClr val="0F469B"/>
                </a:solidFill>
                <a:latin typeface="+mj-lt"/>
                <a:cs typeface="Arial MT"/>
              </a:rPr>
              <a:t>c</a:t>
            </a:r>
            <a:r>
              <a:rPr sz="1600" spc="-5" dirty="0">
                <a:solidFill>
                  <a:srgbClr val="0F469B"/>
                </a:solidFill>
                <a:latin typeface="+mj-lt"/>
                <a:cs typeface="Arial MT"/>
              </a:rPr>
              <a:t>tion  Instance</a:t>
            </a:r>
            <a:endParaRPr sz="1600">
              <a:latin typeface="+mj-lt"/>
              <a:cs typeface="Arial MT"/>
            </a:endParaRPr>
          </a:p>
        </p:txBody>
      </p:sp>
      <p:pic>
        <p:nvPicPr>
          <p:cNvPr id="239" name="object 239"/>
          <p:cNvPicPr/>
          <p:nvPr/>
        </p:nvPicPr>
        <p:blipFill>
          <a:blip r:embed="rId108" cstate="print"/>
          <a:stretch>
            <a:fillRect/>
          </a:stretch>
        </p:blipFill>
        <p:spPr>
          <a:xfrm>
            <a:off x="10877939" y="4640474"/>
            <a:ext cx="1008224" cy="417786"/>
          </a:xfrm>
          <a:prstGeom prst="rect">
            <a:avLst/>
          </a:prstGeom>
        </p:spPr>
      </p:pic>
      <p:sp>
        <p:nvSpPr>
          <p:cNvPr id="240" name="object 240"/>
          <p:cNvSpPr txBox="1"/>
          <p:nvPr/>
        </p:nvSpPr>
        <p:spPr>
          <a:xfrm>
            <a:off x="247294" y="6582714"/>
            <a:ext cx="465455" cy="208006"/>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mj-lt"/>
                <a:cs typeface="Calibri"/>
              </a:rPr>
              <a:t>P</a:t>
            </a:r>
            <a:r>
              <a:rPr sz="1600" dirty="0">
                <a:solidFill>
                  <a:srgbClr val="FFFFFF"/>
                </a:solidFill>
                <a:latin typeface="+mj-lt"/>
                <a:cs typeface="Calibri"/>
              </a:rPr>
              <a:t>i</a:t>
            </a:r>
            <a:r>
              <a:rPr sz="1600" spc="-10" dirty="0">
                <a:solidFill>
                  <a:srgbClr val="FFFFFF"/>
                </a:solidFill>
                <a:latin typeface="+mj-lt"/>
                <a:cs typeface="Calibri"/>
              </a:rPr>
              <a:t>Log</a:t>
            </a:r>
            <a:endParaRPr sz="1600" dirty="0">
              <a:latin typeface="+mj-lt"/>
              <a:cs typeface="Calibri"/>
            </a:endParaRPr>
          </a:p>
        </p:txBody>
      </p:sp>
      <p:sp>
        <p:nvSpPr>
          <p:cNvPr id="241" name="object 241"/>
          <p:cNvSpPr txBox="1"/>
          <p:nvPr/>
        </p:nvSpPr>
        <p:spPr>
          <a:xfrm>
            <a:off x="5683377" y="6636156"/>
            <a:ext cx="1768475" cy="212879"/>
          </a:xfrm>
          <a:prstGeom prst="rect">
            <a:avLst/>
          </a:prstGeom>
        </p:spPr>
        <p:txBody>
          <a:bodyPr vert="horz" wrap="square" lIns="0" tIns="12700" rIns="0" bIns="0" rtlCol="0">
            <a:spAutoFit/>
          </a:bodyPr>
          <a:lstStyle/>
          <a:p>
            <a:pPr marL="12700">
              <a:lnSpc>
                <a:spcPct val="100000"/>
              </a:lnSpc>
              <a:spcBef>
                <a:spcPts val="100"/>
              </a:spcBef>
            </a:pPr>
            <a:r>
              <a:rPr sz="1300" spc="-15" dirty="0">
                <a:solidFill>
                  <a:srgbClr val="08224E"/>
                </a:solidFill>
                <a:latin typeface="+mj-lt"/>
                <a:cs typeface="Verdana"/>
                <a:hlinkClick r:id="rId109"/>
              </a:rPr>
              <a:t>ww</a:t>
            </a:r>
            <a:r>
              <a:rPr sz="1300" dirty="0">
                <a:solidFill>
                  <a:srgbClr val="08224E"/>
                </a:solidFill>
                <a:latin typeface="+mj-lt"/>
                <a:cs typeface="Verdana"/>
                <a:hlinkClick r:id="rId109"/>
              </a:rPr>
              <a:t>w</a:t>
            </a:r>
            <a:r>
              <a:rPr sz="1300" spc="-130" dirty="0">
                <a:solidFill>
                  <a:srgbClr val="08224E"/>
                </a:solidFill>
                <a:latin typeface="+mj-lt"/>
                <a:cs typeface="Verdana"/>
                <a:hlinkClick r:id="rId109"/>
              </a:rPr>
              <a:t>.</a:t>
            </a:r>
            <a:r>
              <a:rPr sz="1300" spc="70" dirty="0">
                <a:solidFill>
                  <a:srgbClr val="08224E"/>
                </a:solidFill>
                <a:latin typeface="+mj-lt"/>
                <a:cs typeface="Verdana"/>
                <a:hlinkClick r:id="rId109"/>
              </a:rPr>
              <a:t>p</a:t>
            </a:r>
            <a:r>
              <a:rPr sz="1300" spc="-85" dirty="0">
                <a:solidFill>
                  <a:srgbClr val="08224E"/>
                </a:solidFill>
                <a:latin typeface="+mj-lt"/>
                <a:cs typeface="Verdana"/>
                <a:hlinkClick r:id="rId109"/>
              </a:rPr>
              <a:t>i</a:t>
            </a:r>
            <a:r>
              <a:rPr sz="1300" spc="-100" dirty="0">
                <a:solidFill>
                  <a:srgbClr val="08224E"/>
                </a:solidFill>
                <a:latin typeface="+mj-lt"/>
                <a:cs typeface="Verdana"/>
                <a:hlinkClick r:id="rId109"/>
              </a:rPr>
              <a:t>l</a:t>
            </a:r>
            <a:r>
              <a:rPr sz="1300" spc="60" dirty="0">
                <a:solidFill>
                  <a:srgbClr val="08224E"/>
                </a:solidFill>
                <a:latin typeface="+mj-lt"/>
                <a:cs typeface="Verdana"/>
                <a:hlinkClick r:id="rId109"/>
              </a:rPr>
              <a:t>o</a:t>
            </a:r>
            <a:r>
              <a:rPr sz="1300" spc="65" dirty="0">
                <a:solidFill>
                  <a:srgbClr val="08224E"/>
                </a:solidFill>
                <a:latin typeface="+mj-lt"/>
                <a:cs typeface="Verdana"/>
                <a:hlinkClick r:id="rId109"/>
              </a:rPr>
              <a:t>g</a:t>
            </a:r>
            <a:r>
              <a:rPr sz="1300" spc="-20" dirty="0">
                <a:solidFill>
                  <a:srgbClr val="08224E"/>
                </a:solidFill>
                <a:latin typeface="+mj-lt"/>
                <a:cs typeface="Verdana"/>
                <a:hlinkClick r:id="rId109"/>
              </a:rPr>
              <a:t>grou</a:t>
            </a:r>
            <a:r>
              <a:rPr sz="1300" spc="70" dirty="0">
                <a:solidFill>
                  <a:srgbClr val="08224E"/>
                </a:solidFill>
                <a:latin typeface="+mj-lt"/>
                <a:cs typeface="Verdana"/>
                <a:hlinkClick r:id="rId109"/>
              </a:rPr>
              <a:t>p</a:t>
            </a:r>
            <a:r>
              <a:rPr sz="1300" spc="-130" dirty="0">
                <a:solidFill>
                  <a:srgbClr val="08224E"/>
                </a:solidFill>
                <a:latin typeface="+mj-lt"/>
                <a:cs typeface="Verdana"/>
                <a:hlinkClick r:id="rId109"/>
              </a:rPr>
              <a:t>.</a:t>
            </a:r>
            <a:r>
              <a:rPr sz="1300" spc="110" dirty="0">
                <a:solidFill>
                  <a:srgbClr val="08224E"/>
                </a:solidFill>
                <a:latin typeface="+mj-lt"/>
                <a:cs typeface="Verdana"/>
                <a:hlinkClick r:id="rId109"/>
              </a:rPr>
              <a:t>co</a:t>
            </a:r>
            <a:r>
              <a:rPr sz="1300" spc="-50" dirty="0">
                <a:solidFill>
                  <a:srgbClr val="08224E"/>
                </a:solidFill>
                <a:latin typeface="+mj-lt"/>
                <a:cs typeface="Verdana"/>
                <a:hlinkClick r:id="rId109"/>
              </a:rPr>
              <a:t>m</a:t>
            </a:r>
            <a:endParaRPr sz="1300">
              <a:latin typeface="+mj-lt"/>
              <a:cs typeface="Verdana"/>
            </a:endParaRPr>
          </a:p>
        </p:txBody>
      </p:sp>
      <p:sp>
        <p:nvSpPr>
          <p:cNvPr id="242" name="object 242"/>
          <p:cNvSpPr txBox="1"/>
          <p:nvPr/>
        </p:nvSpPr>
        <p:spPr>
          <a:xfrm>
            <a:off x="11891136" y="6638493"/>
            <a:ext cx="280670" cy="208006"/>
          </a:xfrm>
          <a:prstGeom prst="rect">
            <a:avLst/>
          </a:prstGeom>
        </p:spPr>
        <p:txBody>
          <a:bodyPr vert="horz" wrap="square" lIns="0" tIns="0" rIns="0" bIns="0" rtlCol="0">
            <a:spAutoFit/>
          </a:bodyPr>
          <a:lstStyle/>
          <a:p>
            <a:pPr marL="38100">
              <a:lnSpc>
                <a:spcPts val="1620"/>
              </a:lnSpc>
            </a:pPr>
            <a:fld id="{81D60167-4931-47E6-BA6A-407CBD079E47}" type="slidenum">
              <a:rPr sz="1600" spc="-5" dirty="0">
                <a:solidFill>
                  <a:srgbClr val="FFFFFF"/>
                </a:solidFill>
                <a:latin typeface="+mj-lt"/>
                <a:cs typeface="Calibri"/>
              </a:rPr>
              <a:t>21</a:t>
            </a:fld>
            <a:endParaRPr sz="1600">
              <a:latin typeface="+mj-lt"/>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01514" y="2546019"/>
            <a:ext cx="2324100" cy="3235325"/>
          </a:xfrm>
          <a:prstGeom prst="rect">
            <a:avLst/>
          </a:prstGeom>
        </p:spPr>
        <p:txBody>
          <a:bodyPr vert="horz" wrap="square" lIns="0" tIns="12065" rIns="0" bIns="0" rtlCol="0">
            <a:spAutoFit/>
          </a:bodyPr>
          <a:lstStyle/>
          <a:p>
            <a:pPr marL="12700" marR="1555115">
              <a:lnSpc>
                <a:spcPct val="135600"/>
              </a:lnSpc>
              <a:spcBef>
                <a:spcPts val="95"/>
              </a:spcBef>
            </a:pPr>
            <a:r>
              <a:rPr sz="1850" b="1" spc="-10" dirty="0">
                <a:latin typeface="+mj-lt"/>
                <a:cs typeface="Calibri"/>
              </a:rPr>
              <a:t>Type </a:t>
            </a:r>
            <a:r>
              <a:rPr sz="1850" b="1" spc="-5" dirty="0">
                <a:latin typeface="+mj-lt"/>
                <a:cs typeface="Calibri"/>
              </a:rPr>
              <a:t> </a:t>
            </a:r>
            <a:r>
              <a:rPr sz="1850" b="1" spc="10" dirty="0">
                <a:latin typeface="+mj-lt"/>
                <a:cs typeface="Calibri"/>
              </a:rPr>
              <a:t>Cur</a:t>
            </a:r>
            <a:r>
              <a:rPr sz="1850" b="1" spc="-25" dirty="0">
                <a:latin typeface="+mj-lt"/>
                <a:cs typeface="Calibri"/>
              </a:rPr>
              <a:t>r</a:t>
            </a:r>
            <a:r>
              <a:rPr sz="1850" b="1" spc="10" dirty="0">
                <a:latin typeface="+mj-lt"/>
                <a:cs typeface="Calibri"/>
              </a:rPr>
              <a:t>e</a:t>
            </a:r>
            <a:r>
              <a:rPr sz="1850" b="1" dirty="0">
                <a:latin typeface="+mj-lt"/>
                <a:cs typeface="Calibri"/>
              </a:rPr>
              <a:t>n</a:t>
            </a:r>
            <a:r>
              <a:rPr sz="1850" b="1" spc="5" dirty="0">
                <a:latin typeface="+mj-lt"/>
                <a:cs typeface="Calibri"/>
              </a:rPr>
              <a:t>t  </a:t>
            </a:r>
            <a:r>
              <a:rPr sz="1850" b="1" spc="-80" dirty="0">
                <a:latin typeface="+mj-lt"/>
                <a:cs typeface="Calibri"/>
              </a:rPr>
              <a:t>V</a:t>
            </a:r>
            <a:r>
              <a:rPr sz="1850" b="1" spc="5" dirty="0">
                <a:latin typeface="+mj-lt"/>
                <a:cs typeface="Calibri"/>
              </a:rPr>
              <a:t>ol</a:t>
            </a:r>
            <a:r>
              <a:rPr sz="1850" b="1" spc="-15" dirty="0">
                <a:latin typeface="+mj-lt"/>
                <a:cs typeface="Calibri"/>
              </a:rPr>
              <a:t>t</a:t>
            </a:r>
            <a:r>
              <a:rPr sz="1850" b="1" spc="10" dirty="0">
                <a:latin typeface="+mj-lt"/>
                <a:cs typeface="Calibri"/>
              </a:rPr>
              <a:t>a</a:t>
            </a:r>
            <a:r>
              <a:rPr sz="1850" b="1" spc="-15" dirty="0">
                <a:latin typeface="+mj-lt"/>
                <a:cs typeface="Calibri"/>
              </a:rPr>
              <a:t>g</a:t>
            </a:r>
            <a:r>
              <a:rPr sz="1850" b="1" spc="10" dirty="0">
                <a:latin typeface="+mj-lt"/>
                <a:cs typeface="Calibri"/>
              </a:rPr>
              <a:t>e</a:t>
            </a:r>
            <a:endParaRPr sz="1850" dirty="0">
              <a:latin typeface="+mj-lt"/>
              <a:cs typeface="Calibri"/>
            </a:endParaRPr>
          </a:p>
          <a:p>
            <a:pPr marL="12700">
              <a:lnSpc>
                <a:spcPct val="100000"/>
              </a:lnSpc>
              <a:spcBef>
                <a:spcPts val="185"/>
              </a:spcBef>
            </a:pPr>
            <a:r>
              <a:rPr sz="1850" b="1" dirty="0">
                <a:latin typeface="+mj-lt"/>
                <a:cs typeface="Calibri"/>
              </a:rPr>
              <a:t>Electrical</a:t>
            </a:r>
            <a:r>
              <a:rPr sz="1850" b="1" spc="5" dirty="0">
                <a:latin typeface="+mj-lt"/>
                <a:cs typeface="Calibri"/>
              </a:rPr>
              <a:t> </a:t>
            </a:r>
            <a:r>
              <a:rPr sz="1850" b="1" dirty="0">
                <a:latin typeface="+mj-lt"/>
                <a:cs typeface="Calibri"/>
              </a:rPr>
              <a:t>Pole</a:t>
            </a:r>
            <a:r>
              <a:rPr sz="1850" b="1" spc="-35" dirty="0">
                <a:latin typeface="+mj-lt"/>
                <a:cs typeface="Calibri"/>
              </a:rPr>
              <a:t> </a:t>
            </a:r>
            <a:r>
              <a:rPr sz="1850" b="1" spc="5" dirty="0">
                <a:latin typeface="+mj-lt"/>
                <a:cs typeface="Calibri"/>
              </a:rPr>
              <a:t>Quantity</a:t>
            </a:r>
            <a:endParaRPr sz="1850" dirty="0">
              <a:latin typeface="+mj-lt"/>
              <a:cs typeface="Calibri"/>
            </a:endParaRPr>
          </a:p>
          <a:p>
            <a:pPr marL="12700">
              <a:lnSpc>
                <a:spcPct val="100000"/>
              </a:lnSpc>
              <a:spcBef>
                <a:spcPts val="190"/>
              </a:spcBef>
            </a:pPr>
            <a:r>
              <a:rPr sz="1850" b="1" dirty="0">
                <a:latin typeface="+mj-lt"/>
                <a:cs typeface="Calibri"/>
              </a:rPr>
              <a:t>Interrupt</a:t>
            </a:r>
            <a:r>
              <a:rPr sz="1850" b="1" spc="-45" dirty="0">
                <a:latin typeface="+mj-lt"/>
                <a:cs typeface="Calibri"/>
              </a:rPr>
              <a:t> </a:t>
            </a:r>
            <a:r>
              <a:rPr sz="1850" b="1" spc="5" dirty="0">
                <a:latin typeface="+mj-lt"/>
                <a:cs typeface="Calibri"/>
              </a:rPr>
              <a:t>Capacity</a:t>
            </a:r>
            <a:endParaRPr sz="1850" dirty="0">
              <a:latin typeface="+mj-lt"/>
              <a:cs typeface="Calibri"/>
            </a:endParaRPr>
          </a:p>
          <a:p>
            <a:pPr marL="12700">
              <a:lnSpc>
                <a:spcPct val="100000"/>
              </a:lnSpc>
              <a:spcBef>
                <a:spcPts val="790"/>
              </a:spcBef>
            </a:pPr>
            <a:r>
              <a:rPr sz="1850" b="1" dirty="0">
                <a:latin typeface="+mj-lt"/>
                <a:cs typeface="Calibri"/>
              </a:rPr>
              <a:t>Frame</a:t>
            </a:r>
            <a:endParaRPr sz="1850" dirty="0">
              <a:latin typeface="+mj-lt"/>
              <a:cs typeface="Calibri"/>
            </a:endParaRPr>
          </a:p>
          <a:p>
            <a:pPr marL="41910">
              <a:lnSpc>
                <a:spcPct val="100000"/>
              </a:lnSpc>
              <a:spcBef>
                <a:spcPts val="190"/>
              </a:spcBef>
            </a:pPr>
            <a:r>
              <a:rPr sz="1850" b="1" spc="5" dirty="0">
                <a:latin typeface="+mj-lt"/>
                <a:cs typeface="Calibri"/>
              </a:rPr>
              <a:t>Mounting</a:t>
            </a:r>
            <a:r>
              <a:rPr sz="1850" b="1" spc="-45" dirty="0">
                <a:latin typeface="+mj-lt"/>
                <a:cs typeface="Calibri"/>
              </a:rPr>
              <a:t> </a:t>
            </a:r>
            <a:r>
              <a:rPr sz="1850" b="1" spc="10" dirty="0">
                <a:latin typeface="+mj-lt"/>
                <a:cs typeface="Calibri"/>
              </a:rPr>
              <a:t>Method</a:t>
            </a:r>
            <a:endParaRPr sz="1850" dirty="0">
              <a:latin typeface="+mj-lt"/>
              <a:cs typeface="Calibri"/>
            </a:endParaRPr>
          </a:p>
          <a:p>
            <a:pPr marL="47625">
              <a:lnSpc>
                <a:spcPct val="100000"/>
              </a:lnSpc>
              <a:spcBef>
                <a:spcPts val="790"/>
              </a:spcBef>
            </a:pPr>
            <a:r>
              <a:rPr sz="1850" b="1" spc="-15" dirty="0">
                <a:latin typeface="+mj-lt"/>
                <a:cs typeface="Calibri"/>
              </a:rPr>
              <a:t>Temperature</a:t>
            </a:r>
            <a:r>
              <a:rPr sz="1850" b="1" spc="-55" dirty="0">
                <a:latin typeface="+mj-lt"/>
                <a:cs typeface="Calibri"/>
              </a:rPr>
              <a:t> </a:t>
            </a:r>
            <a:r>
              <a:rPr sz="1850" b="1" spc="5" dirty="0">
                <a:latin typeface="+mj-lt"/>
                <a:cs typeface="Calibri"/>
              </a:rPr>
              <a:t>Range</a:t>
            </a:r>
            <a:endParaRPr sz="1850" dirty="0">
              <a:latin typeface="+mj-lt"/>
              <a:cs typeface="Calibri"/>
            </a:endParaRPr>
          </a:p>
          <a:p>
            <a:pPr marL="47625">
              <a:lnSpc>
                <a:spcPct val="100000"/>
              </a:lnSpc>
              <a:spcBef>
                <a:spcPts val="775"/>
              </a:spcBef>
            </a:pPr>
            <a:r>
              <a:rPr sz="1850" b="1" spc="5" dirty="0">
                <a:latin typeface="+mj-lt"/>
                <a:cs typeface="Calibri"/>
              </a:rPr>
              <a:t>Standard</a:t>
            </a:r>
            <a:endParaRPr sz="1850" dirty="0">
              <a:latin typeface="+mj-lt"/>
              <a:cs typeface="Calibri"/>
            </a:endParaRPr>
          </a:p>
        </p:txBody>
      </p:sp>
      <p:sp>
        <p:nvSpPr>
          <p:cNvPr id="3" name="object 3"/>
          <p:cNvSpPr/>
          <p:nvPr/>
        </p:nvSpPr>
        <p:spPr>
          <a:xfrm>
            <a:off x="4458461" y="2855214"/>
            <a:ext cx="500380" cy="2827020"/>
          </a:xfrm>
          <a:custGeom>
            <a:avLst/>
            <a:gdLst/>
            <a:ahLst/>
            <a:cxnLst/>
            <a:rect l="l" t="t" r="r" b="b"/>
            <a:pathLst>
              <a:path w="500379" h="2827020">
                <a:moveTo>
                  <a:pt x="0" y="763524"/>
                </a:moveTo>
                <a:lnTo>
                  <a:pt x="300227" y="763524"/>
                </a:lnTo>
              </a:path>
              <a:path w="500379" h="2827020">
                <a:moveTo>
                  <a:pt x="300227" y="0"/>
                </a:moveTo>
                <a:lnTo>
                  <a:pt x="300227" y="2827020"/>
                </a:lnTo>
              </a:path>
              <a:path w="500379" h="2827020">
                <a:moveTo>
                  <a:pt x="300227" y="1757172"/>
                </a:moveTo>
                <a:lnTo>
                  <a:pt x="499872" y="1757172"/>
                </a:lnTo>
              </a:path>
              <a:path w="500379" h="2827020">
                <a:moveTo>
                  <a:pt x="300227" y="1374648"/>
                </a:moveTo>
                <a:lnTo>
                  <a:pt x="499872" y="1374648"/>
                </a:lnTo>
              </a:path>
              <a:path w="500379" h="2827020">
                <a:moveTo>
                  <a:pt x="300227" y="1069848"/>
                </a:moveTo>
                <a:lnTo>
                  <a:pt x="499872" y="1069848"/>
                </a:lnTo>
              </a:path>
              <a:path w="500379" h="2827020">
                <a:moveTo>
                  <a:pt x="300227" y="763524"/>
                </a:moveTo>
                <a:lnTo>
                  <a:pt x="499872" y="763524"/>
                </a:lnTo>
              </a:path>
              <a:path w="500379" h="2827020">
                <a:moveTo>
                  <a:pt x="300227" y="381000"/>
                </a:moveTo>
                <a:lnTo>
                  <a:pt x="499872" y="381000"/>
                </a:lnTo>
              </a:path>
              <a:path w="500379" h="2827020">
                <a:moveTo>
                  <a:pt x="300227" y="0"/>
                </a:moveTo>
                <a:lnTo>
                  <a:pt x="499872" y="0"/>
                </a:lnTo>
              </a:path>
              <a:path w="500379" h="2827020">
                <a:moveTo>
                  <a:pt x="300227" y="2444496"/>
                </a:moveTo>
                <a:lnTo>
                  <a:pt x="499872" y="2444496"/>
                </a:lnTo>
              </a:path>
              <a:path w="500379" h="2827020">
                <a:moveTo>
                  <a:pt x="300227" y="2063496"/>
                </a:moveTo>
                <a:lnTo>
                  <a:pt x="499872" y="2063496"/>
                </a:lnTo>
              </a:path>
              <a:path w="500379" h="2827020">
                <a:moveTo>
                  <a:pt x="300227" y="2827020"/>
                </a:moveTo>
                <a:lnTo>
                  <a:pt x="499872" y="2827020"/>
                </a:lnTo>
              </a:path>
            </a:pathLst>
          </a:custGeom>
          <a:ln w="25400">
            <a:solidFill>
              <a:srgbClr val="000000"/>
            </a:solidFill>
          </a:ln>
        </p:spPr>
        <p:txBody>
          <a:bodyPr wrap="square" lIns="0" tIns="0" rIns="0" bIns="0" rtlCol="0"/>
          <a:lstStyle/>
          <a:p>
            <a:endParaRPr>
              <a:latin typeface="+mj-lt"/>
            </a:endParaRPr>
          </a:p>
        </p:txBody>
      </p:sp>
      <p:sp>
        <p:nvSpPr>
          <p:cNvPr id="4" name="object 4"/>
          <p:cNvSpPr txBox="1"/>
          <p:nvPr/>
        </p:nvSpPr>
        <p:spPr>
          <a:xfrm>
            <a:off x="5049011" y="1988820"/>
            <a:ext cx="1275715" cy="318677"/>
          </a:xfrm>
          <a:prstGeom prst="rect">
            <a:avLst/>
          </a:prstGeom>
          <a:solidFill>
            <a:srgbClr val="CCFFFF"/>
          </a:solidFill>
          <a:ln w="9525">
            <a:solidFill>
              <a:srgbClr val="000000"/>
            </a:solidFill>
          </a:ln>
        </p:spPr>
        <p:txBody>
          <a:bodyPr vert="horz" wrap="square" lIns="0" tIns="33655" rIns="0" bIns="0" rtlCol="0">
            <a:spAutoFit/>
          </a:bodyPr>
          <a:lstStyle/>
          <a:p>
            <a:pPr marL="90805">
              <a:lnSpc>
                <a:spcPct val="100000"/>
              </a:lnSpc>
              <a:spcBef>
                <a:spcPts val="265"/>
              </a:spcBef>
            </a:pPr>
            <a:r>
              <a:rPr sz="1850" spc="5" dirty="0">
                <a:latin typeface="+mj-lt"/>
                <a:cs typeface="Calibri"/>
              </a:rPr>
              <a:t>Properties</a:t>
            </a:r>
            <a:endParaRPr sz="1850">
              <a:latin typeface="+mj-lt"/>
              <a:cs typeface="Calibri"/>
            </a:endParaRPr>
          </a:p>
        </p:txBody>
      </p:sp>
      <p:sp>
        <p:nvSpPr>
          <p:cNvPr id="5" name="object 5"/>
          <p:cNvSpPr txBox="1"/>
          <p:nvPr/>
        </p:nvSpPr>
        <p:spPr>
          <a:xfrm>
            <a:off x="409955" y="1988820"/>
            <a:ext cx="771525" cy="318677"/>
          </a:xfrm>
          <a:prstGeom prst="rect">
            <a:avLst/>
          </a:prstGeom>
          <a:solidFill>
            <a:srgbClr val="CCFFFF"/>
          </a:solidFill>
          <a:ln w="9525">
            <a:solidFill>
              <a:srgbClr val="000000"/>
            </a:solidFill>
          </a:ln>
        </p:spPr>
        <p:txBody>
          <a:bodyPr vert="horz" wrap="square" lIns="0" tIns="33655" rIns="0" bIns="0" rtlCol="0">
            <a:spAutoFit/>
          </a:bodyPr>
          <a:lstStyle/>
          <a:p>
            <a:pPr marL="91440">
              <a:lnSpc>
                <a:spcPct val="100000"/>
              </a:lnSpc>
              <a:spcBef>
                <a:spcPts val="265"/>
              </a:spcBef>
            </a:pPr>
            <a:r>
              <a:rPr sz="1850" spc="10" dirty="0">
                <a:latin typeface="+mj-lt"/>
                <a:cs typeface="Calibri"/>
              </a:rPr>
              <a:t>Noun</a:t>
            </a:r>
            <a:endParaRPr sz="1850">
              <a:latin typeface="+mj-lt"/>
              <a:cs typeface="Calibri"/>
            </a:endParaRPr>
          </a:p>
        </p:txBody>
      </p:sp>
      <p:sp>
        <p:nvSpPr>
          <p:cNvPr id="6" name="object 6"/>
          <p:cNvSpPr txBox="1"/>
          <p:nvPr/>
        </p:nvSpPr>
        <p:spPr>
          <a:xfrm>
            <a:off x="2360676" y="1988820"/>
            <a:ext cx="1066800" cy="318677"/>
          </a:xfrm>
          <a:prstGeom prst="rect">
            <a:avLst/>
          </a:prstGeom>
          <a:solidFill>
            <a:srgbClr val="CCFFFF"/>
          </a:solidFill>
          <a:ln w="9525">
            <a:solidFill>
              <a:srgbClr val="000000"/>
            </a:solidFill>
          </a:ln>
        </p:spPr>
        <p:txBody>
          <a:bodyPr vert="horz" wrap="square" lIns="0" tIns="33655" rIns="0" bIns="0" rtlCol="0">
            <a:spAutoFit/>
          </a:bodyPr>
          <a:lstStyle/>
          <a:p>
            <a:pPr marL="90805">
              <a:lnSpc>
                <a:spcPct val="100000"/>
              </a:lnSpc>
              <a:spcBef>
                <a:spcPts val="265"/>
              </a:spcBef>
            </a:pPr>
            <a:r>
              <a:rPr sz="1850" spc="5" dirty="0">
                <a:latin typeface="+mj-lt"/>
                <a:cs typeface="Calibri"/>
              </a:rPr>
              <a:t>Modifier</a:t>
            </a:r>
            <a:endParaRPr sz="1850">
              <a:latin typeface="+mj-lt"/>
              <a:cs typeface="Calibri"/>
            </a:endParaRPr>
          </a:p>
        </p:txBody>
      </p:sp>
      <p:sp>
        <p:nvSpPr>
          <p:cNvPr id="7" name="object 7"/>
          <p:cNvSpPr txBox="1"/>
          <p:nvPr/>
        </p:nvSpPr>
        <p:spPr>
          <a:xfrm>
            <a:off x="409955" y="3165348"/>
            <a:ext cx="995680" cy="319318"/>
          </a:xfrm>
          <a:prstGeom prst="rect">
            <a:avLst/>
          </a:prstGeom>
          <a:solidFill>
            <a:srgbClr val="CCFFFF"/>
          </a:solidFill>
          <a:ln w="9525">
            <a:solidFill>
              <a:srgbClr val="000000"/>
            </a:solidFill>
          </a:ln>
        </p:spPr>
        <p:txBody>
          <a:bodyPr vert="horz" wrap="square" lIns="0" tIns="34290" rIns="0" bIns="0" rtlCol="0">
            <a:spAutoFit/>
          </a:bodyPr>
          <a:lstStyle/>
          <a:p>
            <a:pPr marL="91440">
              <a:lnSpc>
                <a:spcPct val="100000"/>
              </a:lnSpc>
              <a:spcBef>
                <a:spcPts val="270"/>
              </a:spcBef>
            </a:pPr>
            <a:r>
              <a:rPr sz="1850" dirty="0">
                <a:latin typeface="+mj-lt"/>
                <a:cs typeface="Calibri"/>
              </a:rPr>
              <a:t>Part</a:t>
            </a:r>
            <a:r>
              <a:rPr sz="1850" spc="-40" dirty="0">
                <a:latin typeface="+mj-lt"/>
                <a:cs typeface="Calibri"/>
              </a:rPr>
              <a:t> </a:t>
            </a:r>
            <a:r>
              <a:rPr sz="1850" spc="10" dirty="0">
                <a:latin typeface="+mj-lt"/>
                <a:cs typeface="Calibri"/>
              </a:rPr>
              <a:t>No</a:t>
            </a:r>
            <a:endParaRPr sz="1850">
              <a:latin typeface="+mj-lt"/>
              <a:cs typeface="Calibri"/>
            </a:endParaRPr>
          </a:p>
        </p:txBody>
      </p:sp>
      <p:sp>
        <p:nvSpPr>
          <p:cNvPr id="8" name="object 8"/>
          <p:cNvSpPr txBox="1"/>
          <p:nvPr/>
        </p:nvSpPr>
        <p:spPr>
          <a:xfrm>
            <a:off x="389940" y="2564129"/>
            <a:ext cx="789305" cy="311150"/>
          </a:xfrm>
          <a:prstGeom prst="rect">
            <a:avLst/>
          </a:prstGeom>
        </p:spPr>
        <p:txBody>
          <a:bodyPr vert="horz" wrap="square" lIns="0" tIns="15240" rIns="0" bIns="0" rtlCol="0">
            <a:spAutoFit/>
          </a:bodyPr>
          <a:lstStyle/>
          <a:p>
            <a:pPr marL="12700">
              <a:lnSpc>
                <a:spcPct val="100000"/>
              </a:lnSpc>
              <a:spcBef>
                <a:spcPts val="120"/>
              </a:spcBef>
            </a:pPr>
            <a:r>
              <a:rPr sz="1850" b="1" spc="5" dirty="0">
                <a:solidFill>
                  <a:srgbClr val="FF0000"/>
                </a:solidFill>
                <a:latin typeface="+mj-lt"/>
                <a:cs typeface="Calibri"/>
              </a:rPr>
              <a:t>B</a:t>
            </a:r>
            <a:r>
              <a:rPr sz="1850" b="1" spc="-25" dirty="0">
                <a:solidFill>
                  <a:srgbClr val="FF0000"/>
                </a:solidFill>
                <a:latin typeface="+mj-lt"/>
                <a:cs typeface="Calibri"/>
              </a:rPr>
              <a:t>r</a:t>
            </a:r>
            <a:r>
              <a:rPr sz="1850" b="1" spc="10" dirty="0">
                <a:solidFill>
                  <a:srgbClr val="FF0000"/>
                </a:solidFill>
                <a:latin typeface="+mj-lt"/>
                <a:cs typeface="Calibri"/>
              </a:rPr>
              <a:t>ea</a:t>
            </a:r>
            <a:r>
              <a:rPr sz="1850" b="1" spc="-40" dirty="0">
                <a:solidFill>
                  <a:srgbClr val="FF0000"/>
                </a:solidFill>
                <a:latin typeface="+mj-lt"/>
                <a:cs typeface="Calibri"/>
              </a:rPr>
              <a:t>k</a:t>
            </a:r>
            <a:r>
              <a:rPr sz="1850" b="1" spc="5" dirty="0">
                <a:solidFill>
                  <a:srgbClr val="FF0000"/>
                </a:solidFill>
                <a:latin typeface="+mj-lt"/>
                <a:cs typeface="Calibri"/>
              </a:rPr>
              <a:t>er</a:t>
            </a:r>
            <a:endParaRPr sz="1850">
              <a:latin typeface="+mj-lt"/>
              <a:cs typeface="Calibri"/>
            </a:endParaRPr>
          </a:p>
        </p:txBody>
      </p:sp>
      <p:sp>
        <p:nvSpPr>
          <p:cNvPr id="9" name="object 9"/>
          <p:cNvSpPr txBox="1"/>
          <p:nvPr/>
        </p:nvSpPr>
        <p:spPr>
          <a:xfrm>
            <a:off x="2299461" y="2530221"/>
            <a:ext cx="658495" cy="311150"/>
          </a:xfrm>
          <a:prstGeom prst="rect">
            <a:avLst/>
          </a:prstGeom>
        </p:spPr>
        <p:txBody>
          <a:bodyPr vert="horz" wrap="square" lIns="0" tIns="15240" rIns="0" bIns="0" rtlCol="0">
            <a:spAutoFit/>
          </a:bodyPr>
          <a:lstStyle/>
          <a:p>
            <a:pPr marL="12700">
              <a:lnSpc>
                <a:spcPct val="100000"/>
              </a:lnSpc>
              <a:spcBef>
                <a:spcPts val="120"/>
              </a:spcBef>
            </a:pPr>
            <a:r>
              <a:rPr sz="1850" b="1" spc="5" dirty="0">
                <a:solidFill>
                  <a:srgbClr val="0000FF"/>
                </a:solidFill>
                <a:latin typeface="+mj-lt"/>
                <a:cs typeface="Calibri"/>
              </a:rPr>
              <a:t>Ci</a:t>
            </a:r>
            <a:r>
              <a:rPr sz="1850" b="1" spc="-30" dirty="0">
                <a:solidFill>
                  <a:srgbClr val="0000FF"/>
                </a:solidFill>
                <a:latin typeface="+mj-lt"/>
                <a:cs typeface="Calibri"/>
              </a:rPr>
              <a:t>r</a:t>
            </a:r>
            <a:r>
              <a:rPr sz="1850" b="1" dirty="0">
                <a:solidFill>
                  <a:srgbClr val="0000FF"/>
                </a:solidFill>
                <a:latin typeface="+mj-lt"/>
                <a:cs typeface="Calibri"/>
              </a:rPr>
              <a:t>cuit</a:t>
            </a:r>
            <a:endParaRPr sz="1850">
              <a:latin typeface="+mj-lt"/>
              <a:cs typeface="Calibri"/>
            </a:endParaRPr>
          </a:p>
        </p:txBody>
      </p:sp>
      <p:sp>
        <p:nvSpPr>
          <p:cNvPr id="10" name="object 10"/>
          <p:cNvSpPr txBox="1"/>
          <p:nvPr/>
        </p:nvSpPr>
        <p:spPr>
          <a:xfrm>
            <a:off x="389940" y="3876243"/>
            <a:ext cx="1000125" cy="311150"/>
          </a:xfrm>
          <a:prstGeom prst="rect">
            <a:avLst/>
          </a:prstGeom>
        </p:spPr>
        <p:txBody>
          <a:bodyPr vert="horz" wrap="square" lIns="0" tIns="15875" rIns="0" bIns="0" rtlCol="0">
            <a:spAutoFit/>
          </a:bodyPr>
          <a:lstStyle/>
          <a:p>
            <a:pPr marL="12700">
              <a:lnSpc>
                <a:spcPct val="100000"/>
              </a:lnSpc>
              <a:spcBef>
                <a:spcPts val="125"/>
              </a:spcBef>
            </a:pPr>
            <a:r>
              <a:rPr sz="1850" b="1" spc="-5" dirty="0">
                <a:solidFill>
                  <a:srgbClr val="FF0000"/>
                </a:solidFill>
                <a:latin typeface="+mj-lt"/>
                <a:cs typeface="Calibri"/>
              </a:rPr>
              <a:t>G</a:t>
            </a:r>
            <a:r>
              <a:rPr sz="1850" b="1" spc="5" dirty="0">
                <a:solidFill>
                  <a:srgbClr val="FF0000"/>
                </a:solidFill>
                <a:latin typeface="+mj-lt"/>
                <a:cs typeface="Calibri"/>
              </a:rPr>
              <a:t>V2M</a:t>
            </a:r>
            <a:r>
              <a:rPr sz="1850" b="1" spc="10" dirty="0">
                <a:solidFill>
                  <a:srgbClr val="FF0000"/>
                </a:solidFill>
                <a:latin typeface="+mj-lt"/>
                <a:cs typeface="Calibri"/>
              </a:rPr>
              <a:t>E06</a:t>
            </a:r>
            <a:endParaRPr sz="1850">
              <a:latin typeface="+mj-lt"/>
              <a:cs typeface="Calibri"/>
            </a:endParaRPr>
          </a:p>
        </p:txBody>
      </p:sp>
      <p:sp>
        <p:nvSpPr>
          <p:cNvPr id="11" name="object 11"/>
          <p:cNvSpPr txBox="1"/>
          <p:nvPr/>
        </p:nvSpPr>
        <p:spPr>
          <a:xfrm>
            <a:off x="333756" y="839724"/>
            <a:ext cx="2948940" cy="320601"/>
          </a:xfrm>
          <a:prstGeom prst="rect">
            <a:avLst/>
          </a:prstGeom>
          <a:solidFill>
            <a:srgbClr val="92D050"/>
          </a:solidFill>
          <a:ln w="9525">
            <a:solidFill>
              <a:srgbClr val="000000"/>
            </a:solidFill>
          </a:ln>
        </p:spPr>
        <p:txBody>
          <a:bodyPr vert="horz" wrap="square" lIns="0" tIns="35560" rIns="0" bIns="0" rtlCol="0">
            <a:spAutoFit/>
          </a:bodyPr>
          <a:lstStyle/>
          <a:p>
            <a:pPr marL="91440">
              <a:lnSpc>
                <a:spcPct val="100000"/>
              </a:lnSpc>
              <a:spcBef>
                <a:spcPts val="280"/>
              </a:spcBef>
            </a:pPr>
            <a:r>
              <a:rPr sz="1850" spc="5" dirty="0">
                <a:latin typeface="+mj-lt"/>
                <a:cs typeface="Calibri"/>
              </a:rPr>
              <a:t>Original</a:t>
            </a:r>
            <a:r>
              <a:rPr sz="1850" spc="-30" dirty="0">
                <a:latin typeface="+mj-lt"/>
                <a:cs typeface="Calibri"/>
              </a:rPr>
              <a:t> </a:t>
            </a:r>
            <a:r>
              <a:rPr sz="1850" dirty="0">
                <a:latin typeface="+mj-lt"/>
                <a:cs typeface="Calibri"/>
              </a:rPr>
              <a:t>Client</a:t>
            </a:r>
            <a:r>
              <a:rPr sz="1850" spc="-30" dirty="0">
                <a:latin typeface="+mj-lt"/>
                <a:cs typeface="Calibri"/>
              </a:rPr>
              <a:t> </a:t>
            </a:r>
            <a:r>
              <a:rPr sz="1850" dirty="0">
                <a:latin typeface="+mj-lt"/>
                <a:cs typeface="Calibri"/>
              </a:rPr>
              <a:t>Description</a:t>
            </a:r>
            <a:endParaRPr sz="1850">
              <a:latin typeface="+mj-lt"/>
              <a:cs typeface="Calibri"/>
            </a:endParaRPr>
          </a:p>
        </p:txBody>
      </p:sp>
      <p:sp>
        <p:nvSpPr>
          <p:cNvPr id="12" name="object 12"/>
          <p:cNvSpPr txBox="1"/>
          <p:nvPr/>
        </p:nvSpPr>
        <p:spPr>
          <a:xfrm>
            <a:off x="333756" y="1309116"/>
            <a:ext cx="11582400" cy="279564"/>
          </a:xfrm>
          <a:prstGeom prst="rect">
            <a:avLst/>
          </a:prstGeom>
          <a:ln w="9525">
            <a:solidFill>
              <a:srgbClr val="000000"/>
            </a:solidFill>
          </a:ln>
        </p:spPr>
        <p:txBody>
          <a:bodyPr vert="horz" wrap="square" lIns="0" tIns="33020" rIns="0" bIns="0" rtlCol="0">
            <a:spAutoFit/>
          </a:bodyPr>
          <a:lstStyle/>
          <a:p>
            <a:pPr marL="91440">
              <a:lnSpc>
                <a:spcPct val="100000"/>
              </a:lnSpc>
              <a:spcBef>
                <a:spcPts val="260"/>
              </a:spcBef>
            </a:pPr>
            <a:r>
              <a:rPr sz="1600" spc="-25" dirty="0">
                <a:latin typeface="+mj-lt"/>
                <a:cs typeface="Calibri"/>
              </a:rPr>
              <a:t>MOTOR</a:t>
            </a:r>
            <a:r>
              <a:rPr sz="1600" spc="15" dirty="0">
                <a:latin typeface="+mj-lt"/>
                <a:cs typeface="Calibri"/>
              </a:rPr>
              <a:t> </a:t>
            </a:r>
            <a:r>
              <a:rPr sz="1600" spc="-10" dirty="0">
                <a:latin typeface="+mj-lt"/>
                <a:cs typeface="Calibri"/>
              </a:rPr>
              <a:t>CIRCUIT BREAKER</a:t>
            </a:r>
            <a:r>
              <a:rPr sz="1600" spc="55" dirty="0">
                <a:latin typeface="+mj-lt"/>
                <a:cs typeface="Calibri"/>
              </a:rPr>
              <a:t> </a:t>
            </a:r>
            <a:r>
              <a:rPr sz="1600" spc="-10" dirty="0">
                <a:latin typeface="+mj-lt"/>
                <a:cs typeface="Calibri"/>
              </a:rPr>
              <a:t>GV2-ME</a:t>
            </a:r>
            <a:r>
              <a:rPr sz="1600" spc="30" dirty="0">
                <a:latin typeface="+mj-lt"/>
                <a:cs typeface="Calibri"/>
              </a:rPr>
              <a:t> </a:t>
            </a:r>
            <a:r>
              <a:rPr sz="1600" spc="-5" dirty="0">
                <a:latin typeface="+mj-lt"/>
                <a:cs typeface="Calibri"/>
              </a:rPr>
              <a:t>-</a:t>
            </a:r>
            <a:r>
              <a:rPr sz="1600" spc="5" dirty="0">
                <a:latin typeface="+mj-lt"/>
                <a:cs typeface="Calibri"/>
              </a:rPr>
              <a:t> </a:t>
            </a:r>
            <a:r>
              <a:rPr sz="1600" spc="-5" dirty="0">
                <a:latin typeface="+mj-lt"/>
                <a:cs typeface="Calibri"/>
              </a:rPr>
              <a:t>1-1.6</a:t>
            </a:r>
            <a:r>
              <a:rPr sz="1600" spc="20" dirty="0">
                <a:latin typeface="+mj-lt"/>
                <a:cs typeface="Calibri"/>
              </a:rPr>
              <a:t> </a:t>
            </a:r>
            <a:r>
              <a:rPr sz="1600" spc="-5" dirty="0">
                <a:latin typeface="+mj-lt"/>
                <a:cs typeface="Calibri"/>
              </a:rPr>
              <a:t>A</a:t>
            </a:r>
            <a:r>
              <a:rPr sz="1600" dirty="0">
                <a:latin typeface="+mj-lt"/>
                <a:cs typeface="Calibri"/>
              </a:rPr>
              <a:t> </a:t>
            </a:r>
            <a:r>
              <a:rPr sz="1600" spc="-5" dirty="0">
                <a:latin typeface="+mj-lt"/>
                <a:cs typeface="Calibri"/>
              </a:rPr>
              <a:t>-</a:t>
            </a:r>
            <a:r>
              <a:rPr sz="1600" spc="5" dirty="0">
                <a:latin typeface="+mj-lt"/>
                <a:cs typeface="Calibri"/>
              </a:rPr>
              <a:t> </a:t>
            </a:r>
            <a:r>
              <a:rPr sz="1600" spc="-5" dirty="0">
                <a:latin typeface="+mj-lt"/>
                <a:cs typeface="Calibri"/>
              </a:rPr>
              <a:t>3P</a:t>
            </a:r>
            <a:r>
              <a:rPr sz="1600" spc="5" dirty="0">
                <a:latin typeface="+mj-lt"/>
                <a:cs typeface="Calibri"/>
              </a:rPr>
              <a:t> </a:t>
            </a:r>
            <a:r>
              <a:rPr sz="1600" spc="-5" dirty="0">
                <a:latin typeface="+mj-lt"/>
                <a:cs typeface="Calibri"/>
              </a:rPr>
              <a:t>3D</a:t>
            </a:r>
            <a:r>
              <a:rPr sz="1600" spc="25" dirty="0">
                <a:latin typeface="+mj-lt"/>
                <a:cs typeface="Calibri"/>
              </a:rPr>
              <a:t> </a:t>
            </a:r>
            <a:r>
              <a:rPr sz="1600" spc="-5" dirty="0">
                <a:latin typeface="+mj-lt"/>
                <a:cs typeface="Calibri"/>
              </a:rPr>
              <a:t>-</a:t>
            </a:r>
            <a:r>
              <a:rPr sz="1600" spc="-10" dirty="0">
                <a:latin typeface="+mj-lt"/>
                <a:cs typeface="Calibri"/>
              </a:rPr>
              <a:t> </a:t>
            </a:r>
            <a:r>
              <a:rPr sz="1600" spc="-5" dirty="0">
                <a:latin typeface="+mj-lt"/>
                <a:cs typeface="Calibri"/>
              </a:rPr>
              <a:t>THERMOMAGNETIC</a:t>
            </a:r>
            <a:r>
              <a:rPr sz="1600" spc="20" dirty="0">
                <a:latin typeface="+mj-lt"/>
                <a:cs typeface="Calibri"/>
              </a:rPr>
              <a:t> </a:t>
            </a:r>
            <a:r>
              <a:rPr sz="1600" spc="-5" dirty="0">
                <a:latin typeface="+mj-lt"/>
                <a:cs typeface="Calibri"/>
              </a:rPr>
              <a:t>TRIP</a:t>
            </a:r>
            <a:r>
              <a:rPr sz="1600" spc="5" dirty="0">
                <a:latin typeface="+mj-lt"/>
                <a:cs typeface="Calibri"/>
              </a:rPr>
              <a:t> </a:t>
            </a:r>
            <a:r>
              <a:rPr sz="1600" spc="-10" dirty="0">
                <a:latin typeface="+mj-lt"/>
                <a:cs typeface="Calibri"/>
              </a:rPr>
              <a:t>UNIT/GV2ME06/GV2ME06</a:t>
            </a:r>
            <a:endParaRPr sz="1600">
              <a:latin typeface="+mj-lt"/>
              <a:cs typeface="Calibri"/>
            </a:endParaRPr>
          </a:p>
        </p:txBody>
      </p:sp>
      <p:sp>
        <p:nvSpPr>
          <p:cNvPr id="13" name="object 13"/>
          <p:cNvSpPr txBox="1"/>
          <p:nvPr/>
        </p:nvSpPr>
        <p:spPr>
          <a:xfrm>
            <a:off x="390143" y="5349240"/>
            <a:ext cx="2729865" cy="319318"/>
          </a:xfrm>
          <a:prstGeom prst="rect">
            <a:avLst/>
          </a:prstGeom>
          <a:solidFill>
            <a:srgbClr val="CCFFFF"/>
          </a:solidFill>
          <a:ln w="9525">
            <a:solidFill>
              <a:srgbClr val="000000"/>
            </a:solidFill>
          </a:ln>
        </p:spPr>
        <p:txBody>
          <a:bodyPr vert="horz" wrap="square" lIns="0" tIns="34290" rIns="0" bIns="0" rtlCol="0">
            <a:spAutoFit/>
          </a:bodyPr>
          <a:lstStyle/>
          <a:p>
            <a:pPr marL="90805">
              <a:lnSpc>
                <a:spcPct val="100000"/>
              </a:lnSpc>
              <a:spcBef>
                <a:spcPts val="270"/>
              </a:spcBef>
            </a:pPr>
            <a:r>
              <a:rPr sz="1850" spc="5" dirty="0">
                <a:latin typeface="+mj-lt"/>
                <a:cs typeface="Calibri"/>
              </a:rPr>
              <a:t>SAP</a:t>
            </a:r>
            <a:r>
              <a:rPr sz="1850" spc="-35" dirty="0">
                <a:latin typeface="+mj-lt"/>
                <a:cs typeface="Calibri"/>
              </a:rPr>
              <a:t> </a:t>
            </a:r>
            <a:r>
              <a:rPr sz="1850" spc="5" dirty="0">
                <a:latin typeface="+mj-lt"/>
                <a:cs typeface="Calibri"/>
              </a:rPr>
              <a:t>S/4</a:t>
            </a:r>
            <a:r>
              <a:rPr sz="1850" spc="-10" dirty="0">
                <a:latin typeface="+mj-lt"/>
                <a:cs typeface="Calibri"/>
              </a:rPr>
              <a:t> </a:t>
            </a:r>
            <a:r>
              <a:rPr sz="1850" spc="10" dirty="0">
                <a:latin typeface="+mj-lt"/>
                <a:cs typeface="Calibri"/>
              </a:rPr>
              <a:t>HANA</a:t>
            </a:r>
            <a:r>
              <a:rPr sz="1850" spc="-40" dirty="0">
                <a:latin typeface="+mj-lt"/>
                <a:cs typeface="Calibri"/>
              </a:rPr>
              <a:t> </a:t>
            </a:r>
            <a:r>
              <a:rPr sz="1850" spc="5" dirty="0">
                <a:latin typeface="+mj-lt"/>
                <a:cs typeface="Calibri"/>
              </a:rPr>
              <a:t>Description</a:t>
            </a:r>
            <a:endParaRPr sz="1850">
              <a:latin typeface="+mj-lt"/>
              <a:cs typeface="Calibri"/>
            </a:endParaRPr>
          </a:p>
        </p:txBody>
      </p:sp>
      <p:sp>
        <p:nvSpPr>
          <p:cNvPr id="14" name="object 14"/>
          <p:cNvSpPr txBox="1"/>
          <p:nvPr/>
        </p:nvSpPr>
        <p:spPr>
          <a:xfrm>
            <a:off x="390143" y="5835396"/>
            <a:ext cx="11485245" cy="682878"/>
          </a:xfrm>
          <a:prstGeom prst="rect">
            <a:avLst/>
          </a:prstGeom>
          <a:ln w="9525">
            <a:solidFill>
              <a:srgbClr val="000000"/>
            </a:solidFill>
          </a:ln>
        </p:spPr>
        <p:txBody>
          <a:bodyPr vert="horz" wrap="square" lIns="0" tIns="36194" rIns="0" bIns="0" rtlCol="0">
            <a:spAutoFit/>
          </a:bodyPr>
          <a:lstStyle/>
          <a:p>
            <a:pPr marL="90805" marR="588645">
              <a:lnSpc>
                <a:spcPct val="100000"/>
              </a:lnSpc>
              <a:spcBef>
                <a:spcPts val="284"/>
              </a:spcBef>
            </a:pPr>
            <a:r>
              <a:rPr sz="1400" spc="-5" dirty="0">
                <a:solidFill>
                  <a:srgbClr val="0F469B"/>
                </a:solidFill>
                <a:latin typeface="+mj-lt"/>
                <a:cs typeface="Calibri"/>
              </a:rPr>
              <a:t>BREAKER,</a:t>
            </a:r>
            <a:r>
              <a:rPr sz="1400" spc="-25" dirty="0">
                <a:solidFill>
                  <a:srgbClr val="0F469B"/>
                </a:solidFill>
                <a:latin typeface="+mj-lt"/>
                <a:cs typeface="Calibri"/>
              </a:rPr>
              <a:t> </a:t>
            </a:r>
            <a:r>
              <a:rPr sz="1400" spc="-15" dirty="0">
                <a:solidFill>
                  <a:srgbClr val="0F469B"/>
                </a:solidFill>
                <a:latin typeface="+mj-lt"/>
                <a:cs typeface="Calibri"/>
              </a:rPr>
              <a:t>CIRCUIT;</a:t>
            </a:r>
            <a:r>
              <a:rPr sz="1400" spc="10" dirty="0">
                <a:solidFill>
                  <a:srgbClr val="0F469B"/>
                </a:solidFill>
                <a:latin typeface="+mj-lt"/>
                <a:cs typeface="Calibri"/>
              </a:rPr>
              <a:t> </a:t>
            </a:r>
            <a:r>
              <a:rPr sz="1400" spc="-5" dirty="0">
                <a:solidFill>
                  <a:srgbClr val="0F469B"/>
                </a:solidFill>
                <a:latin typeface="+mj-lt"/>
                <a:cs typeface="Calibri"/>
              </a:rPr>
              <a:t>TYPE:</a:t>
            </a:r>
            <a:r>
              <a:rPr sz="1400" spc="20" dirty="0">
                <a:solidFill>
                  <a:srgbClr val="0F469B"/>
                </a:solidFill>
                <a:latin typeface="+mj-lt"/>
                <a:cs typeface="Calibri"/>
              </a:rPr>
              <a:t> </a:t>
            </a:r>
            <a:r>
              <a:rPr sz="1400" spc="-20" dirty="0">
                <a:solidFill>
                  <a:srgbClr val="0F469B"/>
                </a:solidFill>
                <a:latin typeface="+mj-lt"/>
                <a:cs typeface="Calibri"/>
              </a:rPr>
              <a:t>MOTOR</a:t>
            </a:r>
            <a:r>
              <a:rPr sz="1400" dirty="0">
                <a:solidFill>
                  <a:srgbClr val="0F469B"/>
                </a:solidFill>
                <a:latin typeface="+mj-lt"/>
                <a:cs typeface="Calibri"/>
              </a:rPr>
              <a:t> </a:t>
            </a:r>
            <a:r>
              <a:rPr sz="1400" spc="-10" dirty="0">
                <a:solidFill>
                  <a:srgbClr val="0F469B"/>
                </a:solidFill>
                <a:latin typeface="+mj-lt"/>
                <a:cs typeface="Calibri"/>
              </a:rPr>
              <a:t>PROTECTION,</a:t>
            </a:r>
            <a:r>
              <a:rPr sz="1400" dirty="0">
                <a:solidFill>
                  <a:srgbClr val="0F469B"/>
                </a:solidFill>
                <a:latin typeface="+mj-lt"/>
                <a:cs typeface="Calibri"/>
              </a:rPr>
              <a:t> </a:t>
            </a:r>
            <a:r>
              <a:rPr sz="1400" spc="-15" dirty="0">
                <a:solidFill>
                  <a:srgbClr val="0F469B"/>
                </a:solidFill>
                <a:latin typeface="+mj-lt"/>
                <a:cs typeface="Calibri"/>
              </a:rPr>
              <a:t>CURRENT:</a:t>
            </a:r>
            <a:r>
              <a:rPr sz="1400" dirty="0">
                <a:solidFill>
                  <a:srgbClr val="0F469B"/>
                </a:solidFill>
                <a:latin typeface="+mj-lt"/>
                <a:cs typeface="Calibri"/>
              </a:rPr>
              <a:t> 1-1.6</a:t>
            </a:r>
            <a:r>
              <a:rPr sz="1400" spc="5" dirty="0">
                <a:solidFill>
                  <a:srgbClr val="0F469B"/>
                </a:solidFill>
                <a:latin typeface="+mj-lt"/>
                <a:cs typeface="Calibri"/>
              </a:rPr>
              <a:t> A,</a:t>
            </a:r>
            <a:r>
              <a:rPr sz="1400" dirty="0">
                <a:solidFill>
                  <a:srgbClr val="0F469B"/>
                </a:solidFill>
                <a:latin typeface="+mj-lt"/>
                <a:cs typeface="Calibri"/>
              </a:rPr>
              <a:t> </a:t>
            </a:r>
            <a:r>
              <a:rPr sz="1400" spc="-35" dirty="0">
                <a:solidFill>
                  <a:srgbClr val="0F469B"/>
                </a:solidFill>
                <a:latin typeface="+mj-lt"/>
                <a:cs typeface="Calibri"/>
              </a:rPr>
              <a:t>VOLTAGE:</a:t>
            </a:r>
            <a:r>
              <a:rPr sz="1400" spc="30" dirty="0">
                <a:solidFill>
                  <a:srgbClr val="0F469B"/>
                </a:solidFill>
                <a:latin typeface="+mj-lt"/>
                <a:cs typeface="Calibri"/>
              </a:rPr>
              <a:t> </a:t>
            </a:r>
            <a:r>
              <a:rPr sz="1400" spc="-5" dirty="0">
                <a:solidFill>
                  <a:srgbClr val="0F469B"/>
                </a:solidFill>
                <a:latin typeface="+mj-lt"/>
                <a:cs typeface="Calibri"/>
              </a:rPr>
              <a:t>690</a:t>
            </a:r>
            <a:r>
              <a:rPr sz="1400" spc="10" dirty="0">
                <a:solidFill>
                  <a:srgbClr val="0F469B"/>
                </a:solidFill>
                <a:latin typeface="+mj-lt"/>
                <a:cs typeface="Calibri"/>
              </a:rPr>
              <a:t> </a:t>
            </a:r>
            <a:r>
              <a:rPr sz="1400" spc="-20" dirty="0">
                <a:solidFill>
                  <a:srgbClr val="0F469B"/>
                </a:solidFill>
                <a:latin typeface="+mj-lt"/>
                <a:cs typeface="Calibri"/>
              </a:rPr>
              <a:t>VAC,</a:t>
            </a:r>
            <a:r>
              <a:rPr sz="1400" dirty="0">
                <a:solidFill>
                  <a:srgbClr val="0F469B"/>
                </a:solidFill>
                <a:latin typeface="+mj-lt"/>
                <a:cs typeface="Calibri"/>
              </a:rPr>
              <a:t> </a:t>
            </a:r>
            <a:r>
              <a:rPr sz="1400" spc="-5" dirty="0">
                <a:solidFill>
                  <a:srgbClr val="0F469B"/>
                </a:solidFill>
                <a:latin typeface="+mj-lt"/>
                <a:cs typeface="Calibri"/>
              </a:rPr>
              <a:t>ELECTRICAL</a:t>
            </a:r>
            <a:r>
              <a:rPr sz="1400" spc="20" dirty="0">
                <a:solidFill>
                  <a:srgbClr val="0F469B"/>
                </a:solidFill>
                <a:latin typeface="+mj-lt"/>
                <a:cs typeface="Calibri"/>
              </a:rPr>
              <a:t> </a:t>
            </a:r>
            <a:r>
              <a:rPr sz="1400" spc="-5" dirty="0">
                <a:solidFill>
                  <a:srgbClr val="0F469B"/>
                </a:solidFill>
                <a:latin typeface="+mj-lt"/>
                <a:cs typeface="Calibri"/>
              </a:rPr>
              <a:t>POLE</a:t>
            </a:r>
            <a:r>
              <a:rPr sz="1400" dirty="0">
                <a:solidFill>
                  <a:srgbClr val="0F469B"/>
                </a:solidFill>
                <a:latin typeface="+mj-lt"/>
                <a:cs typeface="Calibri"/>
              </a:rPr>
              <a:t> </a:t>
            </a:r>
            <a:r>
              <a:rPr sz="1400" spc="-20" dirty="0">
                <a:solidFill>
                  <a:srgbClr val="0F469B"/>
                </a:solidFill>
                <a:latin typeface="+mj-lt"/>
                <a:cs typeface="Calibri"/>
              </a:rPr>
              <a:t>QUANTITY:</a:t>
            </a:r>
            <a:r>
              <a:rPr sz="1400" dirty="0">
                <a:solidFill>
                  <a:srgbClr val="0F469B"/>
                </a:solidFill>
                <a:latin typeface="+mj-lt"/>
                <a:cs typeface="Calibri"/>
              </a:rPr>
              <a:t> </a:t>
            </a:r>
            <a:r>
              <a:rPr sz="1400" spc="-60" dirty="0">
                <a:solidFill>
                  <a:srgbClr val="0F469B"/>
                </a:solidFill>
                <a:latin typeface="+mj-lt"/>
                <a:cs typeface="Calibri"/>
              </a:rPr>
              <a:t>3P,</a:t>
            </a:r>
            <a:r>
              <a:rPr sz="1400" spc="15" dirty="0">
                <a:solidFill>
                  <a:srgbClr val="0F469B"/>
                </a:solidFill>
                <a:latin typeface="+mj-lt"/>
                <a:cs typeface="Calibri"/>
              </a:rPr>
              <a:t> </a:t>
            </a:r>
            <a:r>
              <a:rPr sz="1400" dirty="0">
                <a:solidFill>
                  <a:srgbClr val="0F469B"/>
                </a:solidFill>
                <a:latin typeface="+mj-lt"/>
                <a:cs typeface="Calibri"/>
              </a:rPr>
              <a:t>INTERRUPT</a:t>
            </a:r>
            <a:r>
              <a:rPr sz="1400" spc="-10" dirty="0">
                <a:solidFill>
                  <a:srgbClr val="0F469B"/>
                </a:solidFill>
                <a:latin typeface="+mj-lt"/>
                <a:cs typeface="Calibri"/>
              </a:rPr>
              <a:t> </a:t>
            </a:r>
            <a:r>
              <a:rPr sz="1400" spc="-30" dirty="0">
                <a:solidFill>
                  <a:srgbClr val="0F469B"/>
                </a:solidFill>
                <a:latin typeface="+mj-lt"/>
                <a:cs typeface="Calibri"/>
              </a:rPr>
              <a:t>CAPACITY:</a:t>
            </a:r>
            <a:r>
              <a:rPr sz="1400" spc="55" dirty="0">
                <a:solidFill>
                  <a:srgbClr val="0F469B"/>
                </a:solidFill>
                <a:latin typeface="+mj-lt"/>
                <a:cs typeface="Calibri"/>
              </a:rPr>
              <a:t> </a:t>
            </a:r>
            <a:r>
              <a:rPr sz="1400" spc="-5" dirty="0">
                <a:solidFill>
                  <a:srgbClr val="0F469B"/>
                </a:solidFill>
                <a:latin typeface="+mj-lt"/>
                <a:cs typeface="Calibri"/>
              </a:rPr>
              <a:t>100</a:t>
            </a:r>
            <a:r>
              <a:rPr sz="1400" spc="10" dirty="0">
                <a:solidFill>
                  <a:srgbClr val="0F469B"/>
                </a:solidFill>
                <a:latin typeface="+mj-lt"/>
                <a:cs typeface="Calibri"/>
              </a:rPr>
              <a:t> </a:t>
            </a:r>
            <a:r>
              <a:rPr sz="1400" spc="5" dirty="0">
                <a:solidFill>
                  <a:srgbClr val="0F469B"/>
                </a:solidFill>
                <a:latin typeface="+mj-lt"/>
                <a:cs typeface="Calibri"/>
              </a:rPr>
              <a:t>KA, </a:t>
            </a:r>
            <a:r>
              <a:rPr sz="1400" spc="10" dirty="0">
                <a:solidFill>
                  <a:srgbClr val="0F469B"/>
                </a:solidFill>
                <a:latin typeface="+mj-lt"/>
                <a:cs typeface="Calibri"/>
              </a:rPr>
              <a:t> </a:t>
            </a:r>
            <a:r>
              <a:rPr sz="1400" spc="-15" dirty="0">
                <a:solidFill>
                  <a:srgbClr val="0F469B"/>
                </a:solidFill>
                <a:latin typeface="+mj-lt"/>
                <a:cs typeface="Calibri"/>
              </a:rPr>
              <a:t>TEMPERATURE</a:t>
            </a:r>
            <a:r>
              <a:rPr sz="1400" spc="5" dirty="0">
                <a:solidFill>
                  <a:srgbClr val="0F469B"/>
                </a:solidFill>
                <a:latin typeface="+mj-lt"/>
                <a:cs typeface="Calibri"/>
              </a:rPr>
              <a:t> </a:t>
            </a:r>
            <a:r>
              <a:rPr sz="1400" dirty="0">
                <a:solidFill>
                  <a:srgbClr val="0F469B"/>
                </a:solidFill>
                <a:latin typeface="+mj-lt"/>
                <a:cs typeface="Calibri"/>
              </a:rPr>
              <a:t>RANGE:</a:t>
            </a:r>
            <a:r>
              <a:rPr sz="1400" spc="-15" dirty="0">
                <a:solidFill>
                  <a:srgbClr val="0F469B"/>
                </a:solidFill>
                <a:latin typeface="+mj-lt"/>
                <a:cs typeface="Calibri"/>
              </a:rPr>
              <a:t> </a:t>
            </a:r>
            <a:r>
              <a:rPr sz="1400" dirty="0">
                <a:solidFill>
                  <a:srgbClr val="0F469B"/>
                </a:solidFill>
                <a:latin typeface="+mj-lt"/>
                <a:cs typeface="Calibri"/>
              </a:rPr>
              <a:t>-20 </a:t>
            </a:r>
            <a:r>
              <a:rPr sz="1400" spc="-20" dirty="0">
                <a:solidFill>
                  <a:srgbClr val="0F469B"/>
                </a:solidFill>
                <a:latin typeface="+mj-lt"/>
                <a:cs typeface="Calibri"/>
              </a:rPr>
              <a:t>TO</a:t>
            </a:r>
            <a:r>
              <a:rPr sz="1400" spc="-10" dirty="0">
                <a:solidFill>
                  <a:srgbClr val="0F469B"/>
                </a:solidFill>
                <a:latin typeface="+mj-lt"/>
                <a:cs typeface="Calibri"/>
              </a:rPr>
              <a:t> </a:t>
            </a:r>
            <a:r>
              <a:rPr sz="1400" dirty="0">
                <a:solidFill>
                  <a:srgbClr val="0F469B"/>
                </a:solidFill>
                <a:latin typeface="+mj-lt"/>
                <a:cs typeface="Calibri"/>
              </a:rPr>
              <a:t>60 </a:t>
            </a:r>
            <a:r>
              <a:rPr sz="1400" spc="-5" dirty="0">
                <a:solidFill>
                  <a:srgbClr val="0F469B"/>
                </a:solidFill>
                <a:latin typeface="+mj-lt"/>
                <a:cs typeface="Calibri"/>
              </a:rPr>
              <a:t>DEG</a:t>
            </a:r>
            <a:r>
              <a:rPr sz="1400" spc="-10" dirty="0">
                <a:solidFill>
                  <a:srgbClr val="0F469B"/>
                </a:solidFill>
                <a:latin typeface="+mj-lt"/>
                <a:cs typeface="Calibri"/>
              </a:rPr>
              <a:t> </a:t>
            </a:r>
            <a:r>
              <a:rPr sz="1400" spc="-5" dirty="0">
                <a:solidFill>
                  <a:srgbClr val="0F469B"/>
                </a:solidFill>
                <a:latin typeface="+mj-lt"/>
                <a:cs typeface="Calibri"/>
              </a:rPr>
              <a:t>C,</a:t>
            </a:r>
            <a:r>
              <a:rPr sz="1400" spc="5" dirty="0">
                <a:solidFill>
                  <a:srgbClr val="0F469B"/>
                </a:solidFill>
                <a:latin typeface="+mj-lt"/>
                <a:cs typeface="Calibri"/>
              </a:rPr>
              <a:t> </a:t>
            </a:r>
            <a:r>
              <a:rPr sz="1400" spc="-5" dirty="0">
                <a:solidFill>
                  <a:srgbClr val="0F469B"/>
                </a:solidFill>
                <a:latin typeface="+mj-lt"/>
                <a:cs typeface="Calibri"/>
              </a:rPr>
              <a:t>WIDTH: </a:t>
            </a:r>
            <a:r>
              <a:rPr sz="1400" dirty="0">
                <a:solidFill>
                  <a:srgbClr val="0F469B"/>
                </a:solidFill>
                <a:latin typeface="+mj-lt"/>
                <a:cs typeface="Calibri"/>
              </a:rPr>
              <a:t>45</a:t>
            </a:r>
            <a:r>
              <a:rPr sz="1400" spc="5" dirty="0">
                <a:solidFill>
                  <a:srgbClr val="0F469B"/>
                </a:solidFill>
                <a:latin typeface="+mj-lt"/>
                <a:cs typeface="Calibri"/>
              </a:rPr>
              <a:t> </a:t>
            </a:r>
            <a:r>
              <a:rPr sz="1400" dirty="0">
                <a:solidFill>
                  <a:srgbClr val="0F469B"/>
                </a:solidFill>
                <a:latin typeface="+mj-lt"/>
                <a:cs typeface="Calibri"/>
              </a:rPr>
              <a:t>MM,</a:t>
            </a:r>
            <a:r>
              <a:rPr sz="1400" spc="-5" dirty="0">
                <a:solidFill>
                  <a:srgbClr val="0F469B"/>
                </a:solidFill>
                <a:latin typeface="+mj-lt"/>
                <a:cs typeface="Calibri"/>
              </a:rPr>
              <a:t> </a:t>
            </a:r>
            <a:r>
              <a:rPr sz="1400" spc="-15" dirty="0">
                <a:solidFill>
                  <a:srgbClr val="0F469B"/>
                </a:solidFill>
                <a:latin typeface="+mj-lt"/>
                <a:cs typeface="Calibri"/>
              </a:rPr>
              <a:t>HEIGHT:</a:t>
            </a:r>
            <a:r>
              <a:rPr sz="1400" spc="5" dirty="0">
                <a:solidFill>
                  <a:srgbClr val="0F469B"/>
                </a:solidFill>
                <a:latin typeface="+mj-lt"/>
                <a:cs typeface="Calibri"/>
              </a:rPr>
              <a:t> </a:t>
            </a:r>
            <a:r>
              <a:rPr sz="1400" dirty="0">
                <a:solidFill>
                  <a:srgbClr val="0F469B"/>
                </a:solidFill>
                <a:latin typeface="+mj-lt"/>
                <a:cs typeface="Calibri"/>
              </a:rPr>
              <a:t>89 MM,</a:t>
            </a:r>
            <a:r>
              <a:rPr sz="1400" spc="-5" dirty="0">
                <a:solidFill>
                  <a:srgbClr val="0F469B"/>
                </a:solidFill>
                <a:latin typeface="+mj-lt"/>
                <a:cs typeface="Calibri"/>
              </a:rPr>
              <a:t> </a:t>
            </a:r>
            <a:r>
              <a:rPr sz="1400" spc="-15" dirty="0">
                <a:solidFill>
                  <a:srgbClr val="0F469B"/>
                </a:solidFill>
                <a:latin typeface="+mj-lt"/>
                <a:cs typeface="Calibri"/>
              </a:rPr>
              <a:t>STANDARD:</a:t>
            </a:r>
            <a:r>
              <a:rPr sz="1400" spc="-30" dirty="0">
                <a:solidFill>
                  <a:srgbClr val="0F469B"/>
                </a:solidFill>
                <a:latin typeface="+mj-lt"/>
                <a:cs typeface="Calibri"/>
              </a:rPr>
              <a:t> </a:t>
            </a:r>
            <a:r>
              <a:rPr sz="1400" spc="-5" dirty="0">
                <a:solidFill>
                  <a:srgbClr val="0F469B"/>
                </a:solidFill>
                <a:latin typeface="+mj-lt"/>
                <a:cs typeface="Calibri"/>
              </a:rPr>
              <a:t>EN/IEC </a:t>
            </a:r>
            <a:r>
              <a:rPr sz="1400" dirty="0">
                <a:solidFill>
                  <a:srgbClr val="0F469B"/>
                </a:solidFill>
                <a:latin typeface="+mj-lt"/>
                <a:cs typeface="Calibri"/>
              </a:rPr>
              <a:t>60947-2;</a:t>
            </a:r>
            <a:r>
              <a:rPr sz="1400" spc="10" dirty="0">
                <a:solidFill>
                  <a:srgbClr val="0F469B"/>
                </a:solidFill>
                <a:latin typeface="+mj-lt"/>
                <a:cs typeface="Calibri"/>
              </a:rPr>
              <a:t> </a:t>
            </a:r>
            <a:r>
              <a:rPr sz="1400" spc="-10" dirty="0">
                <a:solidFill>
                  <a:srgbClr val="0F469B"/>
                </a:solidFill>
                <a:latin typeface="+mj-lt"/>
                <a:cs typeface="Calibri"/>
              </a:rPr>
              <a:t>MANUFACTURER</a:t>
            </a:r>
            <a:r>
              <a:rPr sz="1400" spc="-25" dirty="0">
                <a:solidFill>
                  <a:srgbClr val="0F469B"/>
                </a:solidFill>
                <a:latin typeface="+mj-lt"/>
                <a:cs typeface="Calibri"/>
              </a:rPr>
              <a:t> </a:t>
            </a:r>
            <a:r>
              <a:rPr sz="1400" spc="-30" dirty="0">
                <a:solidFill>
                  <a:srgbClr val="0F469B"/>
                </a:solidFill>
                <a:latin typeface="+mj-lt"/>
                <a:cs typeface="Calibri"/>
              </a:rPr>
              <a:t>PART</a:t>
            </a:r>
            <a:r>
              <a:rPr sz="1400" dirty="0">
                <a:solidFill>
                  <a:srgbClr val="0F469B"/>
                </a:solidFill>
                <a:latin typeface="+mj-lt"/>
                <a:cs typeface="Calibri"/>
              </a:rPr>
              <a:t> </a:t>
            </a:r>
            <a:r>
              <a:rPr sz="1400" spc="-5" dirty="0">
                <a:solidFill>
                  <a:srgbClr val="0F469B"/>
                </a:solidFill>
                <a:latin typeface="+mj-lt"/>
                <a:cs typeface="Calibri"/>
              </a:rPr>
              <a:t>NO:</a:t>
            </a:r>
            <a:r>
              <a:rPr sz="1400" spc="-15" dirty="0">
                <a:solidFill>
                  <a:srgbClr val="0F469B"/>
                </a:solidFill>
                <a:latin typeface="+mj-lt"/>
                <a:cs typeface="Calibri"/>
              </a:rPr>
              <a:t> </a:t>
            </a:r>
            <a:r>
              <a:rPr sz="1400" spc="-5" dirty="0">
                <a:solidFill>
                  <a:srgbClr val="0F469B"/>
                </a:solidFill>
                <a:latin typeface="+mj-lt"/>
                <a:cs typeface="Calibri"/>
              </a:rPr>
              <a:t>GV2ME06;</a:t>
            </a:r>
            <a:r>
              <a:rPr sz="1400" spc="25" dirty="0">
                <a:solidFill>
                  <a:srgbClr val="0F469B"/>
                </a:solidFill>
                <a:latin typeface="+mj-lt"/>
                <a:cs typeface="Calibri"/>
              </a:rPr>
              <a:t> </a:t>
            </a:r>
            <a:r>
              <a:rPr sz="1400" spc="5" dirty="0">
                <a:solidFill>
                  <a:srgbClr val="0F469B"/>
                </a:solidFill>
                <a:latin typeface="+mj-lt"/>
                <a:cs typeface="Calibri"/>
              </a:rPr>
              <a:t>3D- </a:t>
            </a:r>
            <a:r>
              <a:rPr sz="1400" spc="10" dirty="0">
                <a:solidFill>
                  <a:srgbClr val="0F469B"/>
                </a:solidFill>
                <a:latin typeface="+mj-lt"/>
                <a:cs typeface="Calibri"/>
              </a:rPr>
              <a:t> </a:t>
            </a:r>
            <a:r>
              <a:rPr sz="1400" spc="-5" dirty="0">
                <a:solidFill>
                  <a:srgbClr val="0F469B"/>
                </a:solidFill>
                <a:latin typeface="+mj-lt"/>
                <a:cs typeface="Calibri"/>
              </a:rPr>
              <a:t>THERMOMAGNETIC</a:t>
            </a:r>
            <a:r>
              <a:rPr sz="1400" spc="-15" dirty="0">
                <a:solidFill>
                  <a:srgbClr val="0F469B"/>
                </a:solidFill>
                <a:latin typeface="+mj-lt"/>
                <a:cs typeface="Calibri"/>
              </a:rPr>
              <a:t> </a:t>
            </a:r>
            <a:r>
              <a:rPr sz="1400" spc="-5" dirty="0">
                <a:solidFill>
                  <a:srgbClr val="0F469B"/>
                </a:solidFill>
                <a:latin typeface="+mj-lt"/>
                <a:cs typeface="Calibri"/>
              </a:rPr>
              <a:t>TRIP</a:t>
            </a:r>
            <a:r>
              <a:rPr sz="1400" dirty="0">
                <a:solidFill>
                  <a:srgbClr val="0F469B"/>
                </a:solidFill>
                <a:latin typeface="+mj-lt"/>
                <a:cs typeface="Calibri"/>
              </a:rPr>
              <a:t> UNIT</a:t>
            </a:r>
            <a:endParaRPr sz="1400">
              <a:latin typeface="+mj-lt"/>
              <a:cs typeface="Calibri"/>
            </a:endParaRPr>
          </a:p>
        </p:txBody>
      </p:sp>
      <p:sp>
        <p:nvSpPr>
          <p:cNvPr id="15" name="object 15"/>
          <p:cNvSpPr txBox="1">
            <a:spLocks noGrp="1"/>
          </p:cNvSpPr>
          <p:nvPr>
            <p:ph type="title"/>
          </p:nvPr>
        </p:nvSpPr>
        <p:spPr>
          <a:xfrm>
            <a:off x="322579" y="240233"/>
            <a:ext cx="4930775" cy="360680"/>
          </a:xfrm>
          <a:prstGeom prst="rect">
            <a:avLst/>
          </a:prstGeom>
        </p:spPr>
        <p:txBody>
          <a:bodyPr vert="horz" wrap="square" lIns="0" tIns="12065" rIns="0" bIns="0" rtlCol="0">
            <a:spAutoFit/>
          </a:bodyPr>
          <a:lstStyle/>
          <a:p>
            <a:pPr marL="12700">
              <a:lnSpc>
                <a:spcPct val="100000"/>
              </a:lnSpc>
              <a:spcBef>
                <a:spcPts val="95"/>
              </a:spcBef>
            </a:pPr>
            <a:r>
              <a:rPr sz="2200" spc="-25" dirty="0">
                <a:solidFill>
                  <a:srgbClr val="0F469B"/>
                </a:solidFill>
                <a:latin typeface="+mj-lt"/>
              </a:rPr>
              <a:t>Data</a:t>
            </a:r>
            <a:r>
              <a:rPr sz="2200" spc="40" dirty="0">
                <a:solidFill>
                  <a:srgbClr val="0F469B"/>
                </a:solidFill>
                <a:latin typeface="+mj-lt"/>
              </a:rPr>
              <a:t> </a:t>
            </a:r>
            <a:r>
              <a:rPr sz="2200" spc="-10" dirty="0">
                <a:solidFill>
                  <a:srgbClr val="0F469B"/>
                </a:solidFill>
                <a:latin typeface="+mj-lt"/>
              </a:rPr>
              <a:t>Cleansing</a:t>
            </a:r>
            <a:r>
              <a:rPr sz="2200" dirty="0">
                <a:solidFill>
                  <a:srgbClr val="0F469B"/>
                </a:solidFill>
                <a:latin typeface="+mj-lt"/>
              </a:rPr>
              <a:t> </a:t>
            </a:r>
            <a:r>
              <a:rPr sz="2200" spc="-5" dirty="0">
                <a:solidFill>
                  <a:srgbClr val="0F469B"/>
                </a:solidFill>
                <a:latin typeface="+mj-lt"/>
              </a:rPr>
              <a:t>&amp;</a:t>
            </a:r>
            <a:r>
              <a:rPr sz="2200" spc="5" dirty="0">
                <a:solidFill>
                  <a:srgbClr val="0F469B"/>
                </a:solidFill>
                <a:latin typeface="+mj-lt"/>
              </a:rPr>
              <a:t> </a:t>
            </a:r>
            <a:r>
              <a:rPr sz="2200" spc="-15" dirty="0">
                <a:solidFill>
                  <a:srgbClr val="0F469B"/>
                </a:solidFill>
                <a:latin typeface="+mj-lt"/>
              </a:rPr>
              <a:t>Standardization</a:t>
            </a:r>
            <a:r>
              <a:rPr sz="2200" spc="40" dirty="0">
                <a:solidFill>
                  <a:srgbClr val="0F469B"/>
                </a:solidFill>
                <a:latin typeface="+mj-lt"/>
              </a:rPr>
              <a:t> </a:t>
            </a:r>
            <a:r>
              <a:rPr sz="2200" spc="-10" dirty="0">
                <a:solidFill>
                  <a:srgbClr val="0F469B"/>
                </a:solidFill>
                <a:latin typeface="+mj-lt"/>
              </a:rPr>
              <a:t>Example</a:t>
            </a:r>
            <a:endParaRPr sz="2200" dirty="0">
              <a:latin typeface="+mj-lt"/>
            </a:endParaRPr>
          </a:p>
        </p:txBody>
      </p:sp>
      <p:sp>
        <p:nvSpPr>
          <p:cNvPr id="16" name="object 16"/>
          <p:cNvSpPr txBox="1"/>
          <p:nvPr/>
        </p:nvSpPr>
        <p:spPr>
          <a:xfrm>
            <a:off x="8496300" y="1959864"/>
            <a:ext cx="899160" cy="318036"/>
          </a:xfrm>
          <a:prstGeom prst="rect">
            <a:avLst/>
          </a:prstGeom>
          <a:solidFill>
            <a:srgbClr val="CCFFFF"/>
          </a:solidFill>
          <a:ln w="9525">
            <a:solidFill>
              <a:srgbClr val="000000"/>
            </a:solidFill>
          </a:ln>
        </p:spPr>
        <p:txBody>
          <a:bodyPr vert="horz" wrap="square" lIns="0" tIns="33020" rIns="0" bIns="0" rtlCol="0">
            <a:spAutoFit/>
          </a:bodyPr>
          <a:lstStyle/>
          <a:p>
            <a:pPr marL="92075">
              <a:lnSpc>
                <a:spcPct val="100000"/>
              </a:lnSpc>
              <a:spcBef>
                <a:spcPts val="260"/>
              </a:spcBef>
            </a:pPr>
            <a:r>
              <a:rPr sz="1850" spc="-10" dirty="0">
                <a:latin typeface="+mj-lt"/>
                <a:cs typeface="Calibri"/>
              </a:rPr>
              <a:t>Values</a:t>
            </a:r>
            <a:endParaRPr sz="1850">
              <a:latin typeface="+mj-lt"/>
              <a:cs typeface="Calibri"/>
            </a:endParaRPr>
          </a:p>
        </p:txBody>
      </p:sp>
      <p:sp>
        <p:nvSpPr>
          <p:cNvPr id="17" name="object 17"/>
          <p:cNvSpPr txBox="1"/>
          <p:nvPr/>
        </p:nvSpPr>
        <p:spPr>
          <a:xfrm>
            <a:off x="10254995" y="1959864"/>
            <a:ext cx="742315" cy="318036"/>
          </a:xfrm>
          <a:prstGeom prst="rect">
            <a:avLst/>
          </a:prstGeom>
          <a:solidFill>
            <a:srgbClr val="CCFFFF"/>
          </a:solidFill>
          <a:ln w="9525">
            <a:solidFill>
              <a:srgbClr val="000000"/>
            </a:solidFill>
          </a:ln>
        </p:spPr>
        <p:txBody>
          <a:bodyPr vert="horz" wrap="square" lIns="0" tIns="33020" rIns="0" bIns="0" rtlCol="0">
            <a:spAutoFit/>
          </a:bodyPr>
          <a:lstStyle/>
          <a:p>
            <a:pPr marL="92710">
              <a:lnSpc>
                <a:spcPct val="100000"/>
              </a:lnSpc>
              <a:spcBef>
                <a:spcPts val="260"/>
              </a:spcBef>
            </a:pPr>
            <a:r>
              <a:rPr sz="1850" spc="10" dirty="0">
                <a:latin typeface="+mj-lt"/>
                <a:cs typeface="Calibri"/>
              </a:rPr>
              <a:t>UOM</a:t>
            </a:r>
            <a:endParaRPr sz="1850">
              <a:latin typeface="+mj-lt"/>
              <a:cs typeface="Calibri"/>
            </a:endParaRPr>
          </a:p>
        </p:txBody>
      </p:sp>
      <p:sp>
        <p:nvSpPr>
          <p:cNvPr id="18" name="object 18"/>
          <p:cNvSpPr txBox="1"/>
          <p:nvPr/>
        </p:nvSpPr>
        <p:spPr>
          <a:xfrm>
            <a:off x="8493632" y="2603170"/>
            <a:ext cx="1734820" cy="1727835"/>
          </a:xfrm>
          <a:prstGeom prst="rect">
            <a:avLst/>
          </a:prstGeom>
        </p:spPr>
        <p:txBody>
          <a:bodyPr vert="horz" wrap="square" lIns="0" tIns="12065" rIns="0" bIns="0" rtlCol="0">
            <a:spAutoFit/>
          </a:bodyPr>
          <a:lstStyle/>
          <a:p>
            <a:pPr marL="15240" marR="5080" indent="-3175">
              <a:lnSpc>
                <a:spcPct val="122500"/>
              </a:lnSpc>
              <a:spcBef>
                <a:spcPts val="95"/>
              </a:spcBef>
            </a:pPr>
            <a:r>
              <a:rPr sz="1850" b="1" spc="5" dirty="0">
                <a:solidFill>
                  <a:srgbClr val="0F469B"/>
                </a:solidFill>
                <a:latin typeface="+mj-lt"/>
                <a:cs typeface="Calibri"/>
              </a:rPr>
              <a:t>Motor</a:t>
            </a:r>
            <a:r>
              <a:rPr sz="1850" b="1" spc="-85" dirty="0">
                <a:solidFill>
                  <a:srgbClr val="0F469B"/>
                </a:solidFill>
                <a:latin typeface="+mj-lt"/>
                <a:cs typeface="Calibri"/>
              </a:rPr>
              <a:t> </a:t>
            </a:r>
            <a:r>
              <a:rPr sz="1850" b="1" dirty="0">
                <a:solidFill>
                  <a:srgbClr val="0F469B"/>
                </a:solidFill>
                <a:latin typeface="+mj-lt"/>
                <a:cs typeface="Calibri"/>
              </a:rPr>
              <a:t>Protection </a:t>
            </a:r>
            <a:r>
              <a:rPr sz="1850" b="1" spc="-405" dirty="0">
                <a:solidFill>
                  <a:srgbClr val="0F469B"/>
                </a:solidFill>
                <a:latin typeface="+mj-lt"/>
                <a:cs typeface="Calibri"/>
              </a:rPr>
              <a:t> </a:t>
            </a:r>
            <a:r>
              <a:rPr sz="1850" b="1" spc="5" dirty="0">
                <a:solidFill>
                  <a:srgbClr val="0F469B"/>
                </a:solidFill>
                <a:latin typeface="+mj-lt"/>
                <a:cs typeface="Calibri"/>
              </a:rPr>
              <a:t>1-1.6</a:t>
            </a:r>
            <a:endParaRPr sz="1850">
              <a:latin typeface="+mj-lt"/>
              <a:cs typeface="Calibri"/>
            </a:endParaRPr>
          </a:p>
          <a:p>
            <a:pPr marL="20955">
              <a:lnSpc>
                <a:spcPct val="100000"/>
              </a:lnSpc>
              <a:spcBef>
                <a:spcPts val="625"/>
              </a:spcBef>
            </a:pPr>
            <a:r>
              <a:rPr sz="1850" b="1" spc="5" dirty="0">
                <a:solidFill>
                  <a:srgbClr val="0F469B"/>
                </a:solidFill>
                <a:latin typeface="+mj-lt"/>
                <a:cs typeface="Calibri"/>
              </a:rPr>
              <a:t>690</a:t>
            </a:r>
            <a:endParaRPr sz="1850">
              <a:latin typeface="+mj-lt"/>
              <a:cs typeface="Calibri"/>
            </a:endParaRPr>
          </a:p>
          <a:p>
            <a:pPr marL="20955">
              <a:lnSpc>
                <a:spcPct val="100000"/>
              </a:lnSpc>
              <a:spcBef>
                <a:spcPts val="130"/>
              </a:spcBef>
            </a:pPr>
            <a:r>
              <a:rPr sz="1850" b="1" spc="5" dirty="0">
                <a:latin typeface="+mj-lt"/>
                <a:cs typeface="Calibri"/>
              </a:rPr>
              <a:t>3P</a:t>
            </a:r>
            <a:endParaRPr sz="1850">
              <a:latin typeface="+mj-lt"/>
              <a:cs typeface="Calibri"/>
            </a:endParaRPr>
          </a:p>
          <a:p>
            <a:pPr marL="37465">
              <a:lnSpc>
                <a:spcPct val="100000"/>
              </a:lnSpc>
              <a:spcBef>
                <a:spcPts val="550"/>
              </a:spcBef>
            </a:pPr>
            <a:r>
              <a:rPr sz="1850" b="1" spc="10" dirty="0">
                <a:solidFill>
                  <a:srgbClr val="0F469B"/>
                </a:solidFill>
                <a:latin typeface="+mj-lt"/>
                <a:cs typeface="Calibri"/>
              </a:rPr>
              <a:t>100</a:t>
            </a:r>
            <a:endParaRPr sz="1850">
              <a:latin typeface="+mj-lt"/>
              <a:cs typeface="Calibri"/>
            </a:endParaRPr>
          </a:p>
        </p:txBody>
      </p:sp>
      <p:sp>
        <p:nvSpPr>
          <p:cNvPr id="19" name="object 19"/>
          <p:cNvSpPr txBox="1"/>
          <p:nvPr/>
        </p:nvSpPr>
        <p:spPr>
          <a:xfrm>
            <a:off x="10648568" y="2947212"/>
            <a:ext cx="421005" cy="662746"/>
          </a:xfrm>
          <a:prstGeom prst="rect">
            <a:avLst/>
          </a:prstGeom>
        </p:spPr>
        <p:txBody>
          <a:bodyPr vert="horz" wrap="square" lIns="0" tIns="12065" rIns="0" bIns="0" rtlCol="0">
            <a:spAutoFit/>
          </a:bodyPr>
          <a:lstStyle/>
          <a:p>
            <a:pPr marL="12700" marR="5080" indent="64769">
              <a:lnSpc>
                <a:spcPct val="117800"/>
              </a:lnSpc>
              <a:spcBef>
                <a:spcPts val="95"/>
              </a:spcBef>
            </a:pPr>
            <a:r>
              <a:rPr sz="1850" b="1" spc="10" dirty="0">
                <a:solidFill>
                  <a:srgbClr val="0F469B"/>
                </a:solidFill>
                <a:latin typeface="+mj-lt"/>
                <a:cs typeface="Calibri"/>
              </a:rPr>
              <a:t>A </a:t>
            </a:r>
            <a:r>
              <a:rPr sz="1850" b="1" spc="15" dirty="0">
                <a:solidFill>
                  <a:srgbClr val="0F469B"/>
                </a:solidFill>
                <a:latin typeface="+mj-lt"/>
                <a:cs typeface="Calibri"/>
              </a:rPr>
              <a:t> </a:t>
            </a:r>
            <a:r>
              <a:rPr sz="1850" b="1" spc="-90" dirty="0">
                <a:solidFill>
                  <a:srgbClr val="1F487C"/>
                </a:solidFill>
                <a:latin typeface="+mj-lt"/>
                <a:cs typeface="Calibri"/>
              </a:rPr>
              <a:t>V</a:t>
            </a:r>
            <a:r>
              <a:rPr sz="1850" b="1" spc="-10" dirty="0">
                <a:solidFill>
                  <a:srgbClr val="1F487C"/>
                </a:solidFill>
                <a:latin typeface="+mj-lt"/>
                <a:cs typeface="Calibri"/>
              </a:rPr>
              <a:t>A</a:t>
            </a:r>
            <a:r>
              <a:rPr sz="1850" b="1" spc="10" dirty="0">
                <a:solidFill>
                  <a:srgbClr val="1F487C"/>
                </a:solidFill>
                <a:latin typeface="+mj-lt"/>
                <a:cs typeface="Calibri"/>
              </a:rPr>
              <a:t>C</a:t>
            </a:r>
            <a:endParaRPr sz="1850">
              <a:latin typeface="+mj-lt"/>
              <a:cs typeface="Calibri"/>
            </a:endParaRPr>
          </a:p>
        </p:txBody>
      </p:sp>
      <p:sp>
        <p:nvSpPr>
          <p:cNvPr id="20" name="object 20"/>
          <p:cNvSpPr txBox="1"/>
          <p:nvPr/>
        </p:nvSpPr>
        <p:spPr>
          <a:xfrm>
            <a:off x="10713466" y="4043934"/>
            <a:ext cx="299085" cy="311150"/>
          </a:xfrm>
          <a:prstGeom prst="rect">
            <a:avLst/>
          </a:prstGeom>
        </p:spPr>
        <p:txBody>
          <a:bodyPr vert="horz" wrap="square" lIns="0" tIns="15240" rIns="0" bIns="0" rtlCol="0">
            <a:spAutoFit/>
          </a:bodyPr>
          <a:lstStyle/>
          <a:p>
            <a:pPr marL="12700">
              <a:lnSpc>
                <a:spcPct val="100000"/>
              </a:lnSpc>
              <a:spcBef>
                <a:spcPts val="120"/>
              </a:spcBef>
            </a:pPr>
            <a:r>
              <a:rPr sz="1850" b="1" spc="5" dirty="0">
                <a:solidFill>
                  <a:srgbClr val="0F469B"/>
                </a:solidFill>
                <a:latin typeface="+mj-lt"/>
                <a:cs typeface="Calibri"/>
              </a:rPr>
              <a:t>KA</a:t>
            </a:r>
            <a:endParaRPr sz="1850">
              <a:latin typeface="+mj-lt"/>
              <a:cs typeface="Calibri"/>
            </a:endParaRPr>
          </a:p>
        </p:txBody>
      </p:sp>
      <p:sp>
        <p:nvSpPr>
          <p:cNvPr id="21" name="object 21"/>
          <p:cNvSpPr txBox="1"/>
          <p:nvPr/>
        </p:nvSpPr>
        <p:spPr>
          <a:xfrm>
            <a:off x="8530590" y="5051685"/>
            <a:ext cx="2744470" cy="800100"/>
          </a:xfrm>
          <a:prstGeom prst="rect">
            <a:avLst/>
          </a:prstGeom>
        </p:spPr>
        <p:txBody>
          <a:bodyPr vert="horz" wrap="square" lIns="0" tIns="117475" rIns="0" bIns="0" rtlCol="0">
            <a:spAutoFit/>
          </a:bodyPr>
          <a:lstStyle/>
          <a:p>
            <a:pPr marL="12700">
              <a:lnSpc>
                <a:spcPct val="100000"/>
              </a:lnSpc>
              <a:spcBef>
                <a:spcPts val="925"/>
              </a:spcBef>
              <a:tabLst>
                <a:tab pos="2139315" algn="l"/>
              </a:tabLst>
            </a:pPr>
            <a:r>
              <a:rPr sz="1850" b="1" spc="10" dirty="0">
                <a:solidFill>
                  <a:srgbClr val="1F487C"/>
                </a:solidFill>
                <a:latin typeface="+mj-lt"/>
                <a:cs typeface="Calibri"/>
              </a:rPr>
              <a:t>-20</a:t>
            </a:r>
            <a:r>
              <a:rPr sz="1850" b="1" spc="5" dirty="0">
                <a:solidFill>
                  <a:srgbClr val="1F487C"/>
                </a:solidFill>
                <a:latin typeface="+mj-lt"/>
                <a:cs typeface="Calibri"/>
              </a:rPr>
              <a:t> </a:t>
            </a:r>
            <a:r>
              <a:rPr sz="1850" b="1" dirty="0">
                <a:solidFill>
                  <a:srgbClr val="1F487C"/>
                </a:solidFill>
                <a:latin typeface="+mj-lt"/>
                <a:cs typeface="Calibri"/>
              </a:rPr>
              <a:t>to</a:t>
            </a:r>
            <a:r>
              <a:rPr sz="1850" b="1" spc="-5" dirty="0">
                <a:solidFill>
                  <a:srgbClr val="1F487C"/>
                </a:solidFill>
                <a:latin typeface="+mj-lt"/>
                <a:cs typeface="Calibri"/>
              </a:rPr>
              <a:t> </a:t>
            </a:r>
            <a:r>
              <a:rPr sz="1850" b="1" spc="10" dirty="0">
                <a:solidFill>
                  <a:srgbClr val="1F487C"/>
                </a:solidFill>
                <a:latin typeface="+mj-lt"/>
                <a:cs typeface="Calibri"/>
              </a:rPr>
              <a:t>60	</a:t>
            </a:r>
            <a:r>
              <a:rPr sz="2775" b="1" baseline="3003" dirty="0">
                <a:solidFill>
                  <a:srgbClr val="0F469B"/>
                </a:solidFill>
                <a:latin typeface="+mj-lt"/>
                <a:cs typeface="Calibri"/>
              </a:rPr>
              <a:t>DEG</a:t>
            </a:r>
            <a:r>
              <a:rPr sz="2775" b="1" spc="-120" baseline="3003" dirty="0">
                <a:solidFill>
                  <a:srgbClr val="0F469B"/>
                </a:solidFill>
                <a:latin typeface="+mj-lt"/>
                <a:cs typeface="Calibri"/>
              </a:rPr>
              <a:t> </a:t>
            </a:r>
            <a:r>
              <a:rPr sz="2775" b="1" spc="15" baseline="3003" dirty="0">
                <a:solidFill>
                  <a:srgbClr val="0F469B"/>
                </a:solidFill>
                <a:latin typeface="+mj-lt"/>
                <a:cs typeface="Calibri"/>
              </a:rPr>
              <a:t>C</a:t>
            </a:r>
            <a:endParaRPr sz="2775" baseline="3003">
              <a:latin typeface="+mj-lt"/>
              <a:cs typeface="Calibri"/>
            </a:endParaRPr>
          </a:p>
          <a:p>
            <a:pPr marL="66675">
              <a:lnSpc>
                <a:spcPct val="100000"/>
              </a:lnSpc>
              <a:spcBef>
                <a:spcPts val="830"/>
              </a:spcBef>
            </a:pPr>
            <a:r>
              <a:rPr sz="1850" b="1" spc="5" dirty="0">
                <a:solidFill>
                  <a:srgbClr val="0F469B"/>
                </a:solidFill>
                <a:latin typeface="+mj-lt"/>
                <a:cs typeface="Calibri"/>
              </a:rPr>
              <a:t>EN/IEC</a:t>
            </a:r>
            <a:r>
              <a:rPr sz="1850" b="1" spc="-45" dirty="0">
                <a:solidFill>
                  <a:srgbClr val="0F469B"/>
                </a:solidFill>
                <a:latin typeface="+mj-lt"/>
                <a:cs typeface="Calibri"/>
              </a:rPr>
              <a:t> </a:t>
            </a:r>
            <a:r>
              <a:rPr sz="1850" b="1" spc="5" dirty="0">
                <a:solidFill>
                  <a:srgbClr val="0F469B"/>
                </a:solidFill>
                <a:latin typeface="+mj-lt"/>
                <a:cs typeface="Calibri"/>
              </a:rPr>
              <a:t>60947-2</a:t>
            </a:r>
            <a:endParaRPr sz="1850">
              <a:latin typeface="+mj-lt"/>
              <a:cs typeface="Calibri"/>
            </a:endParaRPr>
          </a:p>
        </p:txBody>
      </p:sp>
      <p:sp>
        <p:nvSpPr>
          <p:cNvPr id="22" name="object 22"/>
          <p:cNvSpPr txBox="1"/>
          <p:nvPr/>
        </p:nvSpPr>
        <p:spPr>
          <a:xfrm>
            <a:off x="266801" y="6531965"/>
            <a:ext cx="465455" cy="258404"/>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mj-lt"/>
                <a:cs typeface="Calibri"/>
              </a:rPr>
              <a:t>P</a:t>
            </a:r>
            <a:r>
              <a:rPr sz="1600" dirty="0">
                <a:solidFill>
                  <a:srgbClr val="FFFFFF"/>
                </a:solidFill>
                <a:latin typeface="+mj-lt"/>
                <a:cs typeface="Calibri"/>
              </a:rPr>
              <a:t>i</a:t>
            </a:r>
            <a:r>
              <a:rPr sz="1600" spc="-10" dirty="0">
                <a:solidFill>
                  <a:srgbClr val="FFFFFF"/>
                </a:solidFill>
                <a:latin typeface="+mj-lt"/>
                <a:cs typeface="Calibri"/>
              </a:rPr>
              <a:t>Log</a:t>
            </a:r>
            <a:endParaRPr sz="1600" dirty="0">
              <a:latin typeface="+mj-lt"/>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7891" y="213486"/>
            <a:ext cx="8082280" cy="391160"/>
          </a:xfrm>
          <a:prstGeom prst="rect">
            <a:avLst/>
          </a:prstGeom>
        </p:spPr>
        <p:txBody>
          <a:bodyPr vert="horz" wrap="square" lIns="0" tIns="12700" rIns="0" bIns="0" rtlCol="0">
            <a:spAutoFit/>
          </a:bodyPr>
          <a:lstStyle/>
          <a:p>
            <a:pPr marL="12700">
              <a:lnSpc>
                <a:spcPct val="100000"/>
              </a:lnSpc>
              <a:spcBef>
                <a:spcPts val="100"/>
              </a:spcBef>
              <a:tabLst>
                <a:tab pos="5275580" algn="l"/>
              </a:tabLst>
            </a:pPr>
            <a:r>
              <a:rPr sz="2400" spc="-10" dirty="0">
                <a:solidFill>
                  <a:srgbClr val="0F469B"/>
                </a:solidFill>
                <a:latin typeface="+mj-lt"/>
              </a:rPr>
              <a:t>Material</a:t>
            </a:r>
            <a:r>
              <a:rPr sz="2400" spc="15" dirty="0">
                <a:solidFill>
                  <a:srgbClr val="0F469B"/>
                </a:solidFill>
                <a:latin typeface="+mj-lt"/>
              </a:rPr>
              <a:t> </a:t>
            </a:r>
            <a:r>
              <a:rPr sz="2400" spc="-10" dirty="0">
                <a:solidFill>
                  <a:srgbClr val="0F469B"/>
                </a:solidFill>
                <a:latin typeface="+mj-lt"/>
              </a:rPr>
              <a:t>Harmonization</a:t>
            </a:r>
            <a:r>
              <a:rPr sz="2400" spc="5" dirty="0">
                <a:solidFill>
                  <a:srgbClr val="0F469B"/>
                </a:solidFill>
                <a:latin typeface="+mj-lt"/>
              </a:rPr>
              <a:t> </a:t>
            </a:r>
            <a:r>
              <a:rPr sz="2400" dirty="0">
                <a:solidFill>
                  <a:srgbClr val="0F469B"/>
                </a:solidFill>
                <a:latin typeface="+mj-lt"/>
              </a:rPr>
              <a:t>and</a:t>
            </a:r>
            <a:r>
              <a:rPr sz="2400" spc="10" dirty="0">
                <a:solidFill>
                  <a:srgbClr val="0F469B"/>
                </a:solidFill>
                <a:latin typeface="+mj-lt"/>
              </a:rPr>
              <a:t> </a:t>
            </a:r>
            <a:r>
              <a:rPr sz="2400" spc="-10" dirty="0">
                <a:solidFill>
                  <a:srgbClr val="0F469B"/>
                </a:solidFill>
                <a:latin typeface="+mj-lt"/>
              </a:rPr>
              <a:t>Cataloguing	Outcome</a:t>
            </a:r>
            <a:r>
              <a:rPr sz="2400" spc="-40" dirty="0">
                <a:solidFill>
                  <a:srgbClr val="0F469B"/>
                </a:solidFill>
                <a:latin typeface="+mj-lt"/>
              </a:rPr>
              <a:t> </a:t>
            </a:r>
            <a:r>
              <a:rPr sz="2400" spc="-10" dirty="0">
                <a:solidFill>
                  <a:srgbClr val="0F469B"/>
                </a:solidFill>
                <a:latin typeface="+mj-lt"/>
              </a:rPr>
              <a:t>(Example….)</a:t>
            </a:r>
            <a:endParaRPr sz="2400">
              <a:latin typeface="+mj-lt"/>
            </a:endParaRPr>
          </a:p>
        </p:txBody>
      </p:sp>
      <p:sp>
        <p:nvSpPr>
          <p:cNvPr id="3" name="object 3"/>
          <p:cNvSpPr/>
          <p:nvPr/>
        </p:nvSpPr>
        <p:spPr>
          <a:xfrm>
            <a:off x="2585339" y="1658239"/>
            <a:ext cx="1988820" cy="132715"/>
          </a:xfrm>
          <a:custGeom>
            <a:avLst/>
            <a:gdLst/>
            <a:ahLst/>
            <a:cxnLst/>
            <a:rect l="l" t="t" r="r" b="b"/>
            <a:pathLst>
              <a:path w="1988820" h="132714">
                <a:moveTo>
                  <a:pt x="1907069" y="80803"/>
                </a:moveTo>
                <a:lnTo>
                  <a:pt x="1860041" y="107823"/>
                </a:lnTo>
                <a:lnTo>
                  <a:pt x="1857628" y="116586"/>
                </a:lnTo>
                <a:lnTo>
                  <a:pt x="1865502" y="130301"/>
                </a:lnTo>
                <a:lnTo>
                  <a:pt x="1874265" y="132714"/>
                </a:lnTo>
                <a:lnTo>
                  <a:pt x="1963926" y="81152"/>
                </a:lnTo>
                <a:lnTo>
                  <a:pt x="1959990" y="81152"/>
                </a:lnTo>
                <a:lnTo>
                  <a:pt x="1907069" y="80803"/>
                </a:lnTo>
                <a:close/>
              </a:path>
              <a:path w="1988820" h="132714">
                <a:moveTo>
                  <a:pt x="1931617" y="66699"/>
                </a:moveTo>
                <a:lnTo>
                  <a:pt x="1907069" y="80803"/>
                </a:lnTo>
                <a:lnTo>
                  <a:pt x="1959990" y="81152"/>
                </a:lnTo>
                <a:lnTo>
                  <a:pt x="1959999" y="79248"/>
                </a:lnTo>
                <a:lnTo>
                  <a:pt x="1952752" y="79248"/>
                </a:lnTo>
                <a:lnTo>
                  <a:pt x="1931617" y="66699"/>
                </a:lnTo>
                <a:close/>
              </a:path>
              <a:path w="1988820" h="132714">
                <a:moveTo>
                  <a:pt x="1875155" y="0"/>
                </a:moveTo>
                <a:lnTo>
                  <a:pt x="1866391" y="2286"/>
                </a:lnTo>
                <a:lnTo>
                  <a:pt x="1862327" y="9016"/>
                </a:lnTo>
                <a:lnTo>
                  <a:pt x="1858264" y="15875"/>
                </a:lnTo>
                <a:lnTo>
                  <a:pt x="1860550" y="24637"/>
                </a:lnTo>
                <a:lnTo>
                  <a:pt x="1867408" y="28575"/>
                </a:lnTo>
                <a:lnTo>
                  <a:pt x="1907251" y="52231"/>
                </a:lnTo>
                <a:lnTo>
                  <a:pt x="1960118" y="52577"/>
                </a:lnTo>
                <a:lnTo>
                  <a:pt x="1959990" y="81152"/>
                </a:lnTo>
                <a:lnTo>
                  <a:pt x="1963926" y="81152"/>
                </a:lnTo>
                <a:lnTo>
                  <a:pt x="1988439" y="67056"/>
                </a:lnTo>
                <a:lnTo>
                  <a:pt x="1881886" y="4063"/>
                </a:lnTo>
                <a:lnTo>
                  <a:pt x="1875155" y="0"/>
                </a:lnTo>
                <a:close/>
              </a:path>
              <a:path w="1988820" h="132714">
                <a:moveTo>
                  <a:pt x="254" y="39750"/>
                </a:moveTo>
                <a:lnTo>
                  <a:pt x="0" y="68199"/>
                </a:lnTo>
                <a:lnTo>
                  <a:pt x="1907069" y="80803"/>
                </a:lnTo>
                <a:lnTo>
                  <a:pt x="1931617" y="66699"/>
                </a:lnTo>
                <a:lnTo>
                  <a:pt x="1907251" y="52231"/>
                </a:lnTo>
                <a:lnTo>
                  <a:pt x="254" y="39750"/>
                </a:lnTo>
                <a:close/>
              </a:path>
              <a:path w="1988820" h="132714">
                <a:moveTo>
                  <a:pt x="1952878" y="54483"/>
                </a:moveTo>
                <a:lnTo>
                  <a:pt x="1931617" y="66699"/>
                </a:lnTo>
                <a:lnTo>
                  <a:pt x="1952752" y="79248"/>
                </a:lnTo>
                <a:lnTo>
                  <a:pt x="1952878" y="54483"/>
                </a:lnTo>
                <a:close/>
              </a:path>
              <a:path w="1988820" h="132714">
                <a:moveTo>
                  <a:pt x="1960109" y="54483"/>
                </a:moveTo>
                <a:lnTo>
                  <a:pt x="1952878" y="54483"/>
                </a:lnTo>
                <a:lnTo>
                  <a:pt x="1952752" y="79248"/>
                </a:lnTo>
                <a:lnTo>
                  <a:pt x="1959999" y="79248"/>
                </a:lnTo>
                <a:lnTo>
                  <a:pt x="1960109" y="54483"/>
                </a:lnTo>
                <a:close/>
              </a:path>
              <a:path w="1988820" h="132714">
                <a:moveTo>
                  <a:pt x="1907251" y="52231"/>
                </a:moveTo>
                <a:lnTo>
                  <a:pt x="1931617" y="66699"/>
                </a:lnTo>
                <a:lnTo>
                  <a:pt x="1952878" y="54483"/>
                </a:lnTo>
                <a:lnTo>
                  <a:pt x="1960109" y="54483"/>
                </a:lnTo>
                <a:lnTo>
                  <a:pt x="1960118" y="52577"/>
                </a:lnTo>
                <a:lnTo>
                  <a:pt x="1907251" y="52231"/>
                </a:lnTo>
                <a:close/>
              </a:path>
            </a:pathLst>
          </a:custGeom>
          <a:solidFill>
            <a:srgbClr val="000000"/>
          </a:solidFill>
        </p:spPr>
        <p:txBody>
          <a:bodyPr wrap="square" lIns="0" tIns="0" rIns="0" bIns="0" rtlCol="0"/>
          <a:lstStyle/>
          <a:p>
            <a:endParaRPr>
              <a:latin typeface="+mj-lt"/>
            </a:endParaRPr>
          </a:p>
        </p:txBody>
      </p:sp>
      <p:sp>
        <p:nvSpPr>
          <p:cNvPr id="4" name="object 4"/>
          <p:cNvSpPr txBox="1"/>
          <p:nvPr/>
        </p:nvSpPr>
        <p:spPr>
          <a:xfrm>
            <a:off x="7381493" y="1483613"/>
            <a:ext cx="3131820" cy="367408"/>
          </a:xfrm>
          <a:prstGeom prst="rect">
            <a:avLst/>
          </a:prstGeom>
          <a:solidFill>
            <a:srgbClr val="0F469B"/>
          </a:solidFill>
          <a:ln w="25400">
            <a:solidFill>
              <a:srgbClr val="093170"/>
            </a:solidFill>
          </a:ln>
        </p:spPr>
        <p:txBody>
          <a:bodyPr vert="horz" wrap="square" lIns="0" tIns="150495" rIns="0" bIns="0" rtlCol="0">
            <a:spAutoFit/>
          </a:bodyPr>
          <a:lstStyle/>
          <a:p>
            <a:pPr marL="1022985">
              <a:lnSpc>
                <a:spcPct val="100000"/>
              </a:lnSpc>
              <a:spcBef>
                <a:spcPts val="1185"/>
              </a:spcBef>
            </a:pPr>
            <a:r>
              <a:rPr sz="1400" spc="-5" dirty="0">
                <a:solidFill>
                  <a:srgbClr val="FFFFFF"/>
                </a:solidFill>
                <a:latin typeface="+mj-lt"/>
                <a:cs typeface="Calibri"/>
              </a:rPr>
              <a:t>BEARING,</a:t>
            </a:r>
            <a:r>
              <a:rPr sz="1400" spc="-50" dirty="0">
                <a:solidFill>
                  <a:srgbClr val="FFFFFF"/>
                </a:solidFill>
                <a:latin typeface="+mj-lt"/>
                <a:cs typeface="Calibri"/>
              </a:rPr>
              <a:t> </a:t>
            </a:r>
            <a:r>
              <a:rPr sz="1400" spc="-5" dirty="0">
                <a:solidFill>
                  <a:srgbClr val="FFFFFF"/>
                </a:solidFill>
                <a:latin typeface="+mj-lt"/>
                <a:cs typeface="Calibri"/>
              </a:rPr>
              <a:t>BALL</a:t>
            </a:r>
            <a:endParaRPr sz="1400">
              <a:latin typeface="+mj-lt"/>
              <a:cs typeface="Calibri"/>
            </a:endParaRPr>
          </a:p>
        </p:txBody>
      </p:sp>
      <p:sp>
        <p:nvSpPr>
          <p:cNvPr id="5" name="object 5"/>
          <p:cNvSpPr/>
          <p:nvPr/>
        </p:nvSpPr>
        <p:spPr>
          <a:xfrm>
            <a:off x="4574285" y="1483613"/>
            <a:ext cx="1350645" cy="431800"/>
          </a:xfrm>
          <a:custGeom>
            <a:avLst/>
            <a:gdLst/>
            <a:ahLst/>
            <a:cxnLst/>
            <a:rect l="l" t="t" r="r" b="b"/>
            <a:pathLst>
              <a:path w="1350645" h="431800">
                <a:moveTo>
                  <a:pt x="1350264" y="0"/>
                </a:moveTo>
                <a:lnTo>
                  <a:pt x="0" y="0"/>
                </a:lnTo>
                <a:lnTo>
                  <a:pt x="0" y="431291"/>
                </a:lnTo>
                <a:lnTo>
                  <a:pt x="1350264" y="431291"/>
                </a:lnTo>
                <a:lnTo>
                  <a:pt x="1350264" y="0"/>
                </a:lnTo>
                <a:close/>
              </a:path>
            </a:pathLst>
          </a:custGeom>
          <a:solidFill>
            <a:srgbClr val="C5D9F0"/>
          </a:solidFill>
        </p:spPr>
        <p:txBody>
          <a:bodyPr wrap="square" lIns="0" tIns="0" rIns="0" bIns="0" rtlCol="0"/>
          <a:lstStyle/>
          <a:p>
            <a:endParaRPr>
              <a:latin typeface="+mj-lt"/>
            </a:endParaRPr>
          </a:p>
        </p:txBody>
      </p:sp>
      <p:sp>
        <p:nvSpPr>
          <p:cNvPr id="6" name="object 6"/>
          <p:cNvSpPr txBox="1"/>
          <p:nvPr/>
        </p:nvSpPr>
        <p:spPr>
          <a:xfrm>
            <a:off x="4574285" y="1483613"/>
            <a:ext cx="1350645" cy="312906"/>
          </a:xfrm>
          <a:prstGeom prst="rect">
            <a:avLst/>
          </a:prstGeom>
          <a:ln w="25400">
            <a:solidFill>
              <a:srgbClr val="093170"/>
            </a:solidFill>
          </a:ln>
        </p:spPr>
        <p:txBody>
          <a:bodyPr vert="horz" wrap="square" lIns="0" tIns="96520" rIns="0" bIns="0" rtlCol="0">
            <a:spAutoFit/>
          </a:bodyPr>
          <a:lstStyle/>
          <a:p>
            <a:pPr marL="243204">
              <a:lnSpc>
                <a:spcPct val="100000"/>
              </a:lnSpc>
              <a:spcBef>
                <a:spcPts val="760"/>
              </a:spcBef>
            </a:pPr>
            <a:r>
              <a:rPr sz="1400" spc="-5" dirty="0">
                <a:latin typeface="+mj-lt"/>
                <a:cs typeface="Calibri"/>
              </a:rPr>
              <a:t>Assign</a:t>
            </a:r>
            <a:r>
              <a:rPr sz="1400" spc="-40" dirty="0">
                <a:latin typeface="+mj-lt"/>
                <a:cs typeface="Calibri"/>
              </a:rPr>
              <a:t> </a:t>
            </a:r>
            <a:r>
              <a:rPr sz="1400" dirty="0">
                <a:latin typeface="+mj-lt"/>
                <a:cs typeface="Calibri"/>
              </a:rPr>
              <a:t>Class</a:t>
            </a:r>
            <a:endParaRPr sz="1400">
              <a:latin typeface="+mj-lt"/>
              <a:cs typeface="Calibri"/>
            </a:endParaRPr>
          </a:p>
        </p:txBody>
      </p:sp>
      <p:sp>
        <p:nvSpPr>
          <p:cNvPr id="7" name="object 7"/>
          <p:cNvSpPr/>
          <p:nvPr/>
        </p:nvSpPr>
        <p:spPr>
          <a:xfrm>
            <a:off x="5924550" y="1645920"/>
            <a:ext cx="1457960" cy="132715"/>
          </a:xfrm>
          <a:custGeom>
            <a:avLst/>
            <a:gdLst/>
            <a:ahLst/>
            <a:cxnLst/>
            <a:rect l="l" t="t" r="r" b="b"/>
            <a:pathLst>
              <a:path w="1457959" h="132714">
                <a:moveTo>
                  <a:pt x="1343659" y="0"/>
                </a:moveTo>
                <a:lnTo>
                  <a:pt x="1334897" y="2285"/>
                </a:lnTo>
                <a:lnTo>
                  <a:pt x="1330959" y="9143"/>
                </a:lnTo>
                <a:lnTo>
                  <a:pt x="1327023" y="15875"/>
                </a:lnTo>
                <a:lnTo>
                  <a:pt x="1329308" y="24637"/>
                </a:lnTo>
                <a:lnTo>
                  <a:pt x="1376410" y="52065"/>
                </a:lnTo>
                <a:lnTo>
                  <a:pt x="1429003" y="52069"/>
                </a:lnTo>
                <a:lnTo>
                  <a:pt x="1429003" y="80644"/>
                </a:lnTo>
                <a:lnTo>
                  <a:pt x="1376201" y="80644"/>
                </a:lnTo>
                <a:lnTo>
                  <a:pt x="1329308" y="107950"/>
                </a:lnTo>
                <a:lnTo>
                  <a:pt x="1327023" y="116712"/>
                </a:lnTo>
                <a:lnTo>
                  <a:pt x="1330959" y="123443"/>
                </a:lnTo>
                <a:lnTo>
                  <a:pt x="1334897" y="130301"/>
                </a:lnTo>
                <a:lnTo>
                  <a:pt x="1343659" y="132587"/>
                </a:lnTo>
                <a:lnTo>
                  <a:pt x="1432841" y="80644"/>
                </a:lnTo>
                <a:lnTo>
                  <a:pt x="1429003" y="80644"/>
                </a:lnTo>
                <a:lnTo>
                  <a:pt x="1432849" y="80640"/>
                </a:lnTo>
                <a:lnTo>
                  <a:pt x="1457451" y="66294"/>
                </a:lnTo>
                <a:lnTo>
                  <a:pt x="1343659" y="0"/>
                </a:lnTo>
                <a:close/>
              </a:path>
              <a:path w="1457959" h="132714">
                <a:moveTo>
                  <a:pt x="1400787" y="66294"/>
                </a:moveTo>
                <a:lnTo>
                  <a:pt x="1376209" y="80640"/>
                </a:lnTo>
                <a:lnTo>
                  <a:pt x="1429003" y="80644"/>
                </a:lnTo>
                <a:lnTo>
                  <a:pt x="1429003" y="78612"/>
                </a:lnTo>
                <a:lnTo>
                  <a:pt x="1421892" y="78612"/>
                </a:lnTo>
                <a:lnTo>
                  <a:pt x="1400787" y="66294"/>
                </a:lnTo>
                <a:close/>
              </a:path>
              <a:path w="1457959" h="132714">
                <a:moveTo>
                  <a:pt x="0" y="51942"/>
                </a:moveTo>
                <a:lnTo>
                  <a:pt x="0" y="80517"/>
                </a:lnTo>
                <a:lnTo>
                  <a:pt x="1376209" y="80640"/>
                </a:lnTo>
                <a:lnTo>
                  <a:pt x="1400787" y="66294"/>
                </a:lnTo>
                <a:lnTo>
                  <a:pt x="1376410" y="52065"/>
                </a:lnTo>
                <a:lnTo>
                  <a:pt x="0" y="51942"/>
                </a:lnTo>
                <a:close/>
              </a:path>
              <a:path w="1457959" h="132714">
                <a:moveTo>
                  <a:pt x="1421892" y="53975"/>
                </a:moveTo>
                <a:lnTo>
                  <a:pt x="1400787" y="66294"/>
                </a:lnTo>
                <a:lnTo>
                  <a:pt x="1421892" y="78612"/>
                </a:lnTo>
                <a:lnTo>
                  <a:pt x="1421892" y="53975"/>
                </a:lnTo>
                <a:close/>
              </a:path>
              <a:path w="1457959" h="132714">
                <a:moveTo>
                  <a:pt x="1429003" y="53975"/>
                </a:moveTo>
                <a:lnTo>
                  <a:pt x="1421892" y="53975"/>
                </a:lnTo>
                <a:lnTo>
                  <a:pt x="1421892" y="78612"/>
                </a:lnTo>
                <a:lnTo>
                  <a:pt x="1429003" y="78612"/>
                </a:lnTo>
                <a:lnTo>
                  <a:pt x="1429003" y="53975"/>
                </a:lnTo>
                <a:close/>
              </a:path>
              <a:path w="1457959" h="132714">
                <a:moveTo>
                  <a:pt x="1376410" y="52065"/>
                </a:moveTo>
                <a:lnTo>
                  <a:pt x="1400787" y="66294"/>
                </a:lnTo>
                <a:lnTo>
                  <a:pt x="1421892" y="53975"/>
                </a:lnTo>
                <a:lnTo>
                  <a:pt x="1429003" y="53975"/>
                </a:lnTo>
                <a:lnTo>
                  <a:pt x="1429003" y="52069"/>
                </a:lnTo>
                <a:lnTo>
                  <a:pt x="1376410" y="52065"/>
                </a:lnTo>
                <a:close/>
              </a:path>
            </a:pathLst>
          </a:custGeom>
          <a:solidFill>
            <a:srgbClr val="000000"/>
          </a:solidFill>
        </p:spPr>
        <p:txBody>
          <a:bodyPr wrap="square" lIns="0" tIns="0" rIns="0" bIns="0" rtlCol="0"/>
          <a:lstStyle/>
          <a:p>
            <a:endParaRPr>
              <a:latin typeface="+mj-lt"/>
            </a:endParaRPr>
          </a:p>
        </p:txBody>
      </p:sp>
      <p:sp>
        <p:nvSpPr>
          <p:cNvPr id="8" name="object 8"/>
          <p:cNvSpPr txBox="1"/>
          <p:nvPr/>
        </p:nvSpPr>
        <p:spPr>
          <a:xfrm>
            <a:off x="329945" y="3463290"/>
            <a:ext cx="3282950" cy="285335"/>
          </a:xfrm>
          <a:prstGeom prst="rect">
            <a:avLst/>
          </a:prstGeom>
          <a:solidFill>
            <a:srgbClr val="CCC1DA"/>
          </a:solidFill>
          <a:ln w="25400">
            <a:solidFill>
              <a:srgbClr val="093170"/>
            </a:solidFill>
          </a:ln>
        </p:spPr>
        <p:txBody>
          <a:bodyPr vert="horz" wrap="square" lIns="0" tIns="69215" rIns="0" bIns="0" rtlCol="0">
            <a:spAutoFit/>
          </a:bodyPr>
          <a:lstStyle/>
          <a:p>
            <a:pPr marL="229235">
              <a:lnSpc>
                <a:spcPct val="100000"/>
              </a:lnSpc>
              <a:spcBef>
                <a:spcPts val="545"/>
              </a:spcBef>
            </a:pPr>
            <a:r>
              <a:rPr sz="1400" spc="-5" dirty="0">
                <a:solidFill>
                  <a:srgbClr val="0F469B"/>
                </a:solidFill>
                <a:latin typeface="+mj-lt"/>
                <a:cs typeface="Calibri"/>
              </a:rPr>
              <a:t>Catalogued</a:t>
            </a:r>
            <a:r>
              <a:rPr sz="1400" dirty="0">
                <a:solidFill>
                  <a:srgbClr val="0F469B"/>
                </a:solidFill>
                <a:latin typeface="+mj-lt"/>
                <a:cs typeface="Calibri"/>
              </a:rPr>
              <a:t> </a:t>
            </a:r>
            <a:r>
              <a:rPr sz="1400" spc="-5" dirty="0">
                <a:solidFill>
                  <a:srgbClr val="0F469B"/>
                </a:solidFill>
                <a:latin typeface="+mj-lt"/>
                <a:cs typeface="Calibri"/>
              </a:rPr>
              <a:t>Short</a:t>
            </a:r>
            <a:r>
              <a:rPr sz="1400" spc="-30" dirty="0">
                <a:solidFill>
                  <a:srgbClr val="0F469B"/>
                </a:solidFill>
                <a:latin typeface="+mj-lt"/>
                <a:cs typeface="Calibri"/>
              </a:rPr>
              <a:t> </a:t>
            </a:r>
            <a:r>
              <a:rPr sz="1400" dirty="0">
                <a:solidFill>
                  <a:srgbClr val="0F469B"/>
                </a:solidFill>
                <a:latin typeface="+mj-lt"/>
                <a:cs typeface="Calibri"/>
              </a:rPr>
              <a:t>Description</a:t>
            </a:r>
            <a:r>
              <a:rPr sz="1400" spc="-10" dirty="0">
                <a:solidFill>
                  <a:srgbClr val="0F469B"/>
                </a:solidFill>
                <a:latin typeface="+mj-lt"/>
                <a:cs typeface="Calibri"/>
              </a:rPr>
              <a:t> </a:t>
            </a:r>
            <a:r>
              <a:rPr sz="1400" spc="-5" dirty="0">
                <a:solidFill>
                  <a:srgbClr val="0F469B"/>
                </a:solidFill>
                <a:latin typeface="+mj-lt"/>
                <a:cs typeface="Calibri"/>
              </a:rPr>
              <a:t>(40 Char)</a:t>
            </a:r>
            <a:endParaRPr sz="1400">
              <a:latin typeface="+mj-lt"/>
              <a:cs typeface="Calibri"/>
            </a:endParaRPr>
          </a:p>
        </p:txBody>
      </p:sp>
      <p:sp>
        <p:nvSpPr>
          <p:cNvPr id="9" name="object 9"/>
          <p:cNvSpPr txBox="1"/>
          <p:nvPr/>
        </p:nvSpPr>
        <p:spPr>
          <a:xfrm>
            <a:off x="392988" y="3860419"/>
            <a:ext cx="3730625" cy="228268"/>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0F469B"/>
                </a:solidFill>
                <a:latin typeface="+mj-lt"/>
                <a:cs typeface="Calibri"/>
              </a:rPr>
              <a:t>BEARING,BL;OBRD,DBL,50MM,110MM,4.4MM,BRS</a:t>
            </a:r>
            <a:endParaRPr sz="1400">
              <a:latin typeface="+mj-lt"/>
              <a:cs typeface="Calibri"/>
            </a:endParaRPr>
          </a:p>
        </p:txBody>
      </p:sp>
      <p:sp>
        <p:nvSpPr>
          <p:cNvPr id="10" name="object 10"/>
          <p:cNvSpPr txBox="1"/>
          <p:nvPr/>
        </p:nvSpPr>
        <p:spPr>
          <a:xfrm>
            <a:off x="329945" y="4543805"/>
            <a:ext cx="2537460" cy="268663"/>
          </a:xfrm>
          <a:prstGeom prst="rect">
            <a:avLst/>
          </a:prstGeom>
          <a:solidFill>
            <a:srgbClr val="205868"/>
          </a:solidFill>
          <a:ln w="25400">
            <a:solidFill>
              <a:srgbClr val="093170"/>
            </a:solidFill>
          </a:ln>
        </p:spPr>
        <p:txBody>
          <a:bodyPr vert="horz" wrap="square" lIns="0" tIns="52705" rIns="0" bIns="0" rtlCol="0">
            <a:spAutoFit/>
          </a:bodyPr>
          <a:lstStyle/>
          <a:p>
            <a:pPr marL="232410">
              <a:lnSpc>
                <a:spcPct val="100000"/>
              </a:lnSpc>
              <a:spcBef>
                <a:spcPts val="415"/>
              </a:spcBef>
            </a:pPr>
            <a:r>
              <a:rPr sz="1400" spc="-5" dirty="0">
                <a:solidFill>
                  <a:srgbClr val="FFFFFF"/>
                </a:solidFill>
                <a:latin typeface="+mj-lt"/>
                <a:cs typeface="Calibri"/>
              </a:rPr>
              <a:t>Catalogued</a:t>
            </a:r>
            <a:r>
              <a:rPr sz="1400" spc="10" dirty="0">
                <a:solidFill>
                  <a:srgbClr val="FFFFFF"/>
                </a:solidFill>
                <a:latin typeface="+mj-lt"/>
                <a:cs typeface="Calibri"/>
              </a:rPr>
              <a:t> </a:t>
            </a:r>
            <a:r>
              <a:rPr sz="1400" spc="-5" dirty="0">
                <a:solidFill>
                  <a:srgbClr val="FFFFFF"/>
                </a:solidFill>
                <a:latin typeface="+mj-lt"/>
                <a:cs typeface="Calibri"/>
              </a:rPr>
              <a:t>Long Description</a:t>
            </a:r>
            <a:endParaRPr sz="1400">
              <a:latin typeface="+mj-lt"/>
              <a:cs typeface="Calibri"/>
            </a:endParaRPr>
          </a:p>
        </p:txBody>
      </p:sp>
      <p:sp>
        <p:nvSpPr>
          <p:cNvPr id="11" name="object 11"/>
          <p:cNvSpPr txBox="1"/>
          <p:nvPr/>
        </p:nvSpPr>
        <p:spPr>
          <a:xfrm>
            <a:off x="353669" y="4996688"/>
            <a:ext cx="5641340" cy="452755"/>
          </a:xfrm>
          <a:prstGeom prst="rect">
            <a:avLst/>
          </a:prstGeom>
        </p:spPr>
        <p:txBody>
          <a:bodyPr vert="horz" wrap="square" lIns="0" tIns="12700" rIns="0" bIns="0" rtlCol="0">
            <a:spAutoFit/>
          </a:bodyPr>
          <a:lstStyle/>
          <a:p>
            <a:pPr marL="12700" marR="5080">
              <a:lnSpc>
                <a:spcPct val="100000"/>
              </a:lnSpc>
              <a:spcBef>
                <a:spcPts val="100"/>
              </a:spcBef>
              <a:tabLst>
                <a:tab pos="1144905" algn="l"/>
                <a:tab pos="1972310" algn="l"/>
                <a:tab pos="2974975" algn="l"/>
                <a:tab pos="3434079" algn="l"/>
                <a:tab pos="4568190" algn="l"/>
                <a:tab pos="5311775" algn="l"/>
              </a:tabLst>
            </a:pPr>
            <a:r>
              <a:rPr sz="1400" spc="-5" dirty="0">
                <a:solidFill>
                  <a:srgbClr val="0F469B"/>
                </a:solidFill>
                <a:latin typeface="+mj-lt"/>
                <a:cs typeface="Calibri"/>
              </a:rPr>
              <a:t>BEARING,</a:t>
            </a:r>
            <a:r>
              <a:rPr sz="1400" spc="60" dirty="0">
                <a:solidFill>
                  <a:srgbClr val="0F469B"/>
                </a:solidFill>
                <a:latin typeface="+mj-lt"/>
                <a:cs typeface="Calibri"/>
              </a:rPr>
              <a:t> </a:t>
            </a:r>
            <a:r>
              <a:rPr sz="1400" spc="-5" dirty="0">
                <a:solidFill>
                  <a:srgbClr val="0F469B"/>
                </a:solidFill>
                <a:latin typeface="+mj-lt"/>
                <a:cs typeface="Calibri"/>
              </a:rPr>
              <a:t>BALL;</a:t>
            </a:r>
            <a:r>
              <a:rPr sz="1400" spc="50" dirty="0">
                <a:solidFill>
                  <a:srgbClr val="0F469B"/>
                </a:solidFill>
                <a:latin typeface="+mj-lt"/>
                <a:cs typeface="Calibri"/>
              </a:rPr>
              <a:t> </a:t>
            </a:r>
            <a:r>
              <a:rPr sz="1400" spc="-5" dirty="0">
                <a:solidFill>
                  <a:srgbClr val="0F469B"/>
                </a:solidFill>
                <a:latin typeface="+mj-lt"/>
                <a:cs typeface="Calibri"/>
              </a:rPr>
              <a:t>TYPE:</a:t>
            </a:r>
            <a:r>
              <a:rPr sz="1400" spc="50" dirty="0">
                <a:solidFill>
                  <a:srgbClr val="0F469B"/>
                </a:solidFill>
                <a:latin typeface="+mj-lt"/>
                <a:cs typeface="Calibri"/>
              </a:rPr>
              <a:t> </a:t>
            </a:r>
            <a:r>
              <a:rPr sz="1400" spc="-5" dirty="0">
                <a:solidFill>
                  <a:srgbClr val="0F469B"/>
                </a:solidFill>
                <a:latin typeface="+mj-lt"/>
                <a:cs typeface="Calibri"/>
              </a:rPr>
              <a:t>OUTBOARD,</a:t>
            </a:r>
            <a:r>
              <a:rPr sz="1400" spc="50" dirty="0">
                <a:solidFill>
                  <a:srgbClr val="0F469B"/>
                </a:solidFill>
                <a:latin typeface="+mj-lt"/>
                <a:cs typeface="Calibri"/>
              </a:rPr>
              <a:t> </a:t>
            </a:r>
            <a:r>
              <a:rPr sz="1400" spc="-10" dirty="0">
                <a:solidFill>
                  <a:srgbClr val="0F469B"/>
                </a:solidFill>
                <a:latin typeface="+mj-lt"/>
                <a:cs typeface="Calibri"/>
              </a:rPr>
              <a:t>ROW:</a:t>
            </a:r>
            <a:r>
              <a:rPr sz="1400" spc="60" dirty="0">
                <a:solidFill>
                  <a:srgbClr val="0F469B"/>
                </a:solidFill>
                <a:latin typeface="+mj-lt"/>
                <a:cs typeface="Calibri"/>
              </a:rPr>
              <a:t> </a:t>
            </a:r>
            <a:r>
              <a:rPr sz="1400" dirty="0">
                <a:solidFill>
                  <a:srgbClr val="0F469B"/>
                </a:solidFill>
                <a:latin typeface="+mj-lt"/>
                <a:cs typeface="Calibri"/>
              </a:rPr>
              <a:t>DOUBLE,</a:t>
            </a:r>
            <a:r>
              <a:rPr sz="1400" spc="45" dirty="0">
                <a:solidFill>
                  <a:srgbClr val="0F469B"/>
                </a:solidFill>
                <a:latin typeface="+mj-lt"/>
                <a:cs typeface="Calibri"/>
              </a:rPr>
              <a:t> </a:t>
            </a:r>
            <a:r>
              <a:rPr sz="1400" spc="-5" dirty="0">
                <a:solidFill>
                  <a:srgbClr val="0F469B"/>
                </a:solidFill>
                <a:latin typeface="+mj-lt"/>
                <a:cs typeface="Calibri"/>
              </a:rPr>
              <a:t>INSIDE</a:t>
            </a:r>
            <a:r>
              <a:rPr sz="1400" spc="50" dirty="0">
                <a:solidFill>
                  <a:srgbClr val="0F469B"/>
                </a:solidFill>
                <a:latin typeface="+mj-lt"/>
                <a:cs typeface="Calibri"/>
              </a:rPr>
              <a:t> </a:t>
            </a:r>
            <a:r>
              <a:rPr sz="1400" dirty="0">
                <a:solidFill>
                  <a:srgbClr val="0F469B"/>
                </a:solidFill>
                <a:latin typeface="+mj-lt"/>
                <a:cs typeface="Calibri"/>
              </a:rPr>
              <a:t>DIAMETER:</a:t>
            </a:r>
            <a:r>
              <a:rPr sz="1400" spc="55" dirty="0">
                <a:solidFill>
                  <a:srgbClr val="0F469B"/>
                </a:solidFill>
                <a:latin typeface="+mj-lt"/>
                <a:cs typeface="Calibri"/>
              </a:rPr>
              <a:t> </a:t>
            </a:r>
            <a:r>
              <a:rPr sz="1400" spc="-5" dirty="0">
                <a:solidFill>
                  <a:srgbClr val="0F469B"/>
                </a:solidFill>
                <a:latin typeface="+mj-lt"/>
                <a:cs typeface="Calibri"/>
              </a:rPr>
              <a:t>50 </a:t>
            </a:r>
            <a:r>
              <a:rPr sz="1400" spc="-305" dirty="0">
                <a:solidFill>
                  <a:srgbClr val="0F469B"/>
                </a:solidFill>
                <a:latin typeface="+mj-lt"/>
                <a:cs typeface="Calibri"/>
              </a:rPr>
              <a:t> </a:t>
            </a:r>
            <a:r>
              <a:rPr sz="1400" dirty="0">
                <a:solidFill>
                  <a:srgbClr val="0F469B"/>
                </a:solidFill>
                <a:latin typeface="+mj-lt"/>
                <a:cs typeface="Calibri"/>
              </a:rPr>
              <a:t>M</a:t>
            </a:r>
            <a:r>
              <a:rPr sz="1400" spc="-10" dirty="0">
                <a:solidFill>
                  <a:srgbClr val="0F469B"/>
                </a:solidFill>
                <a:latin typeface="+mj-lt"/>
                <a:cs typeface="Calibri"/>
              </a:rPr>
              <a:t>I</a:t>
            </a:r>
            <a:r>
              <a:rPr sz="1400" spc="-5" dirty="0">
                <a:solidFill>
                  <a:srgbClr val="0F469B"/>
                </a:solidFill>
                <a:latin typeface="+mj-lt"/>
                <a:cs typeface="Calibri"/>
              </a:rPr>
              <a:t>LL</a:t>
            </a:r>
            <a:r>
              <a:rPr sz="1400" spc="-15" dirty="0">
                <a:solidFill>
                  <a:srgbClr val="0F469B"/>
                </a:solidFill>
                <a:latin typeface="+mj-lt"/>
                <a:cs typeface="Calibri"/>
              </a:rPr>
              <a:t>I</a:t>
            </a:r>
            <a:r>
              <a:rPr sz="1400" dirty="0">
                <a:solidFill>
                  <a:srgbClr val="0F469B"/>
                </a:solidFill>
                <a:latin typeface="+mj-lt"/>
                <a:cs typeface="Calibri"/>
              </a:rPr>
              <a:t>METER,	</a:t>
            </a:r>
            <a:r>
              <a:rPr sz="1400" spc="-10" dirty="0">
                <a:solidFill>
                  <a:srgbClr val="0F469B"/>
                </a:solidFill>
                <a:latin typeface="+mj-lt"/>
                <a:cs typeface="Calibri"/>
              </a:rPr>
              <a:t>O</a:t>
            </a:r>
            <a:r>
              <a:rPr sz="1400" dirty="0">
                <a:solidFill>
                  <a:srgbClr val="0F469B"/>
                </a:solidFill>
                <a:latin typeface="+mj-lt"/>
                <a:cs typeface="Calibri"/>
              </a:rPr>
              <a:t>U</a:t>
            </a:r>
            <a:r>
              <a:rPr sz="1400" spc="-15" dirty="0">
                <a:solidFill>
                  <a:srgbClr val="0F469B"/>
                </a:solidFill>
                <a:latin typeface="+mj-lt"/>
                <a:cs typeface="Calibri"/>
              </a:rPr>
              <a:t>T</a:t>
            </a:r>
            <a:r>
              <a:rPr sz="1400" spc="-5" dirty="0">
                <a:solidFill>
                  <a:srgbClr val="0F469B"/>
                </a:solidFill>
                <a:latin typeface="+mj-lt"/>
                <a:cs typeface="Calibri"/>
              </a:rPr>
              <a:t>SID</a:t>
            </a:r>
            <a:r>
              <a:rPr sz="1400" dirty="0">
                <a:solidFill>
                  <a:srgbClr val="0F469B"/>
                </a:solidFill>
                <a:latin typeface="+mj-lt"/>
                <a:cs typeface="Calibri"/>
              </a:rPr>
              <a:t>E	</a:t>
            </a:r>
            <a:r>
              <a:rPr sz="1400" spc="-5" dirty="0">
                <a:solidFill>
                  <a:srgbClr val="0F469B"/>
                </a:solidFill>
                <a:latin typeface="+mj-lt"/>
                <a:cs typeface="Calibri"/>
              </a:rPr>
              <a:t>D</a:t>
            </a:r>
            <a:r>
              <a:rPr sz="1400" spc="-10" dirty="0">
                <a:solidFill>
                  <a:srgbClr val="0F469B"/>
                </a:solidFill>
                <a:latin typeface="+mj-lt"/>
                <a:cs typeface="Calibri"/>
              </a:rPr>
              <a:t>I</a:t>
            </a:r>
            <a:r>
              <a:rPr sz="1400" dirty="0">
                <a:solidFill>
                  <a:srgbClr val="0F469B"/>
                </a:solidFill>
                <a:latin typeface="+mj-lt"/>
                <a:cs typeface="Calibri"/>
              </a:rPr>
              <a:t>AMETER:	</a:t>
            </a:r>
            <a:r>
              <a:rPr sz="1400" spc="5" dirty="0">
                <a:solidFill>
                  <a:srgbClr val="0F469B"/>
                </a:solidFill>
                <a:latin typeface="+mj-lt"/>
                <a:cs typeface="Calibri"/>
              </a:rPr>
              <a:t>1</a:t>
            </a:r>
            <a:r>
              <a:rPr sz="1400" dirty="0">
                <a:solidFill>
                  <a:srgbClr val="0F469B"/>
                </a:solidFill>
                <a:latin typeface="+mj-lt"/>
                <a:cs typeface="Calibri"/>
              </a:rPr>
              <a:t>10	M</a:t>
            </a:r>
            <a:r>
              <a:rPr sz="1400" spc="-10" dirty="0">
                <a:solidFill>
                  <a:srgbClr val="0F469B"/>
                </a:solidFill>
                <a:latin typeface="+mj-lt"/>
                <a:cs typeface="Calibri"/>
              </a:rPr>
              <a:t>I</a:t>
            </a:r>
            <a:r>
              <a:rPr sz="1400" spc="-5" dirty="0">
                <a:solidFill>
                  <a:srgbClr val="0F469B"/>
                </a:solidFill>
                <a:latin typeface="+mj-lt"/>
                <a:cs typeface="Calibri"/>
              </a:rPr>
              <a:t>LL</a:t>
            </a:r>
            <a:r>
              <a:rPr sz="1400" spc="-15" dirty="0">
                <a:solidFill>
                  <a:srgbClr val="0F469B"/>
                </a:solidFill>
                <a:latin typeface="+mj-lt"/>
                <a:cs typeface="Calibri"/>
              </a:rPr>
              <a:t>I</a:t>
            </a:r>
            <a:r>
              <a:rPr sz="1400" dirty="0">
                <a:solidFill>
                  <a:srgbClr val="0F469B"/>
                </a:solidFill>
                <a:latin typeface="+mj-lt"/>
                <a:cs typeface="Calibri"/>
              </a:rPr>
              <a:t>ME</a:t>
            </a:r>
            <a:r>
              <a:rPr sz="1400" spc="5" dirty="0">
                <a:solidFill>
                  <a:srgbClr val="0F469B"/>
                </a:solidFill>
                <a:latin typeface="+mj-lt"/>
                <a:cs typeface="Calibri"/>
              </a:rPr>
              <a:t>T</a:t>
            </a:r>
            <a:r>
              <a:rPr sz="1400" spc="-5" dirty="0">
                <a:solidFill>
                  <a:srgbClr val="0F469B"/>
                </a:solidFill>
                <a:latin typeface="+mj-lt"/>
                <a:cs typeface="Calibri"/>
              </a:rPr>
              <a:t>E</a:t>
            </a:r>
            <a:r>
              <a:rPr sz="1400" dirty="0">
                <a:solidFill>
                  <a:srgbClr val="0F469B"/>
                </a:solidFill>
                <a:latin typeface="+mj-lt"/>
                <a:cs typeface="Calibri"/>
              </a:rPr>
              <a:t>R,	W</a:t>
            </a:r>
            <a:r>
              <a:rPr sz="1400" spc="-10" dirty="0">
                <a:solidFill>
                  <a:srgbClr val="0F469B"/>
                </a:solidFill>
                <a:latin typeface="+mj-lt"/>
                <a:cs typeface="Calibri"/>
              </a:rPr>
              <a:t>I</a:t>
            </a:r>
            <a:r>
              <a:rPr sz="1400" spc="-15" dirty="0">
                <a:solidFill>
                  <a:srgbClr val="0F469B"/>
                </a:solidFill>
                <a:latin typeface="+mj-lt"/>
                <a:cs typeface="Calibri"/>
              </a:rPr>
              <a:t>D</a:t>
            </a:r>
            <a:r>
              <a:rPr sz="1400" spc="-5" dirty="0">
                <a:solidFill>
                  <a:srgbClr val="0F469B"/>
                </a:solidFill>
                <a:latin typeface="+mj-lt"/>
                <a:cs typeface="Calibri"/>
              </a:rPr>
              <a:t>T</a:t>
            </a:r>
            <a:r>
              <a:rPr sz="1400" dirty="0">
                <a:solidFill>
                  <a:srgbClr val="0F469B"/>
                </a:solidFill>
                <a:latin typeface="+mj-lt"/>
                <a:cs typeface="Calibri"/>
              </a:rPr>
              <a:t>H:	</a:t>
            </a:r>
            <a:r>
              <a:rPr sz="1400" spc="-5" dirty="0">
                <a:solidFill>
                  <a:srgbClr val="0F469B"/>
                </a:solidFill>
                <a:latin typeface="+mj-lt"/>
                <a:cs typeface="Calibri"/>
              </a:rPr>
              <a:t>44</a:t>
            </a:r>
            <a:r>
              <a:rPr sz="1400" spc="5" dirty="0">
                <a:solidFill>
                  <a:srgbClr val="0F469B"/>
                </a:solidFill>
                <a:latin typeface="+mj-lt"/>
                <a:cs typeface="Calibri"/>
              </a:rPr>
              <a:t>.</a:t>
            </a:r>
            <a:r>
              <a:rPr sz="1400" dirty="0">
                <a:solidFill>
                  <a:srgbClr val="0F469B"/>
                </a:solidFill>
                <a:latin typeface="+mj-lt"/>
                <a:cs typeface="Calibri"/>
              </a:rPr>
              <a:t>4</a:t>
            </a:r>
            <a:endParaRPr sz="1400">
              <a:latin typeface="+mj-lt"/>
              <a:cs typeface="Calibri"/>
            </a:endParaRPr>
          </a:p>
        </p:txBody>
      </p:sp>
      <p:sp>
        <p:nvSpPr>
          <p:cNvPr id="12" name="object 12"/>
          <p:cNvSpPr txBox="1"/>
          <p:nvPr/>
        </p:nvSpPr>
        <p:spPr>
          <a:xfrm>
            <a:off x="353669" y="5423408"/>
            <a:ext cx="5642610" cy="666115"/>
          </a:xfrm>
          <a:prstGeom prst="rect">
            <a:avLst/>
          </a:prstGeom>
        </p:spPr>
        <p:txBody>
          <a:bodyPr vert="horz" wrap="square" lIns="0" tIns="12700" rIns="0" bIns="0" rtlCol="0">
            <a:spAutoFit/>
          </a:bodyPr>
          <a:lstStyle/>
          <a:p>
            <a:pPr marL="12700" marR="5080" algn="just">
              <a:lnSpc>
                <a:spcPct val="100000"/>
              </a:lnSpc>
              <a:spcBef>
                <a:spcPts val="100"/>
              </a:spcBef>
            </a:pPr>
            <a:r>
              <a:rPr sz="1400" spc="-5" dirty="0">
                <a:solidFill>
                  <a:srgbClr val="0F469B"/>
                </a:solidFill>
                <a:latin typeface="+mj-lt"/>
                <a:cs typeface="Calibri"/>
              </a:rPr>
              <a:t>MILLIMETER,</a:t>
            </a:r>
            <a:r>
              <a:rPr sz="1400" dirty="0">
                <a:solidFill>
                  <a:srgbClr val="0F469B"/>
                </a:solidFill>
                <a:latin typeface="+mj-lt"/>
                <a:cs typeface="Calibri"/>
              </a:rPr>
              <a:t> </a:t>
            </a:r>
            <a:r>
              <a:rPr sz="1400" spc="-5" dirty="0">
                <a:solidFill>
                  <a:srgbClr val="0F469B"/>
                </a:solidFill>
                <a:latin typeface="+mj-lt"/>
                <a:cs typeface="Calibri"/>
              </a:rPr>
              <a:t>CAGE</a:t>
            </a:r>
            <a:r>
              <a:rPr sz="1400" dirty="0">
                <a:solidFill>
                  <a:srgbClr val="0F469B"/>
                </a:solidFill>
                <a:latin typeface="+mj-lt"/>
                <a:cs typeface="Calibri"/>
              </a:rPr>
              <a:t> </a:t>
            </a:r>
            <a:r>
              <a:rPr sz="1400" spc="-15" dirty="0">
                <a:solidFill>
                  <a:srgbClr val="0F469B"/>
                </a:solidFill>
                <a:latin typeface="+mj-lt"/>
                <a:cs typeface="Calibri"/>
              </a:rPr>
              <a:t>MATERIAL:</a:t>
            </a:r>
            <a:r>
              <a:rPr sz="1400" spc="-10" dirty="0">
                <a:solidFill>
                  <a:srgbClr val="0F469B"/>
                </a:solidFill>
                <a:latin typeface="+mj-lt"/>
                <a:cs typeface="Calibri"/>
              </a:rPr>
              <a:t> </a:t>
            </a:r>
            <a:r>
              <a:rPr sz="1400" spc="-5" dirty="0">
                <a:solidFill>
                  <a:srgbClr val="0F469B"/>
                </a:solidFill>
                <a:latin typeface="+mj-lt"/>
                <a:cs typeface="Calibri"/>
              </a:rPr>
              <a:t>BRASS,</a:t>
            </a:r>
            <a:r>
              <a:rPr sz="1400" dirty="0">
                <a:solidFill>
                  <a:srgbClr val="0F469B"/>
                </a:solidFill>
                <a:latin typeface="+mj-lt"/>
                <a:cs typeface="Calibri"/>
              </a:rPr>
              <a:t> </a:t>
            </a:r>
            <a:r>
              <a:rPr sz="1400" spc="-5" dirty="0">
                <a:solidFill>
                  <a:srgbClr val="0F469B"/>
                </a:solidFill>
                <a:latin typeface="+mj-lt"/>
                <a:cs typeface="Calibri"/>
              </a:rPr>
              <a:t>STYLE:</a:t>
            </a:r>
            <a:r>
              <a:rPr sz="1400" dirty="0">
                <a:solidFill>
                  <a:srgbClr val="0F469B"/>
                </a:solidFill>
                <a:latin typeface="+mj-lt"/>
                <a:cs typeface="Calibri"/>
              </a:rPr>
              <a:t> ANGULAR</a:t>
            </a:r>
            <a:r>
              <a:rPr sz="1400" spc="5" dirty="0">
                <a:solidFill>
                  <a:srgbClr val="0F469B"/>
                </a:solidFill>
                <a:latin typeface="+mj-lt"/>
                <a:cs typeface="Calibri"/>
              </a:rPr>
              <a:t> </a:t>
            </a:r>
            <a:r>
              <a:rPr sz="1400" spc="-35" dirty="0">
                <a:solidFill>
                  <a:srgbClr val="0F469B"/>
                </a:solidFill>
                <a:latin typeface="+mj-lt"/>
                <a:cs typeface="Calibri"/>
              </a:rPr>
              <a:t>CONTACT,</a:t>
            </a:r>
            <a:r>
              <a:rPr sz="1400" spc="-30" dirty="0">
                <a:solidFill>
                  <a:srgbClr val="0F469B"/>
                </a:solidFill>
                <a:latin typeface="+mj-lt"/>
                <a:cs typeface="Calibri"/>
              </a:rPr>
              <a:t> </a:t>
            </a:r>
            <a:r>
              <a:rPr sz="1400" spc="-5" dirty="0">
                <a:solidFill>
                  <a:srgbClr val="0F469B"/>
                </a:solidFill>
                <a:latin typeface="+mj-lt"/>
                <a:cs typeface="Calibri"/>
              </a:rPr>
              <a:t>SPEED: </a:t>
            </a:r>
            <a:r>
              <a:rPr sz="1400" dirty="0">
                <a:solidFill>
                  <a:srgbClr val="0F469B"/>
                </a:solidFill>
                <a:latin typeface="+mj-lt"/>
                <a:cs typeface="Calibri"/>
              </a:rPr>
              <a:t> </a:t>
            </a:r>
            <a:r>
              <a:rPr sz="1400" spc="-5" dirty="0">
                <a:solidFill>
                  <a:srgbClr val="0F469B"/>
                </a:solidFill>
                <a:latin typeface="+mj-lt"/>
                <a:cs typeface="Calibri"/>
              </a:rPr>
              <a:t>5600</a:t>
            </a:r>
            <a:r>
              <a:rPr sz="1400" dirty="0">
                <a:solidFill>
                  <a:srgbClr val="0F469B"/>
                </a:solidFill>
                <a:latin typeface="+mj-lt"/>
                <a:cs typeface="Calibri"/>
              </a:rPr>
              <a:t> </a:t>
            </a:r>
            <a:r>
              <a:rPr sz="1400" spc="-5" dirty="0">
                <a:solidFill>
                  <a:srgbClr val="0F469B"/>
                </a:solidFill>
                <a:latin typeface="+mj-lt"/>
                <a:cs typeface="Calibri"/>
              </a:rPr>
              <a:t>REVOLUTION</a:t>
            </a:r>
            <a:r>
              <a:rPr sz="1400" dirty="0">
                <a:solidFill>
                  <a:srgbClr val="0F469B"/>
                </a:solidFill>
                <a:latin typeface="+mj-lt"/>
                <a:cs typeface="Calibri"/>
              </a:rPr>
              <a:t> </a:t>
            </a:r>
            <a:r>
              <a:rPr sz="1400" spc="-5" dirty="0">
                <a:solidFill>
                  <a:srgbClr val="0F469B"/>
                </a:solidFill>
                <a:latin typeface="+mj-lt"/>
                <a:cs typeface="Calibri"/>
              </a:rPr>
              <a:t>PER</a:t>
            </a:r>
            <a:r>
              <a:rPr sz="1400" dirty="0">
                <a:solidFill>
                  <a:srgbClr val="0F469B"/>
                </a:solidFill>
                <a:latin typeface="+mj-lt"/>
                <a:cs typeface="Calibri"/>
              </a:rPr>
              <a:t> MINUTE,</a:t>
            </a:r>
            <a:r>
              <a:rPr sz="1400" spc="5" dirty="0">
                <a:solidFill>
                  <a:srgbClr val="0F469B"/>
                </a:solidFill>
                <a:latin typeface="+mj-lt"/>
                <a:cs typeface="Calibri"/>
              </a:rPr>
              <a:t> </a:t>
            </a:r>
            <a:r>
              <a:rPr sz="1400" spc="-15" dirty="0">
                <a:solidFill>
                  <a:srgbClr val="0F469B"/>
                </a:solidFill>
                <a:latin typeface="+mj-lt"/>
                <a:cs typeface="Calibri"/>
              </a:rPr>
              <a:t>LOAD</a:t>
            </a:r>
            <a:r>
              <a:rPr sz="1400" spc="-10" dirty="0">
                <a:solidFill>
                  <a:srgbClr val="0F469B"/>
                </a:solidFill>
                <a:latin typeface="+mj-lt"/>
                <a:cs typeface="Calibri"/>
              </a:rPr>
              <a:t> </a:t>
            </a:r>
            <a:r>
              <a:rPr sz="1400" spc="-20" dirty="0">
                <a:solidFill>
                  <a:srgbClr val="0F469B"/>
                </a:solidFill>
                <a:latin typeface="+mj-lt"/>
                <a:cs typeface="Calibri"/>
              </a:rPr>
              <a:t>RATING:</a:t>
            </a:r>
            <a:r>
              <a:rPr sz="1400" spc="280" dirty="0">
                <a:solidFill>
                  <a:srgbClr val="0F469B"/>
                </a:solidFill>
                <a:latin typeface="+mj-lt"/>
                <a:cs typeface="Calibri"/>
              </a:rPr>
              <a:t> </a:t>
            </a:r>
            <a:r>
              <a:rPr sz="1400" dirty="0">
                <a:solidFill>
                  <a:srgbClr val="0F469B"/>
                </a:solidFill>
                <a:latin typeface="+mj-lt"/>
                <a:cs typeface="Calibri"/>
              </a:rPr>
              <a:t>81.9</a:t>
            </a:r>
            <a:r>
              <a:rPr sz="1400" spc="5" dirty="0">
                <a:solidFill>
                  <a:srgbClr val="0F469B"/>
                </a:solidFill>
                <a:latin typeface="+mj-lt"/>
                <a:cs typeface="Calibri"/>
              </a:rPr>
              <a:t> </a:t>
            </a:r>
            <a:r>
              <a:rPr sz="1400" spc="-10" dirty="0">
                <a:solidFill>
                  <a:srgbClr val="0F469B"/>
                </a:solidFill>
                <a:latin typeface="+mj-lt"/>
                <a:cs typeface="Calibri"/>
              </a:rPr>
              <a:t>KILONEWTON, </a:t>
            </a:r>
            <a:r>
              <a:rPr sz="1400" spc="-5" dirty="0">
                <a:solidFill>
                  <a:srgbClr val="0F469B"/>
                </a:solidFill>
                <a:latin typeface="+mj-lt"/>
                <a:cs typeface="Calibri"/>
              </a:rPr>
              <a:t> </a:t>
            </a:r>
            <a:r>
              <a:rPr sz="1400" spc="-15" dirty="0">
                <a:solidFill>
                  <a:srgbClr val="0F469B"/>
                </a:solidFill>
                <a:latin typeface="+mj-lt"/>
                <a:cs typeface="Calibri"/>
              </a:rPr>
              <a:t>MATERIAL:</a:t>
            </a:r>
            <a:r>
              <a:rPr sz="1400" spc="-10" dirty="0">
                <a:solidFill>
                  <a:srgbClr val="0F469B"/>
                </a:solidFill>
                <a:latin typeface="+mj-lt"/>
                <a:cs typeface="Calibri"/>
              </a:rPr>
              <a:t> </a:t>
            </a:r>
            <a:r>
              <a:rPr sz="1400" dirty="0">
                <a:solidFill>
                  <a:srgbClr val="0F469B"/>
                </a:solidFill>
                <a:latin typeface="+mj-lt"/>
                <a:cs typeface="Calibri"/>
              </a:rPr>
              <a:t>CARBON</a:t>
            </a:r>
            <a:r>
              <a:rPr sz="1400" spc="-25" dirty="0">
                <a:solidFill>
                  <a:srgbClr val="0F469B"/>
                </a:solidFill>
                <a:latin typeface="+mj-lt"/>
                <a:cs typeface="Calibri"/>
              </a:rPr>
              <a:t> </a:t>
            </a:r>
            <a:r>
              <a:rPr sz="1400" spc="-5" dirty="0">
                <a:solidFill>
                  <a:srgbClr val="0F469B"/>
                </a:solidFill>
                <a:latin typeface="+mj-lt"/>
                <a:cs typeface="Calibri"/>
              </a:rPr>
              <a:t>STEEL,</a:t>
            </a:r>
            <a:r>
              <a:rPr sz="1400" spc="5" dirty="0">
                <a:solidFill>
                  <a:srgbClr val="0F469B"/>
                </a:solidFill>
                <a:latin typeface="+mj-lt"/>
                <a:cs typeface="Calibri"/>
              </a:rPr>
              <a:t> </a:t>
            </a:r>
            <a:r>
              <a:rPr sz="1400" dirty="0">
                <a:solidFill>
                  <a:srgbClr val="0F469B"/>
                </a:solidFill>
                <a:latin typeface="+mj-lt"/>
                <a:cs typeface="Calibri"/>
              </a:rPr>
              <a:t>MNFR</a:t>
            </a:r>
            <a:r>
              <a:rPr sz="1400" spc="-30" dirty="0">
                <a:solidFill>
                  <a:srgbClr val="0F469B"/>
                </a:solidFill>
                <a:latin typeface="+mj-lt"/>
                <a:cs typeface="Calibri"/>
              </a:rPr>
              <a:t> PART</a:t>
            </a:r>
            <a:r>
              <a:rPr sz="1400" dirty="0">
                <a:solidFill>
                  <a:srgbClr val="0F469B"/>
                </a:solidFill>
                <a:latin typeface="+mj-lt"/>
                <a:cs typeface="Calibri"/>
              </a:rPr>
              <a:t> NO:</a:t>
            </a:r>
            <a:r>
              <a:rPr sz="1400" spc="-20" dirty="0">
                <a:solidFill>
                  <a:srgbClr val="0F469B"/>
                </a:solidFill>
                <a:latin typeface="+mj-lt"/>
                <a:cs typeface="Calibri"/>
              </a:rPr>
              <a:t> </a:t>
            </a:r>
            <a:r>
              <a:rPr sz="1400" spc="-5" dirty="0">
                <a:solidFill>
                  <a:srgbClr val="0F469B"/>
                </a:solidFill>
                <a:latin typeface="+mj-lt"/>
                <a:cs typeface="Calibri"/>
              </a:rPr>
              <a:t>3310DNRCBM </a:t>
            </a:r>
            <a:r>
              <a:rPr sz="1400" dirty="0">
                <a:solidFill>
                  <a:srgbClr val="0F469B"/>
                </a:solidFill>
                <a:latin typeface="+mj-lt"/>
                <a:cs typeface="Calibri"/>
              </a:rPr>
              <a:t>MNFR</a:t>
            </a:r>
            <a:r>
              <a:rPr sz="1400" spc="-20" dirty="0">
                <a:solidFill>
                  <a:srgbClr val="0F469B"/>
                </a:solidFill>
                <a:latin typeface="+mj-lt"/>
                <a:cs typeface="Calibri"/>
              </a:rPr>
              <a:t> </a:t>
            </a:r>
            <a:r>
              <a:rPr sz="1400" dirty="0">
                <a:solidFill>
                  <a:srgbClr val="0F469B"/>
                </a:solidFill>
                <a:latin typeface="+mj-lt"/>
                <a:cs typeface="Calibri"/>
              </a:rPr>
              <a:t>SKF</a:t>
            </a:r>
            <a:endParaRPr sz="1400">
              <a:latin typeface="+mj-lt"/>
              <a:cs typeface="Calibri"/>
            </a:endParaRPr>
          </a:p>
        </p:txBody>
      </p:sp>
      <p:sp>
        <p:nvSpPr>
          <p:cNvPr id="13" name="object 13"/>
          <p:cNvSpPr txBox="1"/>
          <p:nvPr/>
        </p:nvSpPr>
        <p:spPr>
          <a:xfrm>
            <a:off x="5354573" y="2605277"/>
            <a:ext cx="1348740" cy="431800"/>
          </a:xfrm>
          <a:prstGeom prst="rect">
            <a:avLst/>
          </a:prstGeom>
          <a:solidFill>
            <a:srgbClr val="C5D9F0"/>
          </a:solidFill>
          <a:ln w="25400">
            <a:solidFill>
              <a:srgbClr val="093170"/>
            </a:solidFill>
          </a:ln>
        </p:spPr>
        <p:txBody>
          <a:bodyPr vert="horz" wrap="square" lIns="0" tIns="0" rIns="0" bIns="0" rtlCol="0">
            <a:spAutoFit/>
          </a:bodyPr>
          <a:lstStyle/>
          <a:p>
            <a:pPr marL="354330">
              <a:lnSpc>
                <a:spcPts val="1605"/>
              </a:lnSpc>
            </a:pPr>
            <a:r>
              <a:rPr sz="1400" spc="-10" dirty="0">
                <a:solidFill>
                  <a:srgbClr val="0F469B"/>
                </a:solidFill>
                <a:latin typeface="+mj-lt"/>
                <a:cs typeface="Calibri"/>
              </a:rPr>
              <a:t>Populate</a:t>
            </a:r>
            <a:endParaRPr sz="1400">
              <a:latin typeface="+mj-lt"/>
              <a:cs typeface="Calibri"/>
            </a:endParaRPr>
          </a:p>
          <a:p>
            <a:pPr marL="299720">
              <a:lnSpc>
                <a:spcPct val="100000"/>
              </a:lnSpc>
            </a:pPr>
            <a:r>
              <a:rPr sz="1400" spc="-5" dirty="0">
                <a:solidFill>
                  <a:srgbClr val="0F469B"/>
                </a:solidFill>
                <a:latin typeface="+mj-lt"/>
                <a:cs typeface="Calibri"/>
              </a:rPr>
              <a:t>Properties</a:t>
            </a:r>
            <a:endParaRPr sz="1400">
              <a:latin typeface="+mj-lt"/>
              <a:cs typeface="Calibri"/>
            </a:endParaRPr>
          </a:p>
        </p:txBody>
      </p:sp>
      <p:grpSp>
        <p:nvGrpSpPr>
          <p:cNvPr id="14" name="object 14"/>
          <p:cNvGrpSpPr/>
          <p:nvPr/>
        </p:nvGrpSpPr>
        <p:grpSpPr>
          <a:xfrm>
            <a:off x="5151246" y="1826514"/>
            <a:ext cx="5530850" cy="3393440"/>
            <a:chOff x="5151246" y="1826514"/>
            <a:chExt cx="5530850" cy="3393440"/>
          </a:xfrm>
        </p:grpSpPr>
        <p:sp>
          <p:nvSpPr>
            <p:cNvPr id="15" name="object 15"/>
            <p:cNvSpPr/>
            <p:nvPr/>
          </p:nvSpPr>
          <p:spPr>
            <a:xfrm>
              <a:off x="5151247" y="1826513"/>
              <a:ext cx="2047875" cy="1064895"/>
            </a:xfrm>
            <a:custGeom>
              <a:avLst/>
              <a:gdLst/>
              <a:ahLst/>
              <a:cxnLst/>
              <a:rect l="l" t="t" r="r" b="b"/>
              <a:pathLst>
                <a:path w="2047875" h="1064895">
                  <a:moveTo>
                    <a:pt x="202311" y="994156"/>
                  </a:moveTo>
                  <a:lnTo>
                    <a:pt x="177507" y="980948"/>
                  </a:lnTo>
                  <a:lnTo>
                    <a:pt x="86106" y="932307"/>
                  </a:lnTo>
                  <a:lnTo>
                    <a:pt x="77470" y="934847"/>
                  </a:lnTo>
                  <a:lnTo>
                    <a:pt x="73787" y="941832"/>
                  </a:lnTo>
                  <a:lnTo>
                    <a:pt x="69977" y="948817"/>
                  </a:lnTo>
                  <a:lnTo>
                    <a:pt x="72644" y="957453"/>
                  </a:lnTo>
                  <a:lnTo>
                    <a:pt x="116738" y="980948"/>
                  </a:lnTo>
                  <a:lnTo>
                    <a:pt x="28575" y="980948"/>
                  </a:lnTo>
                  <a:lnTo>
                    <a:pt x="28575" y="0"/>
                  </a:lnTo>
                  <a:lnTo>
                    <a:pt x="0" y="0"/>
                  </a:lnTo>
                  <a:lnTo>
                    <a:pt x="0" y="1003173"/>
                  </a:lnTo>
                  <a:lnTo>
                    <a:pt x="6477" y="1009523"/>
                  </a:lnTo>
                  <a:lnTo>
                    <a:pt x="124891" y="1009523"/>
                  </a:lnTo>
                  <a:lnTo>
                    <a:pt x="82550" y="1036447"/>
                  </a:lnTo>
                  <a:lnTo>
                    <a:pt x="75819" y="1040638"/>
                  </a:lnTo>
                  <a:lnTo>
                    <a:pt x="73914" y="1049528"/>
                  </a:lnTo>
                  <a:lnTo>
                    <a:pt x="78105" y="1056132"/>
                  </a:lnTo>
                  <a:lnTo>
                    <a:pt x="82296" y="1062863"/>
                  </a:lnTo>
                  <a:lnTo>
                    <a:pt x="91186" y="1064768"/>
                  </a:lnTo>
                  <a:lnTo>
                    <a:pt x="178117" y="1009523"/>
                  </a:lnTo>
                  <a:lnTo>
                    <a:pt x="202311" y="994156"/>
                  </a:lnTo>
                  <a:close/>
                </a:path>
                <a:path w="2047875" h="1064895">
                  <a:moveTo>
                    <a:pt x="2047367" y="995172"/>
                  </a:moveTo>
                  <a:lnTo>
                    <a:pt x="1933702" y="928878"/>
                  </a:lnTo>
                  <a:lnTo>
                    <a:pt x="1924939" y="931164"/>
                  </a:lnTo>
                  <a:lnTo>
                    <a:pt x="1921002" y="938022"/>
                  </a:lnTo>
                  <a:lnTo>
                    <a:pt x="1917065" y="944753"/>
                  </a:lnTo>
                  <a:lnTo>
                    <a:pt x="1919351" y="953516"/>
                  </a:lnTo>
                  <a:lnTo>
                    <a:pt x="1966429" y="980935"/>
                  </a:lnTo>
                  <a:lnTo>
                    <a:pt x="1552067" y="980821"/>
                  </a:lnTo>
                  <a:lnTo>
                    <a:pt x="1552067" y="1009396"/>
                  </a:lnTo>
                  <a:lnTo>
                    <a:pt x="1966264" y="1009510"/>
                  </a:lnTo>
                  <a:lnTo>
                    <a:pt x="2019046" y="1009523"/>
                  </a:lnTo>
                  <a:lnTo>
                    <a:pt x="1966239" y="1009523"/>
                  </a:lnTo>
                  <a:lnTo>
                    <a:pt x="1919351" y="1036828"/>
                  </a:lnTo>
                  <a:lnTo>
                    <a:pt x="1917065" y="1045591"/>
                  </a:lnTo>
                  <a:lnTo>
                    <a:pt x="1921002" y="1052322"/>
                  </a:lnTo>
                  <a:lnTo>
                    <a:pt x="1924939" y="1059180"/>
                  </a:lnTo>
                  <a:lnTo>
                    <a:pt x="1933702" y="1061466"/>
                  </a:lnTo>
                  <a:lnTo>
                    <a:pt x="2022779" y="1009523"/>
                  </a:lnTo>
                  <a:lnTo>
                    <a:pt x="2047367" y="995172"/>
                  </a:lnTo>
                  <a:close/>
                </a:path>
              </a:pathLst>
            </a:custGeom>
            <a:solidFill>
              <a:srgbClr val="000000"/>
            </a:solidFill>
          </p:spPr>
          <p:txBody>
            <a:bodyPr wrap="square" lIns="0" tIns="0" rIns="0" bIns="0" rtlCol="0"/>
            <a:lstStyle/>
            <a:p>
              <a:endParaRPr>
                <a:latin typeface="+mj-lt"/>
              </a:endParaRPr>
            </a:p>
          </p:txBody>
        </p:sp>
        <p:pic>
          <p:nvPicPr>
            <p:cNvPr id="16" name="object 16"/>
            <p:cNvPicPr/>
            <p:nvPr/>
          </p:nvPicPr>
          <p:blipFill>
            <a:blip r:embed="rId2" cstate="print"/>
            <a:stretch>
              <a:fillRect/>
            </a:stretch>
          </p:blipFill>
          <p:spPr>
            <a:xfrm>
              <a:off x="7207044" y="2639568"/>
              <a:ext cx="3474671" cy="2580131"/>
            </a:xfrm>
            <a:prstGeom prst="rect">
              <a:avLst/>
            </a:prstGeom>
          </p:spPr>
        </p:pic>
      </p:grpSp>
      <p:sp>
        <p:nvSpPr>
          <p:cNvPr id="17" name="object 17"/>
          <p:cNvSpPr txBox="1"/>
          <p:nvPr/>
        </p:nvSpPr>
        <p:spPr>
          <a:xfrm>
            <a:off x="407314" y="2702813"/>
            <a:ext cx="2426335" cy="453390"/>
          </a:xfrm>
          <a:prstGeom prst="rect">
            <a:avLst/>
          </a:prstGeom>
        </p:spPr>
        <p:txBody>
          <a:bodyPr vert="horz" wrap="square" lIns="0" tIns="13335" rIns="0" bIns="0" rtlCol="0">
            <a:spAutoFit/>
          </a:bodyPr>
          <a:lstStyle/>
          <a:p>
            <a:pPr marL="12700" marR="5080">
              <a:lnSpc>
                <a:spcPct val="100000"/>
              </a:lnSpc>
              <a:spcBef>
                <a:spcPts val="105"/>
              </a:spcBef>
            </a:pPr>
            <a:r>
              <a:rPr sz="1400" b="1" dirty="0">
                <a:solidFill>
                  <a:srgbClr val="0F469B"/>
                </a:solidFill>
                <a:latin typeface="+mj-lt"/>
                <a:cs typeface="Calibri"/>
              </a:rPr>
              <a:t>Original</a:t>
            </a:r>
            <a:r>
              <a:rPr sz="1400" b="1" spc="-30" dirty="0">
                <a:solidFill>
                  <a:srgbClr val="0F469B"/>
                </a:solidFill>
                <a:latin typeface="+mj-lt"/>
                <a:cs typeface="Calibri"/>
              </a:rPr>
              <a:t> </a:t>
            </a:r>
            <a:r>
              <a:rPr sz="1400" b="1" dirty="0">
                <a:solidFill>
                  <a:srgbClr val="0F469B"/>
                </a:solidFill>
                <a:latin typeface="+mj-lt"/>
                <a:cs typeface="Calibri"/>
              </a:rPr>
              <a:t>Description</a:t>
            </a:r>
            <a:r>
              <a:rPr sz="1400" dirty="0">
                <a:solidFill>
                  <a:srgbClr val="0F469B"/>
                </a:solidFill>
                <a:latin typeface="+mj-lt"/>
                <a:cs typeface="Calibri"/>
              </a:rPr>
              <a:t>:</a:t>
            </a:r>
            <a:r>
              <a:rPr sz="1400" spc="-55" dirty="0">
                <a:solidFill>
                  <a:srgbClr val="0F469B"/>
                </a:solidFill>
                <a:latin typeface="+mj-lt"/>
                <a:cs typeface="Calibri"/>
              </a:rPr>
              <a:t> </a:t>
            </a:r>
            <a:r>
              <a:rPr sz="1400" spc="-5" dirty="0">
                <a:solidFill>
                  <a:srgbClr val="0F469B"/>
                </a:solidFill>
                <a:latin typeface="+mj-lt"/>
                <a:cs typeface="Calibri"/>
              </a:rPr>
              <a:t>OUTBOARD </a:t>
            </a:r>
            <a:r>
              <a:rPr sz="1400" spc="-300" dirty="0">
                <a:solidFill>
                  <a:srgbClr val="0F469B"/>
                </a:solidFill>
                <a:latin typeface="+mj-lt"/>
                <a:cs typeface="Calibri"/>
              </a:rPr>
              <a:t> </a:t>
            </a:r>
            <a:r>
              <a:rPr sz="1400" spc="-5" dirty="0">
                <a:solidFill>
                  <a:srgbClr val="0F469B"/>
                </a:solidFill>
                <a:latin typeface="+mj-lt"/>
                <a:cs typeface="Calibri"/>
              </a:rPr>
              <a:t>BEARING</a:t>
            </a:r>
            <a:r>
              <a:rPr sz="1400" spc="-35" dirty="0">
                <a:solidFill>
                  <a:srgbClr val="0F469B"/>
                </a:solidFill>
                <a:latin typeface="+mj-lt"/>
                <a:cs typeface="Calibri"/>
              </a:rPr>
              <a:t> </a:t>
            </a:r>
            <a:r>
              <a:rPr sz="1400" spc="-5" dirty="0">
                <a:solidFill>
                  <a:srgbClr val="0F469B"/>
                </a:solidFill>
                <a:latin typeface="+mj-lt"/>
                <a:cs typeface="Calibri"/>
              </a:rPr>
              <a:t>CS 3310DNRCBM</a:t>
            </a:r>
            <a:r>
              <a:rPr sz="1400" spc="-10" dirty="0">
                <a:solidFill>
                  <a:srgbClr val="0F469B"/>
                </a:solidFill>
                <a:latin typeface="+mj-lt"/>
                <a:cs typeface="Calibri"/>
              </a:rPr>
              <a:t> </a:t>
            </a:r>
            <a:r>
              <a:rPr sz="1400" dirty="0">
                <a:solidFill>
                  <a:srgbClr val="0F469B"/>
                </a:solidFill>
                <a:latin typeface="+mj-lt"/>
                <a:cs typeface="Calibri"/>
              </a:rPr>
              <a:t>SKF</a:t>
            </a:r>
            <a:endParaRPr sz="1400">
              <a:latin typeface="+mj-lt"/>
              <a:cs typeface="Calibri"/>
            </a:endParaRPr>
          </a:p>
        </p:txBody>
      </p:sp>
      <p:pic>
        <p:nvPicPr>
          <p:cNvPr id="18" name="object 18"/>
          <p:cNvPicPr/>
          <p:nvPr/>
        </p:nvPicPr>
        <p:blipFill>
          <a:blip r:embed="rId3" cstate="print"/>
          <a:stretch>
            <a:fillRect/>
          </a:stretch>
        </p:blipFill>
        <p:spPr>
          <a:xfrm>
            <a:off x="725423" y="987552"/>
            <a:ext cx="1752600" cy="1754124"/>
          </a:xfrm>
          <a:prstGeom prst="rect">
            <a:avLst/>
          </a:prstGeom>
        </p:spPr>
      </p:pic>
      <p:sp>
        <p:nvSpPr>
          <p:cNvPr id="19" name="object 19"/>
          <p:cNvSpPr txBox="1"/>
          <p:nvPr/>
        </p:nvSpPr>
        <p:spPr>
          <a:xfrm>
            <a:off x="7174992" y="5654040"/>
            <a:ext cx="4607560" cy="527709"/>
          </a:xfrm>
          <a:prstGeom prst="rect">
            <a:avLst/>
          </a:prstGeom>
          <a:ln w="12700">
            <a:solidFill>
              <a:srgbClr val="676767"/>
            </a:solidFill>
          </a:ln>
        </p:spPr>
        <p:txBody>
          <a:bodyPr vert="horz" wrap="square" lIns="0" tIns="34925" rIns="0" bIns="0" rtlCol="0">
            <a:spAutoFit/>
          </a:bodyPr>
          <a:lstStyle/>
          <a:p>
            <a:pPr marL="92710" marR="386715">
              <a:lnSpc>
                <a:spcPct val="100000"/>
              </a:lnSpc>
              <a:spcBef>
                <a:spcPts val="275"/>
              </a:spcBef>
            </a:pPr>
            <a:r>
              <a:rPr sz="1600" b="1" spc="-35" dirty="0">
                <a:solidFill>
                  <a:srgbClr val="001F5F"/>
                </a:solidFill>
                <a:latin typeface="+mj-lt"/>
                <a:cs typeface="Calibri"/>
              </a:rPr>
              <a:t>PART</a:t>
            </a:r>
            <a:r>
              <a:rPr sz="1600" b="1" spc="-5" dirty="0">
                <a:solidFill>
                  <a:srgbClr val="001F5F"/>
                </a:solidFill>
                <a:latin typeface="+mj-lt"/>
                <a:cs typeface="Calibri"/>
              </a:rPr>
              <a:t> NUMBER:</a:t>
            </a:r>
            <a:r>
              <a:rPr sz="1600" b="1" spc="-15" dirty="0">
                <a:solidFill>
                  <a:srgbClr val="001F5F"/>
                </a:solidFill>
                <a:latin typeface="+mj-lt"/>
                <a:cs typeface="Calibri"/>
              </a:rPr>
              <a:t> </a:t>
            </a:r>
            <a:r>
              <a:rPr sz="1600" b="1" spc="-10" dirty="0">
                <a:solidFill>
                  <a:srgbClr val="001F5F"/>
                </a:solidFill>
                <a:latin typeface="+mj-lt"/>
                <a:cs typeface="Calibri"/>
              </a:rPr>
              <a:t>3310DNRCBM</a:t>
            </a:r>
            <a:r>
              <a:rPr sz="1600" b="1" spc="65" dirty="0">
                <a:solidFill>
                  <a:srgbClr val="001F5F"/>
                </a:solidFill>
                <a:latin typeface="+mj-lt"/>
                <a:cs typeface="Calibri"/>
              </a:rPr>
              <a:t> </a:t>
            </a:r>
            <a:r>
              <a:rPr sz="1600" b="1" spc="-15" dirty="0">
                <a:solidFill>
                  <a:srgbClr val="001F5F"/>
                </a:solidFill>
                <a:latin typeface="+mj-lt"/>
                <a:cs typeface="Calibri"/>
              </a:rPr>
              <a:t>MANUFACTURER: </a:t>
            </a:r>
            <a:r>
              <a:rPr sz="1600" b="1" spc="-350" dirty="0">
                <a:solidFill>
                  <a:srgbClr val="001F5F"/>
                </a:solidFill>
                <a:latin typeface="+mj-lt"/>
                <a:cs typeface="Calibri"/>
              </a:rPr>
              <a:t> </a:t>
            </a:r>
            <a:r>
              <a:rPr sz="1600" b="1" spc="-5" dirty="0">
                <a:solidFill>
                  <a:srgbClr val="001F5F"/>
                </a:solidFill>
                <a:latin typeface="+mj-lt"/>
                <a:cs typeface="Calibri"/>
              </a:rPr>
              <a:t>NSK</a:t>
            </a:r>
            <a:endParaRPr sz="1600">
              <a:latin typeface="+mj-lt"/>
              <a:cs typeface="Calibri"/>
            </a:endParaRPr>
          </a:p>
        </p:txBody>
      </p:sp>
      <p:sp>
        <p:nvSpPr>
          <p:cNvPr id="20" name="object 20"/>
          <p:cNvSpPr txBox="1"/>
          <p:nvPr/>
        </p:nvSpPr>
        <p:spPr>
          <a:xfrm>
            <a:off x="300634" y="6619900"/>
            <a:ext cx="465455" cy="208006"/>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mj-lt"/>
                <a:cs typeface="Calibri"/>
              </a:rPr>
              <a:t>P</a:t>
            </a:r>
            <a:r>
              <a:rPr sz="1600" dirty="0">
                <a:solidFill>
                  <a:srgbClr val="FFFFFF"/>
                </a:solidFill>
                <a:latin typeface="+mj-lt"/>
                <a:cs typeface="Calibri"/>
              </a:rPr>
              <a:t>i</a:t>
            </a:r>
            <a:r>
              <a:rPr sz="1600" spc="-10" dirty="0">
                <a:solidFill>
                  <a:srgbClr val="FFFFFF"/>
                </a:solidFill>
                <a:latin typeface="+mj-lt"/>
                <a:cs typeface="Calibri"/>
              </a:rPr>
              <a:t>Log</a:t>
            </a:r>
            <a:endParaRPr sz="1600" dirty="0">
              <a:latin typeface="+mj-lt"/>
              <a:cs typeface="Calibri"/>
            </a:endParaRPr>
          </a:p>
        </p:txBody>
      </p:sp>
      <p:sp>
        <p:nvSpPr>
          <p:cNvPr id="21" name="object 21"/>
          <p:cNvSpPr txBox="1"/>
          <p:nvPr/>
        </p:nvSpPr>
        <p:spPr>
          <a:xfrm>
            <a:off x="5211826" y="6620915"/>
            <a:ext cx="1769110" cy="213520"/>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8224E"/>
                </a:solidFill>
                <a:latin typeface="+mj-lt"/>
                <a:cs typeface="Verdana"/>
                <a:hlinkClick r:id="rId4"/>
              </a:rPr>
              <a:t>ww</a:t>
            </a:r>
            <a:r>
              <a:rPr sz="1300" dirty="0">
                <a:solidFill>
                  <a:srgbClr val="08224E"/>
                </a:solidFill>
                <a:latin typeface="+mj-lt"/>
                <a:cs typeface="Verdana"/>
                <a:hlinkClick r:id="rId4"/>
              </a:rPr>
              <a:t>w</a:t>
            </a:r>
            <a:r>
              <a:rPr sz="1300" spc="-130" dirty="0">
                <a:solidFill>
                  <a:srgbClr val="08224E"/>
                </a:solidFill>
                <a:latin typeface="+mj-lt"/>
                <a:cs typeface="Verdana"/>
                <a:hlinkClick r:id="rId4"/>
              </a:rPr>
              <a:t>.</a:t>
            </a:r>
            <a:r>
              <a:rPr sz="1300" spc="-20" dirty="0">
                <a:solidFill>
                  <a:srgbClr val="08224E"/>
                </a:solidFill>
                <a:latin typeface="+mj-lt"/>
                <a:cs typeface="Verdana"/>
                <a:hlinkClick r:id="rId4"/>
              </a:rPr>
              <a:t>p</a:t>
            </a:r>
            <a:r>
              <a:rPr sz="1300" spc="5" dirty="0">
                <a:solidFill>
                  <a:srgbClr val="08224E"/>
                </a:solidFill>
                <a:latin typeface="+mj-lt"/>
                <a:cs typeface="Verdana"/>
                <a:hlinkClick r:id="rId4"/>
              </a:rPr>
              <a:t>i</a:t>
            </a:r>
            <a:r>
              <a:rPr sz="1300" spc="-100" dirty="0">
                <a:solidFill>
                  <a:srgbClr val="08224E"/>
                </a:solidFill>
                <a:latin typeface="+mj-lt"/>
                <a:cs typeface="Verdana"/>
                <a:hlinkClick r:id="rId4"/>
              </a:rPr>
              <a:t>l</a:t>
            </a:r>
            <a:r>
              <a:rPr sz="1300" spc="60" dirty="0">
                <a:solidFill>
                  <a:srgbClr val="08224E"/>
                </a:solidFill>
                <a:latin typeface="+mj-lt"/>
                <a:cs typeface="Verdana"/>
                <a:hlinkClick r:id="rId4"/>
              </a:rPr>
              <a:t>og</a:t>
            </a:r>
            <a:r>
              <a:rPr sz="1300" spc="65" dirty="0">
                <a:solidFill>
                  <a:srgbClr val="08224E"/>
                </a:solidFill>
                <a:latin typeface="+mj-lt"/>
                <a:cs typeface="Verdana"/>
                <a:hlinkClick r:id="rId4"/>
              </a:rPr>
              <a:t>g</a:t>
            </a:r>
            <a:r>
              <a:rPr sz="1300" spc="-175" dirty="0">
                <a:solidFill>
                  <a:srgbClr val="08224E"/>
                </a:solidFill>
                <a:latin typeface="+mj-lt"/>
                <a:cs typeface="Verdana"/>
                <a:hlinkClick r:id="rId4"/>
              </a:rPr>
              <a:t>r</a:t>
            </a:r>
            <a:r>
              <a:rPr sz="1300" spc="10" dirty="0">
                <a:solidFill>
                  <a:srgbClr val="08224E"/>
                </a:solidFill>
                <a:latin typeface="+mj-lt"/>
                <a:cs typeface="Verdana"/>
                <a:hlinkClick r:id="rId4"/>
              </a:rPr>
              <a:t>ou</a:t>
            </a:r>
            <a:r>
              <a:rPr sz="1300" spc="-30" dirty="0">
                <a:solidFill>
                  <a:srgbClr val="08224E"/>
                </a:solidFill>
                <a:latin typeface="+mj-lt"/>
                <a:cs typeface="Verdana"/>
                <a:hlinkClick r:id="rId4"/>
              </a:rPr>
              <a:t>p</a:t>
            </a:r>
            <a:r>
              <a:rPr sz="1300" spc="-25" dirty="0">
                <a:solidFill>
                  <a:srgbClr val="08224E"/>
                </a:solidFill>
                <a:latin typeface="+mj-lt"/>
                <a:cs typeface="Verdana"/>
                <a:hlinkClick r:id="rId4"/>
              </a:rPr>
              <a:t>.</a:t>
            </a:r>
            <a:r>
              <a:rPr sz="1300" spc="55" dirty="0">
                <a:solidFill>
                  <a:srgbClr val="08224E"/>
                </a:solidFill>
                <a:latin typeface="+mj-lt"/>
                <a:cs typeface="Verdana"/>
                <a:hlinkClick r:id="rId4"/>
              </a:rPr>
              <a:t>com</a:t>
            </a:r>
            <a:endParaRPr sz="1300">
              <a:latin typeface="+mj-lt"/>
              <a:cs typeface="Verdana"/>
            </a:endParaRPr>
          </a:p>
        </p:txBody>
      </p:sp>
      <p:sp>
        <p:nvSpPr>
          <p:cNvPr id="22" name="object 22"/>
          <p:cNvSpPr txBox="1"/>
          <p:nvPr/>
        </p:nvSpPr>
        <p:spPr>
          <a:xfrm>
            <a:off x="11891136" y="6638493"/>
            <a:ext cx="298450" cy="208006"/>
          </a:xfrm>
          <a:prstGeom prst="rect">
            <a:avLst/>
          </a:prstGeom>
        </p:spPr>
        <p:txBody>
          <a:bodyPr vert="horz" wrap="square" lIns="0" tIns="0" rIns="0" bIns="0" rtlCol="0">
            <a:spAutoFit/>
          </a:bodyPr>
          <a:lstStyle/>
          <a:p>
            <a:pPr marL="55244">
              <a:lnSpc>
                <a:spcPts val="1635"/>
              </a:lnSpc>
            </a:pPr>
            <a:fld id="{81D60167-4931-47E6-BA6A-407CBD079E47}" type="slidenum">
              <a:rPr sz="1600" spc="-5" dirty="0">
                <a:solidFill>
                  <a:srgbClr val="08224E"/>
                </a:solidFill>
                <a:latin typeface="+mj-lt"/>
                <a:cs typeface="Calibri"/>
              </a:rPr>
              <a:t>23</a:t>
            </a:fld>
            <a:endParaRPr sz="1600">
              <a:latin typeface="+mj-lt"/>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141" y="200609"/>
            <a:ext cx="3117850" cy="391795"/>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F469B"/>
                </a:solidFill>
                <a:latin typeface="+mj-lt"/>
              </a:rPr>
              <a:t>Sample</a:t>
            </a:r>
            <a:r>
              <a:rPr sz="2400" spc="-60" dirty="0">
                <a:solidFill>
                  <a:srgbClr val="0F469B"/>
                </a:solidFill>
                <a:latin typeface="+mj-lt"/>
              </a:rPr>
              <a:t> </a:t>
            </a:r>
            <a:r>
              <a:rPr sz="2400" spc="-5" dirty="0">
                <a:solidFill>
                  <a:srgbClr val="0F469B"/>
                </a:solidFill>
                <a:latin typeface="+mj-lt"/>
              </a:rPr>
              <a:t>Catalogued</a:t>
            </a:r>
            <a:r>
              <a:rPr sz="2400" spc="-40" dirty="0">
                <a:solidFill>
                  <a:srgbClr val="0F469B"/>
                </a:solidFill>
                <a:latin typeface="+mj-lt"/>
              </a:rPr>
              <a:t> </a:t>
            </a:r>
            <a:r>
              <a:rPr sz="2400" spc="-15" dirty="0">
                <a:solidFill>
                  <a:srgbClr val="0F469B"/>
                </a:solidFill>
                <a:latin typeface="+mj-lt"/>
              </a:rPr>
              <a:t>Data</a:t>
            </a:r>
            <a:endParaRPr sz="2400" dirty="0">
              <a:latin typeface="+mj-lt"/>
            </a:endParaRPr>
          </a:p>
        </p:txBody>
      </p:sp>
      <p:sp>
        <p:nvSpPr>
          <p:cNvPr id="4" name="object 4"/>
          <p:cNvSpPr txBox="1"/>
          <p:nvPr/>
        </p:nvSpPr>
        <p:spPr>
          <a:xfrm>
            <a:off x="300634" y="6619900"/>
            <a:ext cx="465455" cy="228600"/>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8224E"/>
                </a:solidFill>
                <a:latin typeface="Verdana"/>
                <a:cs typeface="Verdana"/>
                <a:hlinkClick r:id="rId2"/>
              </a:rPr>
              <a:t>ww</a:t>
            </a:r>
            <a:r>
              <a:rPr sz="1300" dirty="0">
                <a:solidFill>
                  <a:srgbClr val="08224E"/>
                </a:solidFill>
                <a:latin typeface="Verdana"/>
                <a:cs typeface="Verdana"/>
                <a:hlinkClick r:id="rId2"/>
              </a:rPr>
              <a:t>w</a:t>
            </a:r>
            <a:r>
              <a:rPr sz="1300" spc="-130" dirty="0">
                <a:solidFill>
                  <a:srgbClr val="08224E"/>
                </a:solidFill>
                <a:latin typeface="Verdana"/>
                <a:cs typeface="Verdana"/>
                <a:hlinkClick r:id="rId2"/>
              </a:rPr>
              <a:t>.</a:t>
            </a:r>
            <a:r>
              <a:rPr sz="1300" spc="-20" dirty="0">
                <a:solidFill>
                  <a:srgbClr val="08224E"/>
                </a:solidFill>
                <a:latin typeface="Verdana"/>
                <a:cs typeface="Verdana"/>
                <a:hlinkClick r:id="rId2"/>
              </a:rPr>
              <a:t>p</a:t>
            </a:r>
            <a:r>
              <a:rPr sz="1300" spc="5" dirty="0">
                <a:solidFill>
                  <a:srgbClr val="08224E"/>
                </a:solidFill>
                <a:latin typeface="Verdana"/>
                <a:cs typeface="Verdana"/>
                <a:hlinkClick r:id="rId2"/>
              </a:rPr>
              <a:t>i</a:t>
            </a:r>
            <a:r>
              <a:rPr sz="1300" spc="-100" dirty="0">
                <a:solidFill>
                  <a:srgbClr val="08224E"/>
                </a:solidFill>
                <a:latin typeface="Verdana"/>
                <a:cs typeface="Verdana"/>
                <a:hlinkClick r:id="rId2"/>
              </a:rPr>
              <a:t>l</a:t>
            </a:r>
            <a:r>
              <a:rPr sz="1300" spc="60" dirty="0">
                <a:solidFill>
                  <a:srgbClr val="08224E"/>
                </a:solidFill>
                <a:latin typeface="Verdana"/>
                <a:cs typeface="Verdana"/>
                <a:hlinkClick r:id="rId2"/>
              </a:rPr>
              <a:t>og</a:t>
            </a:r>
            <a:r>
              <a:rPr sz="1300" spc="65" dirty="0">
                <a:solidFill>
                  <a:srgbClr val="08224E"/>
                </a:solidFill>
                <a:latin typeface="Verdana"/>
                <a:cs typeface="Verdana"/>
                <a:hlinkClick r:id="rId2"/>
              </a:rPr>
              <a:t>g</a:t>
            </a:r>
            <a:r>
              <a:rPr sz="1300" spc="-175" dirty="0">
                <a:solidFill>
                  <a:srgbClr val="08224E"/>
                </a:solidFill>
                <a:latin typeface="Verdana"/>
                <a:cs typeface="Verdana"/>
                <a:hlinkClick r:id="rId2"/>
              </a:rPr>
              <a:t>r</a:t>
            </a:r>
            <a:r>
              <a:rPr sz="1300" spc="10" dirty="0">
                <a:solidFill>
                  <a:srgbClr val="08224E"/>
                </a:solidFill>
                <a:latin typeface="Verdana"/>
                <a:cs typeface="Verdana"/>
                <a:hlinkClick r:id="rId2"/>
              </a:rPr>
              <a:t>ou</a:t>
            </a:r>
            <a:r>
              <a:rPr sz="1300" spc="-30" dirty="0">
                <a:solidFill>
                  <a:srgbClr val="08224E"/>
                </a:solidFill>
                <a:latin typeface="Verdana"/>
                <a:cs typeface="Verdana"/>
                <a:hlinkClick r:id="rId2"/>
              </a:rPr>
              <a:t>p</a:t>
            </a:r>
            <a:r>
              <a:rPr sz="1300" spc="-25" dirty="0">
                <a:solidFill>
                  <a:srgbClr val="08224E"/>
                </a:solidFill>
                <a:latin typeface="Verdana"/>
                <a:cs typeface="Verdana"/>
                <a:hlinkClick r:id="rId2"/>
              </a:rPr>
              <a:t>.</a:t>
            </a:r>
            <a:r>
              <a:rPr sz="1300" spc="55" dirty="0">
                <a:solidFill>
                  <a:srgbClr val="08224E"/>
                </a:solidFill>
                <a:latin typeface="Verdana"/>
                <a:cs typeface="Verdana"/>
                <a:hlinkClick r:id="rId2"/>
              </a:rPr>
              <a:t>com</a:t>
            </a:r>
            <a:endParaRPr sz="1300">
              <a:latin typeface="Verdana"/>
              <a:cs typeface="Verdana"/>
            </a:endParaRPr>
          </a:p>
        </p:txBody>
      </p:sp>
      <p:sp>
        <p:nvSpPr>
          <p:cNvPr id="6" name="object 6"/>
          <p:cNvSpPr txBox="1"/>
          <p:nvPr/>
        </p:nvSpPr>
        <p:spPr>
          <a:xfrm>
            <a:off x="11891136" y="6638493"/>
            <a:ext cx="298450" cy="231140"/>
          </a:xfrm>
          <a:prstGeom prst="rect">
            <a:avLst/>
          </a:prstGeom>
        </p:spPr>
        <p:txBody>
          <a:bodyPr vert="horz" wrap="square" lIns="0" tIns="0" rIns="0" bIns="0" rtlCol="0">
            <a:spAutoFit/>
          </a:bodyPr>
          <a:lstStyle/>
          <a:p>
            <a:pPr marL="55244">
              <a:lnSpc>
                <a:spcPts val="1635"/>
              </a:lnSpc>
            </a:pPr>
            <a:fld id="{81D60167-4931-47E6-BA6A-407CBD079E47}" type="slidenum">
              <a:rPr sz="1600" spc="-5" dirty="0">
                <a:solidFill>
                  <a:srgbClr val="08224E"/>
                </a:solidFill>
                <a:latin typeface="Calibri"/>
                <a:cs typeface="Calibri"/>
              </a:rPr>
              <a:t>24</a:t>
            </a:fld>
            <a:endParaRPr sz="1600">
              <a:latin typeface="Calibri"/>
              <a:cs typeface="Calibri"/>
            </a:endParaRPr>
          </a:p>
        </p:txBody>
      </p:sp>
      <p:graphicFrame>
        <p:nvGraphicFramePr>
          <p:cNvPr id="3" name="object 3"/>
          <p:cNvGraphicFramePr>
            <a:graphicFrameLocks noGrp="1"/>
          </p:cNvGraphicFramePr>
          <p:nvPr>
            <p:extLst>
              <p:ext uri="{D42A27DB-BD31-4B8C-83A1-F6EECF244321}">
                <p14:modId xmlns:p14="http://schemas.microsoft.com/office/powerpoint/2010/main" val="1335303144"/>
              </p:ext>
            </p:extLst>
          </p:nvPr>
        </p:nvGraphicFramePr>
        <p:xfrm>
          <a:off x="-6349" y="865758"/>
          <a:ext cx="12190730" cy="5623685"/>
        </p:xfrm>
        <a:graphic>
          <a:graphicData uri="http://schemas.openxmlformats.org/drawingml/2006/table">
            <a:tbl>
              <a:tblPr firstRow="1" bandRow="1">
                <a:tableStyleId>{2D5ABB26-0587-4C30-8999-92F81FD0307C}</a:tableStyleId>
              </a:tblPr>
              <a:tblGrid>
                <a:gridCol w="1304290">
                  <a:extLst>
                    <a:ext uri="{9D8B030D-6E8A-4147-A177-3AD203B41FA5}">
                      <a16:colId xmlns:a16="http://schemas.microsoft.com/office/drawing/2014/main" val="20000"/>
                    </a:ext>
                  </a:extLst>
                </a:gridCol>
                <a:gridCol w="4173220">
                  <a:extLst>
                    <a:ext uri="{9D8B030D-6E8A-4147-A177-3AD203B41FA5}">
                      <a16:colId xmlns:a16="http://schemas.microsoft.com/office/drawing/2014/main" val="20001"/>
                    </a:ext>
                  </a:extLst>
                </a:gridCol>
                <a:gridCol w="6713220">
                  <a:extLst>
                    <a:ext uri="{9D8B030D-6E8A-4147-A177-3AD203B41FA5}">
                      <a16:colId xmlns:a16="http://schemas.microsoft.com/office/drawing/2014/main" val="20002"/>
                    </a:ext>
                  </a:extLst>
                </a:gridCol>
              </a:tblGrid>
              <a:tr h="745236">
                <a:tc>
                  <a:txBody>
                    <a:bodyPr/>
                    <a:lstStyle/>
                    <a:p>
                      <a:pPr marL="121285">
                        <a:lnSpc>
                          <a:spcPct val="100000"/>
                        </a:lnSpc>
                        <a:spcBef>
                          <a:spcPts val="350"/>
                        </a:spcBef>
                      </a:pPr>
                      <a:r>
                        <a:rPr sz="2100" b="1" dirty="0">
                          <a:solidFill>
                            <a:srgbClr val="FFFFFF"/>
                          </a:solidFill>
                          <a:latin typeface="+mj-lt"/>
                          <a:cs typeface="Calibri"/>
                        </a:rPr>
                        <a:t>S.no</a:t>
                      </a:r>
                      <a:endParaRPr sz="2100">
                        <a:latin typeface="+mj-lt"/>
                        <a:cs typeface="Calibri"/>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F469B"/>
                    </a:solidFill>
                  </a:tcPr>
                </a:tc>
                <a:tc>
                  <a:txBody>
                    <a:bodyPr/>
                    <a:lstStyle/>
                    <a:p>
                      <a:pPr marL="121920">
                        <a:lnSpc>
                          <a:spcPct val="100000"/>
                        </a:lnSpc>
                        <a:spcBef>
                          <a:spcPts val="350"/>
                        </a:spcBef>
                      </a:pPr>
                      <a:r>
                        <a:rPr sz="2100" b="1" spc="-5" dirty="0">
                          <a:solidFill>
                            <a:srgbClr val="FFFFFF"/>
                          </a:solidFill>
                          <a:latin typeface="+mj-lt"/>
                          <a:cs typeface="Calibri"/>
                        </a:rPr>
                        <a:t>Source</a:t>
                      </a:r>
                      <a:r>
                        <a:rPr sz="2100" b="1" spc="-25" dirty="0">
                          <a:solidFill>
                            <a:srgbClr val="FFFFFF"/>
                          </a:solidFill>
                          <a:latin typeface="+mj-lt"/>
                          <a:cs typeface="Calibri"/>
                        </a:rPr>
                        <a:t> </a:t>
                      </a:r>
                      <a:r>
                        <a:rPr sz="2100" b="1" spc="-5" dirty="0">
                          <a:solidFill>
                            <a:srgbClr val="FFFFFF"/>
                          </a:solidFill>
                          <a:latin typeface="+mj-lt"/>
                          <a:cs typeface="Calibri"/>
                        </a:rPr>
                        <a:t>Description</a:t>
                      </a:r>
                      <a:r>
                        <a:rPr sz="2100" b="1" spc="-20" dirty="0">
                          <a:solidFill>
                            <a:srgbClr val="FFFFFF"/>
                          </a:solidFill>
                          <a:latin typeface="+mj-lt"/>
                          <a:cs typeface="Calibri"/>
                        </a:rPr>
                        <a:t> </a:t>
                      </a:r>
                      <a:r>
                        <a:rPr sz="2100" b="1" dirty="0">
                          <a:solidFill>
                            <a:srgbClr val="FFFFFF"/>
                          </a:solidFill>
                          <a:latin typeface="+mj-lt"/>
                          <a:cs typeface="Calibri"/>
                        </a:rPr>
                        <a:t>(</a:t>
                      </a:r>
                      <a:r>
                        <a:rPr sz="2100" b="1" spc="-5" dirty="0">
                          <a:solidFill>
                            <a:srgbClr val="FFFFFF"/>
                          </a:solidFill>
                          <a:latin typeface="+mj-lt"/>
                          <a:cs typeface="Calibri"/>
                        </a:rPr>
                        <a:t> Short</a:t>
                      </a:r>
                      <a:r>
                        <a:rPr sz="2100" b="1" spc="-30" dirty="0">
                          <a:solidFill>
                            <a:srgbClr val="FFFFFF"/>
                          </a:solidFill>
                          <a:latin typeface="+mj-lt"/>
                          <a:cs typeface="Calibri"/>
                        </a:rPr>
                        <a:t> </a:t>
                      </a:r>
                      <a:r>
                        <a:rPr sz="2100" b="1" spc="-50" dirty="0">
                          <a:solidFill>
                            <a:srgbClr val="FFFFFF"/>
                          </a:solidFill>
                          <a:latin typeface="+mj-lt"/>
                          <a:cs typeface="Calibri"/>
                        </a:rPr>
                        <a:t>Text)</a:t>
                      </a:r>
                      <a:endParaRPr sz="2100">
                        <a:latin typeface="+mj-lt"/>
                        <a:cs typeface="Calibri"/>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F469B"/>
                    </a:solidFill>
                  </a:tcPr>
                </a:tc>
                <a:tc>
                  <a:txBody>
                    <a:bodyPr/>
                    <a:lstStyle/>
                    <a:p>
                      <a:pPr marL="121920">
                        <a:lnSpc>
                          <a:spcPct val="100000"/>
                        </a:lnSpc>
                        <a:spcBef>
                          <a:spcPts val="350"/>
                        </a:spcBef>
                      </a:pPr>
                      <a:r>
                        <a:rPr sz="2100" b="1" spc="-5" dirty="0">
                          <a:solidFill>
                            <a:srgbClr val="FFFFFF"/>
                          </a:solidFill>
                          <a:latin typeface="+mj-lt"/>
                          <a:cs typeface="Calibri"/>
                        </a:rPr>
                        <a:t>PiLog</a:t>
                      </a:r>
                      <a:r>
                        <a:rPr sz="2100" b="1" spc="-20" dirty="0">
                          <a:solidFill>
                            <a:srgbClr val="FFFFFF"/>
                          </a:solidFill>
                          <a:latin typeface="+mj-lt"/>
                          <a:cs typeface="Calibri"/>
                        </a:rPr>
                        <a:t> </a:t>
                      </a:r>
                      <a:r>
                        <a:rPr sz="2100" b="1" spc="-10" dirty="0">
                          <a:solidFill>
                            <a:srgbClr val="FFFFFF"/>
                          </a:solidFill>
                          <a:latin typeface="+mj-lt"/>
                          <a:cs typeface="Calibri"/>
                        </a:rPr>
                        <a:t>Catalogued </a:t>
                      </a:r>
                      <a:r>
                        <a:rPr sz="2100" b="1" dirty="0">
                          <a:solidFill>
                            <a:srgbClr val="FFFFFF"/>
                          </a:solidFill>
                          <a:latin typeface="+mj-lt"/>
                          <a:cs typeface="Calibri"/>
                        </a:rPr>
                        <a:t>Long</a:t>
                      </a:r>
                      <a:r>
                        <a:rPr sz="2100" b="1" spc="-5" dirty="0">
                          <a:solidFill>
                            <a:srgbClr val="FFFFFF"/>
                          </a:solidFill>
                          <a:latin typeface="+mj-lt"/>
                          <a:cs typeface="Calibri"/>
                        </a:rPr>
                        <a:t> Description</a:t>
                      </a:r>
                      <a:endParaRPr sz="2100" dirty="0">
                        <a:latin typeface="+mj-lt"/>
                        <a:cs typeface="Calibri"/>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F469B"/>
                    </a:solidFill>
                  </a:tcPr>
                </a:tc>
                <a:extLst>
                  <a:ext uri="{0D108BD9-81ED-4DB2-BD59-A6C34878D82A}">
                    <a16:rowId xmlns:a16="http://schemas.microsoft.com/office/drawing/2014/main" val="10000"/>
                  </a:ext>
                </a:extLst>
              </a:tr>
              <a:tr h="1732533">
                <a:tc>
                  <a:txBody>
                    <a:bodyPr/>
                    <a:lstStyle/>
                    <a:p>
                      <a:pPr marL="121285">
                        <a:lnSpc>
                          <a:spcPct val="100000"/>
                        </a:lnSpc>
                        <a:spcBef>
                          <a:spcPts val="384"/>
                        </a:spcBef>
                      </a:pPr>
                      <a:r>
                        <a:rPr sz="1600" dirty="0">
                          <a:latin typeface="+mj-lt"/>
                          <a:cs typeface="Calibri"/>
                        </a:rPr>
                        <a:t>1</a:t>
                      </a:r>
                      <a:endParaRPr sz="1600">
                        <a:latin typeface="+mj-lt"/>
                        <a:cs typeface="Calibri"/>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CFDE"/>
                    </a:solidFill>
                  </a:tcPr>
                </a:tc>
                <a:tc>
                  <a:txBody>
                    <a:bodyPr/>
                    <a:lstStyle/>
                    <a:p>
                      <a:pPr marL="121920">
                        <a:lnSpc>
                          <a:spcPct val="100000"/>
                        </a:lnSpc>
                        <a:spcBef>
                          <a:spcPts val="384"/>
                        </a:spcBef>
                      </a:pPr>
                      <a:r>
                        <a:rPr sz="1600" spc="-15" dirty="0">
                          <a:latin typeface="+mj-lt"/>
                          <a:cs typeface="Calibri"/>
                        </a:rPr>
                        <a:t>CONTACTOR;SCHNEIDER</a:t>
                      </a:r>
                      <a:r>
                        <a:rPr sz="1600" spc="15" dirty="0">
                          <a:latin typeface="+mj-lt"/>
                          <a:cs typeface="Calibri"/>
                        </a:rPr>
                        <a:t> </a:t>
                      </a:r>
                      <a:r>
                        <a:rPr sz="1600" spc="-10" dirty="0">
                          <a:latin typeface="+mj-lt"/>
                          <a:cs typeface="Calibri"/>
                        </a:rPr>
                        <a:t>ELECTRIC;LC1</a:t>
                      </a:r>
                      <a:r>
                        <a:rPr sz="1600" spc="-15" dirty="0">
                          <a:latin typeface="+mj-lt"/>
                          <a:cs typeface="Calibri"/>
                        </a:rPr>
                        <a:t> </a:t>
                      </a:r>
                      <a:r>
                        <a:rPr sz="1600" spc="-10" dirty="0">
                          <a:latin typeface="+mj-lt"/>
                          <a:cs typeface="Calibri"/>
                        </a:rPr>
                        <a:t>D80G7</a:t>
                      </a:r>
                      <a:endParaRPr sz="1600">
                        <a:latin typeface="+mj-lt"/>
                        <a:cs typeface="Calibri"/>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CFDE"/>
                    </a:solidFill>
                  </a:tcPr>
                </a:tc>
                <a:tc>
                  <a:txBody>
                    <a:bodyPr/>
                    <a:lstStyle/>
                    <a:p>
                      <a:pPr marL="121920" marR="231775">
                        <a:lnSpc>
                          <a:spcPct val="100000"/>
                        </a:lnSpc>
                        <a:spcBef>
                          <a:spcPts val="384"/>
                        </a:spcBef>
                      </a:pPr>
                      <a:r>
                        <a:rPr sz="1600" spc="-25" dirty="0">
                          <a:latin typeface="+mj-lt"/>
                          <a:cs typeface="Calibri"/>
                        </a:rPr>
                        <a:t>CONTACTOR;</a:t>
                      </a:r>
                      <a:r>
                        <a:rPr sz="1600" dirty="0">
                          <a:latin typeface="+mj-lt"/>
                          <a:cs typeface="Calibri"/>
                        </a:rPr>
                        <a:t> </a:t>
                      </a:r>
                      <a:r>
                        <a:rPr sz="1600" spc="-30" dirty="0">
                          <a:latin typeface="+mj-lt"/>
                          <a:cs typeface="Calibri"/>
                        </a:rPr>
                        <a:t>P/N:</a:t>
                      </a:r>
                      <a:r>
                        <a:rPr sz="1600" dirty="0">
                          <a:latin typeface="+mj-lt"/>
                          <a:cs typeface="Calibri"/>
                        </a:rPr>
                        <a:t> </a:t>
                      </a:r>
                      <a:r>
                        <a:rPr sz="1600" spc="-10" dirty="0">
                          <a:latin typeface="+mj-lt"/>
                          <a:cs typeface="Calibri"/>
                        </a:rPr>
                        <a:t>LC1D80G7,</a:t>
                      </a:r>
                      <a:r>
                        <a:rPr sz="1600" spc="45" dirty="0">
                          <a:latin typeface="+mj-lt"/>
                          <a:cs typeface="Calibri"/>
                        </a:rPr>
                        <a:t> </a:t>
                      </a:r>
                      <a:r>
                        <a:rPr sz="1600" spc="-5" dirty="0">
                          <a:latin typeface="+mj-lt"/>
                          <a:cs typeface="Calibri"/>
                        </a:rPr>
                        <a:t>MFR:</a:t>
                      </a:r>
                      <a:r>
                        <a:rPr sz="1600" dirty="0">
                          <a:latin typeface="+mj-lt"/>
                          <a:cs typeface="Calibri"/>
                        </a:rPr>
                        <a:t> </a:t>
                      </a:r>
                      <a:r>
                        <a:rPr sz="1600" spc="-5" dirty="0">
                          <a:latin typeface="+mj-lt"/>
                          <a:cs typeface="Calibri"/>
                        </a:rPr>
                        <a:t>SCHNEIDER</a:t>
                      </a:r>
                      <a:r>
                        <a:rPr sz="1600" spc="45" dirty="0">
                          <a:latin typeface="+mj-lt"/>
                          <a:cs typeface="Calibri"/>
                        </a:rPr>
                        <a:t> </a:t>
                      </a:r>
                      <a:r>
                        <a:rPr sz="1600" spc="-10" dirty="0">
                          <a:latin typeface="+mj-lt"/>
                          <a:cs typeface="Calibri"/>
                        </a:rPr>
                        <a:t>ELECTRIC;</a:t>
                      </a:r>
                      <a:r>
                        <a:rPr sz="1600" spc="10" dirty="0">
                          <a:latin typeface="+mj-lt"/>
                          <a:cs typeface="Calibri"/>
                        </a:rPr>
                        <a:t> </a:t>
                      </a:r>
                      <a:r>
                        <a:rPr sz="1600" spc="-10" dirty="0">
                          <a:latin typeface="+mj-lt"/>
                          <a:cs typeface="Calibri"/>
                        </a:rPr>
                        <a:t>CURRENT</a:t>
                      </a:r>
                      <a:r>
                        <a:rPr sz="1600" spc="40" dirty="0">
                          <a:latin typeface="+mj-lt"/>
                          <a:cs typeface="Calibri"/>
                        </a:rPr>
                        <a:t> </a:t>
                      </a:r>
                      <a:r>
                        <a:rPr sz="1600" spc="-20" dirty="0">
                          <a:latin typeface="+mj-lt"/>
                          <a:cs typeface="Calibri"/>
                        </a:rPr>
                        <a:t>RATING: </a:t>
                      </a:r>
                      <a:r>
                        <a:rPr sz="1600" spc="-15" dirty="0">
                          <a:latin typeface="+mj-lt"/>
                          <a:cs typeface="Calibri"/>
                        </a:rPr>
                        <a:t> </a:t>
                      </a:r>
                      <a:r>
                        <a:rPr sz="1600" spc="-5" dirty="0">
                          <a:latin typeface="+mj-lt"/>
                          <a:cs typeface="Calibri"/>
                        </a:rPr>
                        <a:t>80</a:t>
                      </a:r>
                      <a:r>
                        <a:rPr sz="1600" spc="10" dirty="0">
                          <a:latin typeface="+mj-lt"/>
                          <a:cs typeface="Calibri"/>
                        </a:rPr>
                        <a:t> </a:t>
                      </a:r>
                      <a:r>
                        <a:rPr sz="1600" dirty="0">
                          <a:latin typeface="+mj-lt"/>
                          <a:cs typeface="Calibri"/>
                        </a:rPr>
                        <a:t>A, </a:t>
                      </a:r>
                      <a:r>
                        <a:rPr sz="1600" spc="-10" dirty="0">
                          <a:latin typeface="+mj-lt"/>
                          <a:cs typeface="Calibri"/>
                        </a:rPr>
                        <a:t>COIL</a:t>
                      </a:r>
                      <a:r>
                        <a:rPr sz="1600" spc="-5" dirty="0">
                          <a:latin typeface="+mj-lt"/>
                          <a:cs typeface="Calibri"/>
                        </a:rPr>
                        <a:t> </a:t>
                      </a:r>
                      <a:r>
                        <a:rPr sz="1600" spc="-40" dirty="0">
                          <a:latin typeface="+mj-lt"/>
                          <a:cs typeface="Calibri"/>
                        </a:rPr>
                        <a:t>VOLTAGE:</a:t>
                      </a:r>
                      <a:r>
                        <a:rPr sz="1600" spc="25" dirty="0">
                          <a:latin typeface="+mj-lt"/>
                          <a:cs typeface="Calibri"/>
                        </a:rPr>
                        <a:t> </a:t>
                      </a:r>
                      <a:r>
                        <a:rPr sz="1600" spc="-10" dirty="0">
                          <a:latin typeface="+mj-lt"/>
                          <a:cs typeface="Calibri"/>
                        </a:rPr>
                        <a:t>120</a:t>
                      </a:r>
                      <a:r>
                        <a:rPr sz="1600" spc="20" dirty="0">
                          <a:latin typeface="+mj-lt"/>
                          <a:cs typeface="Calibri"/>
                        </a:rPr>
                        <a:t> </a:t>
                      </a:r>
                      <a:r>
                        <a:rPr sz="1600" spc="-5" dirty="0">
                          <a:latin typeface="+mj-lt"/>
                          <a:cs typeface="Calibri"/>
                        </a:rPr>
                        <a:t>V</a:t>
                      </a:r>
                      <a:r>
                        <a:rPr sz="1600" dirty="0">
                          <a:latin typeface="+mj-lt"/>
                          <a:cs typeface="Calibri"/>
                        </a:rPr>
                        <a:t> </a:t>
                      </a:r>
                      <a:r>
                        <a:rPr sz="1600" spc="-15" dirty="0">
                          <a:latin typeface="+mj-lt"/>
                          <a:cs typeface="Calibri"/>
                        </a:rPr>
                        <a:t>AC,</a:t>
                      </a:r>
                      <a:r>
                        <a:rPr sz="1600" spc="5" dirty="0">
                          <a:latin typeface="+mj-lt"/>
                          <a:cs typeface="Calibri"/>
                        </a:rPr>
                        <a:t> </a:t>
                      </a:r>
                      <a:r>
                        <a:rPr sz="1600" spc="-5" dirty="0">
                          <a:latin typeface="+mj-lt"/>
                          <a:cs typeface="Calibri"/>
                        </a:rPr>
                        <a:t>POWER</a:t>
                      </a:r>
                      <a:r>
                        <a:rPr sz="1600" spc="15" dirty="0">
                          <a:latin typeface="+mj-lt"/>
                          <a:cs typeface="Calibri"/>
                        </a:rPr>
                        <a:t> </a:t>
                      </a:r>
                      <a:r>
                        <a:rPr sz="1600" spc="-20" dirty="0">
                          <a:latin typeface="+mj-lt"/>
                          <a:cs typeface="Calibri"/>
                        </a:rPr>
                        <a:t>RATING:</a:t>
                      </a:r>
                      <a:r>
                        <a:rPr sz="1600" spc="-5" dirty="0">
                          <a:latin typeface="+mj-lt"/>
                          <a:cs typeface="Calibri"/>
                        </a:rPr>
                        <a:t> 5.1</a:t>
                      </a:r>
                      <a:r>
                        <a:rPr sz="1600" dirty="0">
                          <a:latin typeface="+mj-lt"/>
                          <a:cs typeface="Calibri"/>
                        </a:rPr>
                        <a:t> </a:t>
                      </a:r>
                      <a:r>
                        <a:rPr sz="1600" spc="-90" dirty="0">
                          <a:latin typeface="+mj-lt"/>
                          <a:cs typeface="Calibri"/>
                        </a:rPr>
                        <a:t>W,</a:t>
                      </a:r>
                      <a:r>
                        <a:rPr sz="1600" spc="5" dirty="0">
                          <a:latin typeface="+mj-lt"/>
                          <a:cs typeface="Calibri"/>
                        </a:rPr>
                        <a:t> </a:t>
                      </a:r>
                      <a:r>
                        <a:rPr sz="1600" spc="-45" dirty="0">
                          <a:latin typeface="+mj-lt"/>
                          <a:cs typeface="Calibri"/>
                        </a:rPr>
                        <a:t>VOLTAGE</a:t>
                      </a:r>
                      <a:r>
                        <a:rPr sz="1600" spc="30" dirty="0">
                          <a:latin typeface="+mj-lt"/>
                          <a:cs typeface="Calibri"/>
                        </a:rPr>
                        <a:t> </a:t>
                      </a:r>
                      <a:r>
                        <a:rPr sz="1600" spc="-20" dirty="0">
                          <a:latin typeface="+mj-lt"/>
                          <a:cs typeface="Calibri"/>
                        </a:rPr>
                        <a:t>RATING:</a:t>
                      </a:r>
                      <a:r>
                        <a:rPr sz="1600" spc="-5" dirty="0">
                          <a:latin typeface="+mj-lt"/>
                          <a:cs typeface="Calibri"/>
                        </a:rPr>
                        <a:t> </a:t>
                      </a:r>
                      <a:r>
                        <a:rPr sz="1600" spc="-10" dirty="0">
                          <a:latin typeface="+mj-lt"/>
                          <a:cs typeface="Calibri"/>
                        </a:rPr>
                        <a:t>440 </a:t>
                      </a:r>
                      <a:r>
                        <a:rPr sz="1600" spc="-345" dirty="0">
                          <a:latin typeface="+mj-lt"/>
                          <a:cs typeface="Calibri"/>
                        </a:rPr>
                        <a:t> </a:t>
                      </a:r>
                      <a:r>
                        <a:rPr sz="1600" spc="-75" dirty="0">
                          <a:latin typeface="+mj-lt"/>
                          <a:cs typeface="Calibri"/>
                        </a:rPr>
                        <a:t>V,</a:t>
                      </a:r>
                      <a:r>
                        <a:rPr sz="1600" spc="-70" dirty="0">
                          <a:latin typeface="+mj-lt"/>
                          <a:cs typeface="Calibri"/>
                        </a:rPr>
                        <a:t> </a:t>
                      </a:r>
                      <a:r>
                        <a:rPr sz="1600" spc="-10" dirty="0">
                          <a:latin typeface="+mj-lt"/>
                          <a:cs typeface="Calibri"/>
                        </a:rPr>
                        <a:t>ELECTRICAL </a:t>
                      </a:r>
                      <a:r>
                        <a:rPr sz="1600" spc="-5" dirty="0">
                          <a:latin typeface="+mj-lt"/>
                          <a:cs typeface="Calibri"/>
                        </a:rPr>
                        <a:t>POLE </a:t>
                      </a:r>
                      <a:r>
                        <a:rPr sz="1600" spc="-20" dirty="0">
                          <a:latin typeface="+mj-lt"/>
                          <a:cs typeface="Calibri"/>
                        </a:rPr>
                        <a:t>QUANTITY: </a:t>
                      </a:r>
                      <a:r>
                        <a:rPr sz="1600" spc="-10" dirty="0">
                          <a:latin typeface="+mj-lt"/>
                          <a:cs typeface="Calibri"/>
                        </a:rPr>
                        <a:t>30, </a:t>
                      </a:r>
                      <a:r>
                        <a:rPr sz="1600" spc="-25" dirty="0">
                          <a:latin typeface="+mj-lt"/>
                          <a:cs typeface="Calibri"/>
                        </a:rPr>
                        <a:t>CONTACT </a:t>
                      </a:r>
                      <a:r>
                        <a:rPr sz="1600" spc="-15" dirty="0">
                          <a:latin typeface="+mj-lt"/>
                          <a:cs typeface="Calibri"/>
                        </a:rPr>
                        <a:t>ARRANGEMENT: </a:t>
                      </a:r>
                      <a:r>
                        <a:rPr sz="1600" spc="-10" dirty="0">
                          <a:latin typeface="+mj-lt"/>
                          <a:cs typeface="Calibri"/>
                        </a:rPr>
                        <a:t>1NO-1NC, </a:t>
                      </a:r>
                      <a:r>
                        <a:rPr sz="1600" spc="-5" dirty="0">
                          <a:latin typeface="+mj-lt"/>
                          <a:cs typeface="Calibri"/>
                        </a:rPr>
                        <a:t> MOUNTING</a:t>
                      </a:r>
                      <a:r>
                        <a:rPr sz="1600" spc="5" dirty="0">
                          <a:latin typeface="+mj-lt"/>
                          <a:cs typeface="Calibri"/>
                        </a:rPr>
                        <a:t> </a:t>
                      </a:r>
                      <a:r>
                        <a:rPr sz="1600" spc="-5" dirty="0">
                          <a:latin typeface="+mj-lt"/>
                          <a:cs typeface="Calibri"/>
                        </a:rPr>
                        <a:t>METHOD:</a:t>
                      </a:r>
                      <a:r>
                        <a:rPr sz="1600" spc="5" dirty="0">
                          <a:latin typeface="+mj-lt"/>
                          <a:cs typeface="Calibri"/>
                        </a:rPr>
                        <a:t> </a:t>
                      </a:r>
                      <a:r>
                        <a:rPr sz="1600" spc="-5" dirty="0">
                          <a:latin typeface="+mj-lt"/>
                          <a:cs typeface="Calibri"/>
                        </a:rPr>
                        <a:t>DIN</a:t>
                      </a:r>
                      <a:r>
                        <a:rPr sz="1600" spc="10" dirty="0">
                          <a:latin typeface="+mj-lt"/>
                          <a:cs typeface="Calibri"/>
                        </a:rPr>
                        <a:t> </a:t>
                      </a:r>
                      <a:r>
                        <a:rPr sz="1600" spc="-5" dirty="0">
                          <a:latin typeface="+mj-lt"/>
                          <a:cs typeface="Calibri"/>
                        </a:rPr>
                        <a:t>RAIL</a:t>
                      </a:r>
                      <a:endParaRPr sz="1600">
                        <a:latin typeface="+mj-lt"/>
                        <a:cs typeface="Calibri"/>
                      </a:endParaRPr>
                    </a:p>
                  </a:txBody>
                  <a:tcPr marL="0" marR="0" marT="48894"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CFDE"/>
                    </a:solidFill>
                  </a:tcPr>
                </a:tc>
                <a:extLst>
                  <a:ext uri="{0D108BD9-81ED-4DB2-BD59-A6C34878D82A}">
                    <a16:rowId xmlns:a16="http://schemas.microsoft.com/office/drawing/2014/main" val="10001"/>
                  </a:ext>
                </a:extLst>
              </a:tr>
              <a:tr h="1094232">
                <a:tc>
                  <a:txBody>
                    <a:bodyPr/>
                    <a:lstStyle/>
                    <a:p>
                      <a:pPr marL="121285">
                        <a:lnSpc>
                          <a:spcPct val="100000"/>
                        </a:lnSpc>
                        <a:spcBef>
                          <a:spcPts val="385"/>
                        </a:spcBef>
                      </a:pPr>
                      <a:r>
                        <a:rPr sz="1600" dirty="0">
                          <a:latin typeface="+mj-lt"/>
                          <a:cs typeface="Calibri"/>
                        </a:rPr>
                        <a:t>2</a:t>
                      </a:r>
                      <a:endParaRPr sz="1600">
                        <a:latin typeface="+mj-lt"/>
                        <a:cs typeface="Calibri"/>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121920">
                        <a:lnSpc>
                          <a:spcPct val="100000"/>
                        </a:lnSpc>
                        <a:spcBef>
                          <a:spcPts val="385"/>
                        </a:spcBef>
                      </a:pPr>
                      <a:r>
                        <a:rPr sz="1600" spc="-5" dirty="0">
                          <a:latin typeface="+mj-lt"/>
                          <a:cs typeface="Calibri"/>
                        </a:rPr>
                        <a:t>BEARING</a:t>
                      </a:r>
                      <a:r>
                        <a:rPr sz="1600" spc="15" dirty="0">
                          <a:latin typeface="+mj-lt"/>
                          <a:cs typeface="Calibri"/>
                        </a:rPr>
                        <a:t> </a:t>
                      </a:r>
                      <a:r>
                        <a:rPr sz="1600" spc="-5" dirty="0">
                          <a:latin typeface="+mj-lt"/>
                          <a:cs typeface="Calibri"/>
                        </a:rPr>
                        <a:t># </a:t>
                      </a:r>
                      <a:r>
                        <a:rPr sz="1600" spc="-10" dirty="0">
                          <a:latin typeface="+mj-lt"/>
                          <a:cs typeface="Calibri"/>
                        </a:rPr>
                        <a:t>7310-BECBP;</a:t>
                      </a:r>
                      <a:r>
                        <a:rPr sz="1600" spc="45" dirty="0">
                          <a:latin typeface="+mj-lt"/>
                          <a:cs typeface="Calibri"/>
                        </a:rPr>
                        <a:t> </a:t>
                      </a:r>
                      <a:r>
                        <a:rPr sz="1600" spc="-5" dirty="0">
                          <a:latin typeface="+mj-lt"/>
                          <a:cs typeface="Calibri"/>
                        </a:rPr>
                        <a:t>DEMIN </a:t>
                      </a:r>
                      <a:r>
                        <a:rPr sz="1600" spc="-20" dirty="0">
                          <a:latin typeface="+mj-lt"/>
                          <a:cs typeface="Calibri"/>
                        </a:rPr>
                        <a:t>P/P2;</a:t>
                      </a:r>
                      <a:r>
                        <a:rPr sz="1600" dirty="0">
                          <a:latin typeface="+mj-lt"/>
                          <a:cs typeface="Calibri"/>
                        </a:rPr>
                        <a:t> </a:t>
                      </a:r>
                      <a:r>
                        <a:rPr sz="1600" spc="-15" dirty="0">
                          <a:latin typeface="+mj-lt"/>
                          <a:cs typeface="Calibri"/>
                        </a:rPr>
                        <a:t>SYS14</a:t>
                      </a:r>
                      <a:endParaRPr sz="1600" dirty="0">
                        <a:latin typeface="+mj-lt"/>
                        <a:cs typeface="Calibri"/>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tc>
                  <a:txBody>
                    <a:bodyPr/>
                    <a:lstStyle/>
                    <a:p>
                      <a:pPr marL="121920" marR="177165">
                        <a:lnSpc>
                          <a:spcPct val="100000"/>
                        </a:lnSpc>
                        <a:spcBef>
                          <a:spcPts val="385"/>
                        </a:spcBef>
                      </a:pPr>
                      <a:r>
                        <a:rPr sz="1600" spc="-5" dirty="0">
                          <a:latin typeface="+mj-lt"/>
                          <a:cs typeface="Calibri"/>
                        </a:rPr>
                        <a:t>BEARING,</a:t>
                      </a:r>
                      <a:r>
                        <a:rPr sz="1600" spc="25" dirty="0">
                          <a:latin typeface="+mj-lt"/>
                          <a:cs typeface="Calibri"/>
                        </a:rPr>
                        <a:t> </a:t>
                      </a:r>
                      <a:r>
                        <a:rPr sz="1600" spc="-5" dirty="0">
                          <a:latin typeface="+mj-lt"/>
                          <a:cs typeface="Calibri"/>
                        </a:rPr>
                        <a:t>BALL;</a:t>
                      </a:r>
                      <a:r>
                        <a:rPr sz="1600" spc="10" dirty="0">
                          <a:latin typeface="+mj-lt"/>
                          <a:cs typeface="Calibri"/>
                        </a:rPr>
                        <a:t> </a:t>
                      </a:r>
                      <a:r>
                        <a:rPr sz="1600" spc="-25" dirty="0">
                          <a:latin typeface="+mj-lt"/>
                          <a:cs typeface="Calibri"/>
                        </a:rPr>
                        <a:t>P/N:</a:t>
                      </a:r>
                      <a:r>
                        <a:rPr sz="1600" dirty="0">
                          <a:latin typeface="+mj-lt"/>
                          <a:cs typeface="Calibri"/>
                        </a:rPr>
                        <a:t> </a:t>
                      </a:r>
                      <a:r>
                        <a:rPr sz="1600" spc="-10" dirty="0">
                          <a:latin typeface="+mj-lt"/>
                          <a:cs typeface="Calibri"/>
                        </a:rPr>
                        <a:t>7310</a:t>
                      </a:r>
                      <a:r>
                        <a:rPr sz="1600" spc="30" dirty="0">
                          <a:latin typeface="+mj-lt"/>
                          <a:cs typeface="Calibri"/>
                        </a:rPr>
                        <a:t> </a:t>
                      </a:r>
                      <a:r>
                        <a:rPr sz="1600" spc="-45" dirty="0">
                          <a:latin typeface="+mj-lt"/>
                          <a:cs typeface="Calibri"/>
                        </a:rPr>
                        <a:t>BECBP,</a:t>
                      </a:r>
                      <a:r>
                        <a:rPr sz="1600" spc="25" dirty="0">
                          <a:latin typeface="+mj-lt"/>
                          <a:cs typeface="Calibri"/>
                        </a:rPr>
                        <a:t> </a:t>
                      </a:r>
                      <a:r>
                        <a:rPr sz="1600" spc="-5" dirty="0">
                          <a:latin typeface="+mj-lt"/>
                          <a:cs typeface="Calibri"/>
                        </a:rPr>
                        <a:t>MFR:</a:t>
                      </a:r>
                      <a:r>
                        <a:rPr sz="1600" spc="5" dirty="0">
                          <a:latin typeface="+mj-lt"/>
                          <a:cs typeface="Calibri"/>
                        </a:rPr>
                        <a:t> </a:t>
                      </a:r>
                      <a:r>
                        <a:rPr sz="1600" spc="-10" dirty="0">
                          <a:latin typeface="+mj-lt"/>
                          <a:cs typeface="Calibri"/>
                        </a:rPr>
                        <a:t>SKF;</a:t>
                      </a:r>
                      <a:r>
                        <a:rPr sz="1600" spc="10" dirty="0">
                          <a:latin typeface="+mj-lt"/>
                          <a:cs typeface="Calibri"/>
                        </a:rPr>
                        <a:t> </a:t>
                      </a:r>
                      <a:r>
                        <a:rPr sz="1600" spc="-5" dirty="0">
                          <a:latin typeface="+mj-lt"/>
                          <a:cs typeface="Calibri"/>
                        </a:rPr>
                        <a:t>TYPE:</a:t>
                      </a:r>
                      <a:r>
                        <a:rPr sz="1600" spc="-10" dirty="0">
                          <a:latin typeface="+mj-lt"/>
                          <a:cs typeface="Calibri"/>
                        </a:rPr>
                        <a:t> </a:t>
                      </a:r>
                      <a:r>
                        <a:rPr sz="1600" spc="-5" dirty="0">
                          <a:latin typeface="+mj-lt"/>
                          <a:cs typeface="Calibri"/>
                        </a:rPr>
                        <a:t>ANGULAR</a:t>
                      </a:r>
                      <a:r>
                        <a:rPr sz="1600" spc="25" dirty="0">
                          <a:latin typeface="+mj-lt"/>
                          <a:cs typeface="Calibri"/>
                        </a:rPr>
                        <a:t> </a:t>
                      </a:r>
                      <a:r>
                        <a:rPr sz="1600" spc="-45" dirty="0">
                          <a:latin typeface="+mj-lt"/>
                          <a:cs typeface="Calibri"/>
                        </a:rPr>
                        <a:t>CONTACT,</a:t>
                      </a:r>
                      <a:r>
                        <a:rPr sz="1600" dirty="0">
                          <a:latin typeface="+mj-lt"/>
                          <a:cs typeface="Calibri"/>
                        </a:rPr>
                        <a:t> </a:t>
                      </a:r>
                      <a:r>
                        <a:rPr sz="1600" spc="-15" dirty="0">
                          <a:latin typeface="+mj-lt"/>
                          <a:cs typeface="Calibri"/>
                        </a:rPr>
                        <a:t>ROW </a:t>
                      </a:r>
                      <a:r>
                        <a:rPr sz="1600" spc="-10" dirty="0">
                          <a:latin typeface="+mj-lt"/>
                          <a:cs typeface="Calibri"/>
                        </a:rPr>
                        <a:t> </a:t>
                      </a:r>
                      <a:r>
                        <a:rPr sz="1600" spc="-25" dirty="0">
                          <a:latin typeface="+mj-lt"/>
                          <a:cs typeface="Calibri"/>
                        </a:rPr>
                        <a:t>QUANTITY:</a:t>
                      </a:r>
                      <a:r>
                        <a:rPr sz="1600" spc="-5" dirty="0">
                          <a:latin typeface="+mj-lt"/>
                          <a:cs typeface="Calibri"/>
                        </a:rPr>
                        <a:t> SINGLE,</a:t>
                      </a:r>
                      <a:r>
                        <a:rPr sz="1600" spc="25" dirty="0">
                          <a:latin typeface="+mj-lt"/>
                          <a:cs typeface="Calibri"/>
                        </a:rPr>
                        <a:t> </a:t>
                      </a:r>
                      <a:r>
                        <a:rPr sz="1600" spc="-5" dirty="0">
                          <a:latin typeface="+mj-lt"/>
                          <a:cs typeface="Calibri"/>
                        </a:rPr>
                        <a:t>INSIDE</a:t>
                      </a:r>
                      <a:r>
                        <a:rPr sz="1600" spc="15" dirty="0">
                          <a:latin typeface="+mj-lt"/>
                          <a:cs typeface="Calibri"/>
                        </a:rPr>
                        <a:t> </a:t>
                      </a:r>
                      <a:r>
                        <a:rPr sz="1600" spc="-5" dirty="0">
                          <a:latin typeface="+mj-lt"/>
                          <a:cs typeface="Calibri"/>
                        </a:rPr>
                        <a:t>DIAMETER:</a:t>
                      </a:r>
                      <a:r>
                        <a:rPr sz="1600" spc="20" dirty="0">
                          <a:latin typeface="+mj-lt"/>
                          <a:cs typeface="Calibri"/>
                        </a:rPr>
                        <a:t> </a:t>
                      </a:r>
                      <a:r>
                        <a:rPr sz="1600" spc="-5" dirty="0">
                          <a:latin typeface="+mj-lt"/>
                          <a:cs typeface="Calibri"/>
                        </a:rPr>
                        <a:t>50</a:t>
                      </a:r>
                      <a:r>
                        <a:rPr sz="1600" spc="5" dirty="0">
                          <a:latin typeface="+mj-lt"/>
                          <a:cs typeface="Calibri"/>
                        </a:rPr>
                        <a:t> </a:t>
                      </a:r>
                      <a:r>
                        <a:rPr sz="1600" spc="-5" dirty="0">
                          <a:latin typeface="+mj-lt"/>
                          <a:cs typeface="Calibri"/>
                        </a:rPr>
                        <a:t>MM,</a:t>
                      </a:r>
                      <a:r>
                        <a:rPr sz="1600" spc="5" dirty="0">
                          <a:latin typeface="+mj-lt"/>
                          <a:cs typeface="Calibri"/>
                        </a:rPr>
                        <a:t> </a:t>
                      </a:r>
                      <a:r>
                        <a:rPr sz="1600" spc="-10" dirty="0">
                          <a:latin typeface="+mj-lt"/>
                          <a:cs typeface="Calibri"/>
                        </a:rPr>
                        <a:t>OUTSIDE</a:t>
                      </a:r>
                      <a:r>
                        <a:rPr sz="1600" spc="30" dirty="0">
                          <a:latin typeface="+mj-lt"/>
                          <a:cs typeface="Calibri"/>
                        </a:rPr>
                        <a:t> </a:t>
                      </a:r>
                      <a:r>
                        <a:rPr sz="1600" spc="-5" dirty="0">
                          <a:latin typeface="+mj-lt"/>
                          <a:cs typeface="Calibri"/>
                        </a:rPr>
                        <a:t>DIAMETER:</a:t>
                      </a:r>
                      <a:r>
                        <a:rPr sz="1600" dirty="0">
                          <a:latin typeface="+mj-lt"/>
                          <a:cs typeface="Calibri"/>
                        </a:rPr>
                        <a:t> </a:t>
                      </a:r>
                      <a:r>
                        <a:rPr sz="1600" spc="-10" dirty="0">
                          <a:latin typeface="+mj-lt"/>
                          <a:cs typeface="Calibri"/>
                        </a:rPr>
                        <a:t>110</a:t>
                      </a:r>
                      <a:r>
                        <a:rPr sz="1600" spc="30" dirty="0">
                          <a:latin typeface="+mj-lt"/>
                          <a:cs typeface="Calibri"/>
                        </a:rPr>
                        <a:t> </a:t>
                      </a:r>
                      <a:r>
                        <a:rPr sz="1600" spc="-5" dirty="0">
                          <a:latin typeface="+mj-lt"/>
                          <a:cs typeface="Calibri"/>
                        </a:rPr>
                        <a:t>MM, </a:t>
                      </a:r>
                      <a:r>
                        <a:rPr sz="1600" spc="-345" dirty="0">
                          <a:latin typeface="+mj-lt"/>
                          <a:cs typeface="Calibri"/>
                        </a:rPr>
                        <a:t> </a:t>
                      </a:r>
                      <a:r>
                        <a:rPr sz="1600" spc="-10" dirty="0">
                          <a:latin typeface="+mj-lt"/>
                          <a:cs typeface="Calibri"/>
                        </a:rPr>
                        <a:t>WIDTH:</a:t>
                      </a:r>
                      <a:r>
                        <a:rPr sz="1600" spc="-15" dirty="0">
                          <a:latin typeface="+mj-lt"/>
                          <a:cs typeface="Calibri"/>
                        </a:rPr>
                        <a:t> </a:t>
                      </a:r>
                      <a:r>
                        <a:rPr sz="1600" spc="-5" dirty="0">
                          <a:latin typeface="+mj-lt"/>
                          <a:cs typeface="Calibri"/>
                        </a:rPr>
                        <a:t>27</a:t>
                      </a:r>
                      <a:r>
                        <a:rPr sz="1600" spc="15" dirty="0">
                          <a:latin typeface="+mj-lt"/>
                          <a:cs typeface="Calibri"/>
                        </a:rPr>
                        <a:t> </a:t>
                      </a:r>
                      <a:r>
                        <a:rPr sz="1600" spc="-5" dirty="0">
                          <a:latin typeface="+mj-lt"/>
                          <a:cs typeface="Calibri"/>
                        </a:rPr>
                        <a:t>MM</a:t>
                      </a:r>
                      <a:endParaRPr sz="1600">
                        <a:latin typeface="+mj-lt"/>
                        <a:cs typeface="Calibri"/>
                      </a:endParaRPr>
                    </a:p>
                  </a:txBody>
                  <a:tcPr marL="0" marR="0" marT="488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9EE"/>
                    </a:solidFill>
                  </a:tcPr>
                </a:tc>
                <a:extLst>
                  <a:ext uri="{0D108BD9-81ED-4DB2-BD59-A6C34878D82A}">
                    <a16:rowId xmlns:a16="http://schemas.microsoft.com/office/drawing/2014/main" val="10002"/>
                  </a:ext>
                </a:extLst>
              </a:tr>
              <a:tr h="2051684">
                <a:tc>
                  <a:txBody>
                    <a:bodyPr/>
                    <a:lstStyle/>
                    <a:p>
                      <a:pPr marL="121285">
                        <a:lnSpc>
                          <a:spcPct val="100000"/>
                        </a:lnSpc>
                        <a:spcBef>
                          <a:spcPts val="390"/>
                        </a:spcBef>
                      </a:pPr>
                      <a:r>
                        <a:rPr sz="1600" dirty="0">
                          <a:latin typeface="+mj-lt"/>
                          <a:cs typeface="Calibri"/>
                        </a:rPr>
                        <a:t>3</a:t>
                      </a:r>
                      <a:endParaRPr sz="1600">
                        <a:latin typeface="+mj-lt"/>
                        <a:cs typeface="Calibri"/>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FDE"/>
                    </a:solidFill>
                  </a:tcPr>
                </a:tc>
                <a:tc>
                  <a:txBody>
                    <a:bodyPr/>
                    <a:lstStyle/>
                    <a:p>
                      <a:pPr marL="121920">
                        <a:lnSpc>
                          <a:spcPct val="100000"/>
                        </a:lnSpc>
                        <a:spcBef>
                          <a:spcPts val="390"/>
                        </a:spcBef>
                      </a:pPr>
                      <a:r>
                        <a:rPr sz="1600" spc="-25" dirty="0">
                          <a:latin typeface="+mj-lt"/>
                          <a:cs typeface="Calibri"/>
                        </a:rPr>
                        <a:t>MOTOR</a:t>
                      </a:r>
                      <a:r>
                        <a:rPr sz="1600" spc="5" dirty="0">
                          <a:latin typeface="+mj-lt"/>
                          <a:cs typeface="Calibri"/>
                        </a:rPr>
                        <a:t> </a:t>
                      </a:r>
                      <a:r>
                        <a:rPr sz="1600" spc="-10" dirty="0">
                          <a:latin typeface="+mj-lt"/>
                          <a:cs typeface="Calibri"/>
                        </a:rPr>
                        <a:t>CIRCUIT</a:t>
                      </a:r>
                      <a:r>
                        <a:rPr sz="1600" spc="-20" dirty="0">
                          <a:latin typeface="+mj-lt"/>
                          <a:cs typeface="Calibri"/>
                        </a:rPr>
                        <a:t> </a:t>
                      </a:r>
                      <a:r>
                        <a:rPr sz="1600" spc="-5" dirty="0">
                          <a:latin typeface="+mj-lt"/>
                          <a:cs typeface="Calibri"/>
                        </a:rPr>
                        <a:t>BREAKER</a:t>
                      </a:r>
                      <a:r>
                        <a:rPr sz="1600" spc="40" dirty="0">
                          <a:latin typeface="+mj-lt"/>
                          <a:cs typeface="Calibri"/>
                        </a:rPr>
                        <a:t> </a:t>
                      </a:r>
                      <a:r>
                        <a:rPr sz="1600" spc="-10" dirty="0">
                          <a:latin typeface="+mj-lt"/>
                          <a:cs typeface="Calibri"/>
                        </a:rPr>
                        <a:t>GV2-L20</a:t>
                      </a:r>
                      <a:r>
                        <a:rPr sz="1600" spc="30" dirty="0">
                          <a:latin typeface="+mj-lt"/>
                          <a:cs typeface="Calibri"/>
                        </a:rPr>
                        <a:t> </a:t>
                      </a:r>
                      <a:r>
                        <a:rPr sz="1600" spc="-10" dirty="0">
                          <a:latin typeface="+mj-lt"/>
                          <a:cs typeface="Calibri"/>
                        </a:rPr>
                        <a:t>18A</a:t>
                      </a:r>
                      <a:endParaRPr sz="1600">
                        <a:latin typeface="+mj-lt"/>
                        <a:cs typeface="Calibri"/>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FDE"/>
                    </a:solidFill>
                  </a:tcPr>
                </a:tc>
                <a:tc>
                  <a:txBody>
                    <a:bodyPr/>
                    <a:lstStyle/>
                    <a:p>
                      <a:pPr marL="121920" marR="157480">
                        <a:lnSpc>
                          <a:spcPct val="100000"/>
                        </a:lnSpc>
                        <a:spcBef>
                          <a:spcPts val="390"/>
                        </a:spcBef>
                      </a:pPr>
                      <a:r>
                        <a:rPr sz="1600" spc="-10" dirty="0">
                          <a:latin typeface="+mj-lt"/>
                          <a:cs typeface="Calibri"/>
                        </a:rPr>
                        <a:t>BREAKER,</a:t>
                      </a:r>
                      <a:r>
                        <a:rPr sz="1600" spc="60" dirty="0">
                          <a:latin typeface="+mj-lt"/>
                          <a:cs typeface="Calibri"/>
                        </a:rPr>
                        <a:t> </a:t>
                      </a:r>
                      <a:r>
                        <a:rPr sz="1600" spc="-20" dirty="0">
                          <a:latin typeface="+mj-lt"/>
                          <a:cs typeface="Calibri"/>
                        </a:rPr>
                        <a:t>CIRCUIT;</a:t>
                      </a:r>
                      <a:r>
                        <a:rPr sz="1600" spc="-15" dirty="0">
                          <a:latin typeface="+mj-lt"/>
                          <a:cs typeface="Calibri"/>
                        </a:rPr>
                        <a:t> </a:t>
                      </a:r>
                      <a:r>
                        <a:rPr sz="1600" spc="-40" dirty="0">
                          <a:latin typeface="+mj-lt"/>
                          <a:cs typeface="Calibri"/>
                        </a:rPr>
                        <a:t>PART</a:t>
                      </a:r>
                      <a:r>
                        <a:rPr sz="1600" spc="10" dirty="0">
                          <a:latin typeface="+mj-lt"/>
                          <a:cs typeface="Calibri"/>
                        </a:rPr>
                        <a:t> </a:t>
                      </a:r>
                      <a:r>
                        <a:rPr sz="1600" spc="-5" dirty="0">
                          <a:latin typeface="+mj-lt"/>
                          <a:cs typeface="Calibri"/>
                        </a:rPr>
                        <a:t>NUMBER:</a:t>
                      </a:r>
                      <a:r>
                        <a:rPr sz="1600" spc="35" dirty="0">
                          <a:latin typeface="+mj-lt"/>
                          <a:cs typeface="Calibri"/>
                        </a:rPr>
                        <a:t> </a:t>
                      </a:r>
                      <a:r>
                        <a:rPr sz="1600" spc="-10" dirty="0">
                          <a:latin typeface="+mj-lt"/>
                          <a:cs typeface="Calibri"/>
                        </a:rPr>
                        <a:t>GV2L20,</a:t>
                      </a:r>
                      <a:r>
                        <a:rPr sz="1600" spc="65" dirty="0">
                          <a:latin typeface="+mj-lt"/>
                          <a:cs typeface="Calibri"/>
                        </a:rPr>
                        <a:t> </a:t>
                      </a:r>
                      <a:r>
                        <a:rPr sz="1600" spc="-5" dirty="0">
                          <a:latin typeface="+mj-lt"/>
                          <a:cs typeface="Calibri"/>
                        </a:rPr>
                        <a:t>MFR:</a:t>
                      </a:r>
                      <a:r>
                        <a:rPr sz="1600" dirty="0">
                          <a:latin typeface="+mj-lt"/>
                          <a:cs typeface="Calibri"/>
                        </a:rPr>
                        <a:t> </a:t>
                      </a:r>
                      <a:r>
                        <a:rPr sz="1600" spc="-10" dirty="0">
                          <a:latin typeface="+mj-lt"/>
                          <a:cs typeface="Calibri"/>
                        </a:rPr>
                        <a:t>SIEMENS;</a:t>
                      </a:r>
                      <a:r>
                        <a:rPr sz="1600" spc="30" dirty="0">
                          <a:latin typeface="+mj-lt"/>
                          <a:cs typeface="Calibri"/>
                        </a:rPr>
                        <a:t> </a:t>
                      </a:r>
                      <a:r>
                        <a:rPr sz="1600" spc="-5" dirty="0">
                          <a:latin typeface="+mj-lt"/>
                          <a:cs typeface="Calibri"/>
                        </a:rPr>
                        <a:t>TYPE: MAGNETIC, </a:t>
                      </a:r>
                      <a:r>
                        <a:rPr sz="1600" spc="-345" dirty="0">
                          <a:latin typeface="+mj-lt"/>
                          <a:cs typeface="Calibri"/>
                        </a:rPr>
                        <a:t> </a:t>
                      </a:r>
                      <a:r>
                        <a:rPr sz="1600" spc="-20" dirty="0">
                          <a:latin typeface="+mj-lt"/>
                          <a:cs typeface="Calibri"/>
                        </a:rPr>
                        <a:t>CURRENT:</a:t>
                      </a:r>
                      <a:r>
                        <a:rPr sz="1600" spc="35" dirty="0">
                          <a:latin typeface="+mj-lt"/>
                          <a:cs typeface="Calibri"/>
                        </a:rPr>
                        <a:t> </a:t>
                      </a:r>
                      <a:r>
                        <a:rPr sz="1600" spc="-5" dirty="0">
                          <a:latin typeface="+mj-lt"/>
                          <a:cs typeface="Calibri"/>
                        </a:rPr>
                        <a:t>18</a:t>
                      </a:r>
                      <a:r>
                        <a:rPr sz="1600" dirty="0">
                          <a:latin typeface="+mj-lt"/>
                          <a:cs typeface="Calibri"/>
                        </a:rPr>
                        <a:t> A,</a:t>
                      </a:r>
                      <a:r>
                        <a:rPr sz="1600" spc="10" dirty="0">
                          <a:latin typeface="+mj-lt"/>
                          <a:cs typeface="Calibri"/>
                        </a:rPr>
                        <a:t> </a:t>
                      </a:r>
                      <a:r>
                        <a:rPr sz="1600" spc="-10" dirty="0">
                          <a:latin typeface="+mj-lt"/>
                          <a:cs typeface="Calibri"/>
                        </a:rPr>
                        <a:t>ELECTRICAL</a:t>
                      </a:r>
                      <a:r>
                        <a:rPr sz="1600" spc="20" dirty="0">
                          <a:latin typeface="+mj-lt"/>
                          <a:cs typeface="Calibri"/>
                        </a:rPr>
                        <a:t> </a:t>
                      </a:r>
                      <a:r>
                        <a:rPr sz="1600" spc="-5" dirty="0">
                          <a:latin typeface="+mj-lt"/>
                          <a:cs typeface="Calibri"/>
                        </a:rPr>
                        <a:t>POLE</a:t>
                      </a:r>
                      <a:r>
                        <a:rPr sz="1600" spc="15" dirty="0">
                          <a:latin typeface="+mj-lt"/>
                          <a:cs typeface="Calibri"/>
                        </a:rPr>
                        <a:t> </a:t>
                      </a:r>
                      <a:r>
                        <a:rPr sz="1600" spc="-25" dirty="0">
                          <a:latin typeface="+mj-lt"/>
                          <a:cs typeface="Calibri"/>
                        </a:rPr>
                        <a:t>QUANTITY:</a:t>
                      </a:r>
                      <a:r>
                        <a:rPr sz="1600" spc="-10" dirty="0">
                          <a:latin typeface="+mj-lt"/>
                          <a:cs typeface="Calibri"/>
                        </a:rPr>
                        <a:t> </a:t>
                      </a:r>
                      <a:r>
                        <a:rPr sz="1600" spc="-75" dirty="0">
                          <a:latin typeface="+mj-lt"/>
                          <a:cs typeface="Calibri"/>
                        </a:rPr>
                        <a:t>3P,</a:t>
                      </a:r>
                      <a:r>
                        <a:rPr sz="1600" spc="15" dirty="0">
                          <a:latin typeface="+mj-lt"/>
                          <a:cs typeface="Calibri"/>
                        </a:rPr>
                        <a:t> </a:t>
                      </a:r>
                      <a:r>
                        <a:rPr sz="1600" spc="-40" dirty="0">
                          <a:latin typeface="+mj-lt"/>
                          <a:cs typeface="Calibri"/>
                        </a:rPr>
                        <a:t>VOLTAGE:</a:t>
                      </a:r>
                      <a:r>
                        <a:rPr sz="1600" spc="30" dirty="0">
                          <a:latin typeface="+mj-lt"/>
                          <a:cs typeface="Calibri"/>
                        </a:rPr>
                        <a:t> </a:t>
                      </a:r>
                      <a:r>
                        <a:rPr sz="1600" spc="-10" dirty="0">
                          <a:latin typeface="+mj-lt"/>
                          <a:cs typeface="Calibri"/>
                        </a:rPr>
                        <a:t>415</a:t>
                      </a:r>
                      <a:r>
                        <a:rPr sz="1600" spc="15" dirty="0">
                          <a:latin typeface="+mj-lt"/>
                          <a:cs typeface="Calibri"/>
                        </a:rPr>
                        <a:t> </a:t>
                      </a:r>
                      <a:r>
                        <a:rPr sz="1600" spc="-5" dirty="0">
                          <a:latin typeface="+mj-lt"/>
                          <a:cs typeface="Calibri"/>
                        </a:rPr>
                        <a:t>V</a:t>
                      </a:r>
                      <a:r>
                        <a:rPr sz="1600" spc="5" dirty="0">
                          <a:latin typeface="+mj-lt"/>
                          <a:cs typeface="Calibri"/>
                        </a:rPr>
                        <a:t> </a:t>
                      </a:r>
                      <a:r>
                        <a:rPr sz="1600" spc="-15" dirty="0">
                          <a:latin typeface="+mj-lt"/>
                          <a:cs typeface="Calibri"/>
                        </a:rPr>
                        <a:t>AC, </a:t>
                      </a:r>
                      <a:r>
                        <a:rPr sz="1600" spc="-10" dirty="0">
                          <a:latin typeface="+mj-lt"/>
                          <a:cs typeface="Calibri"/>
                        </a:rPr>
                        <a:t> </a:t>
                      </a:r>
                      <a:r>
                        <a:rPr sz="1600" spc="-5" dirty="0">
                          <a:latin typeface="+mj-lt"/>
                          <a:cs typeface="Calibri"/>
                        </a:rPr>
                        <a:t>INTERRUPT</a:t>
                      </a:r>
                      <a:r>
                        <a:rPr sz="1600" spc="20" dirty="0">
                          <a:latin typeface="+mj-lt"/>
                          <a:cs typeface="Calibri"/>
                        </a:rPr>
                        <a:t> </a:t>
                      </a:r>
                      <a:r>
                        <a:rPr sz="1600" spc="-35" dirty="0">
                          <a:latin typeface="+mj-lt"/>
                          <a:cs typeface="Calibri"/>
                        </a:rPr>
                        <a:t>CAPACITY:</a:t>
                      </a:r>
                      <a:r>
                        <a:rPr sz="1600" spc="-25" dirty="0">
                          <a:latin typeface="+mj-lt"/>
                          <a:cs typeface="Calibri"/>
                        </a:rPr>
                        <a:t> </a:t>
                      </a:r>
                      <a:r>
                        <a:rPr sz="1600" spc="-5" dirty="0">
                          <a:latin typeface="+mj-lt"/>
                          <a:cs typeface="Calibri"/>
                        </a:rPr>
                        <a:t>50</a:t>
                      </a:r>
                      <a:r>
                        <a:rPr sz="1600" spc="20" dirty="0">
                          <a:latin typeface="+mj-lt"/>
                          <a:cs typeface="Calibri"/>
                        </a:rPr>
                        <a:t> </a:t>
                      </a:r>
                      <a:r>
                        <a:rPr sz="1600" spc="-5" dirty="0">
                          <a:latin typeface="+mj-lt"/>
                          <a:cs typeface="Calibri"/>
                        </a:rPr>
                        <a:t>KA,</a:t>
                      </a:r>
                      <a:r>
                        <a:rPr sz="1600" spc="5" dirty="0">
                          <a:latin typeface="+mj-lt"/>
                          <a:cs typeface="Calibri"/>
                        </a:rPr>
                        <a:t> </a:t>
                      </a:r>
                      <a:r>
                        <a:rPr sz="1600" spc="-5" dirty="0">
                          <a:latin typeface="+mj-lt"/>
                          <a:cs typeface="Calibri"/>
                        </a:rPr>
                        <a:t>MOUNTING</a:t>
                      </a:r>
                      <a:r>
                        <a:rPr sz="1600" spc="15" dirty="0">
                          <a:latin typeface="+mj-lt"/>
                          <a:cs typeface="Calibri"/>
                        </a:rPr>
                        <a:t> </a:t>
                      </a:r>
                      <a:r>
                        <a:rPr sz="1600" spc="-5" dirty="0">
                          <a:latin typeface="+mj-lt"/>
                          <a:cs typeface="Calibri"/>
                        </a:rPr>
                        <a:t>METHOD:</a:t>
                      </a:r>
                      <a:r>
                        <a:rPr sz="1600" spc="10" dirty="0">
                          <a:latin typeface="+mj-lt"/>
                          <a:cs typeface="Calibri"/>
                        </a:rPr>
                        <a:t> </a:t>
                      </a:r>
                      <a:r>
                        <a:rPr sz="1600" dirty="0">
                          <a:latin typeface="+mj-lt"/>
                          <a:cs typeface="Calibri"/>
                        </a:rPr>
                        <a:t>RAIL,</a:t>
                      </a:r>
                      <a:r>
                        <a:rPr sz="1600" spc="10" dirty="0">
                          <a:latin typeface="+mj-lt"/>
                          <a:cs typeface="Calibri"/>
                        </a:rPr>
                        <a:t> </a:t>
                      </a:r>
                      <a:r>
                        <a:rPr sz="1600" spc="-20" dirty="0">
                          <a:latin typeface="+mj-lt"/>
                          <a:cs typeface="Calibri"/>
                        </a:rPr>
                        <a:t>TEMPERATURE </a:t>
                      </a:r>
                      <a:r>
                        <a:rPr sz="1600" spc="-15" dirty="0">
                          <a:latin typeface="+mj-lt"/>
                          <a:cs typeface="Calibri"/>
                        </a:rPr>
                        <a:t> </a:t>
                      </a:r>
                      <a:r>
                        <a:rPr sz="1600" spc="-5" dirty="0">
                          <a:latin typeface="+mj-lt"/>
                          <a:cs typeface="Calibri"/>
                        </a:rPr>
                        <a:t>RANGE:</a:t>
                      </a:r>
                      <a:r>
                        <a:rPr sz="1600" spc="25" dirty="0">
                          <a:latin typeface="+mj-lt"/>
                          <a:cs typeface="Calibri"/>
                        </a:rPr>
                        <a:t> </a:t>
                      </a:r>
                      <a:r>
                        <a:rPr sz="1600" spc="-5" dirty="0">
                          <a:latin typeface="+mj-lt"/>
                          <a:cs typeface="Calibri"/>
                        </a:rPr>
                        <a:t>-20</a:t>
                      </a:r>
                      <a:r>
                        <a:rPr sz="1600" spc="5" dirty="0">
                          <a:latin typeface="+mj-lt"/>
                          <a:cs typeface="Calibri"/>
                        </a:rPr>
                        <a:t> </a:t>
                      </a:r>
                      <a:r>
                        <a:rPr sz="1600" spc="-30" dirty="0">
                          <a:latin typeface="+mj-lt"/>
                          <a:cs typeface="Calibri"/>
                        </a:rPr>
                        <a:t>TO</a:t>
                      </a:r>
                      <a:r>
                        <a:rPr sz="1600" spc="5" dirty="0">
                          <a:latin typeface="+mj-lt"/>
                          <a:cs typeface="Calibri"/>
                        </a:rPr>
                        <a:t> </a:t>
                      </a:r>
                      <a:r>
                        <a:rPr sz="1600" spc="-5" dirty="0">
                          <a:latin typeface="+mj-lt"/>
                          <a:cs typeface="Calibri"/>
                        </a:rPr>
                        <a:t>60</a:t>
                      </a:r>
                      <a:r>
                        <a:rPr sz="1600" spc="5" dirty="0">
                          <a:latin typeface="+mj-lt"/>
                          <a:cs typeface="Calibri"/>
                        </a:rPr>
                        <a:t> </a:t>
                      </a:r>
                      <a:r>
                        <a:rPr sz="1600" spc="-15" dirty="0">
                          <a:latin typeface="+mj-lt"/>
                          <a:cs typeface="Calibri"/>
                        </a:rPr>
                        <a:t>DEG</a:t>
                      </a:r>
                      <a:r>
                        <a:rPr sz="1600" spc="20" dirty="0">
                          <a:latin typeface="+mj-lt"/>
                          <a:cs typeface="Calibri"/>
                        </a:rPr>
                        <a:t> </a:t>
                      </a:r>
                      <a:r>
                        <a:rPr sz="1600" spc="-10" dirty="0">
                          <a:latin typeface="+mj-lt"/>
                          <a:cs typeface="Calibri"/>
                        </a:rPr>
                        <a:t>C,</a:t>
                      </a:r>
                      <a:r>
                        <a:rPr sz="1600" spc="10" dirty="0">
                          <a:latin typeface="+mj-lt"/>
                          <a:cs typeface="Calibri"/>
                        </a:rPr>
                        <a:t> </a:t>
                      </a:r>
                      <a:r>
                        <a:rPr sz="1600" spc="-10" dirty="0">
                          <a:latin typeface="+mj-lt"/>
                          <a:cs typeface="Calibri"/>
                        </a:rPr>
                        <a:t>WIDTH:</a:t>
                      </a:r>
                      <a:r>
                        <a:rPr sz="1600" dirty="0">
                          <a:latin typeface="+mj-lt"/>
                          <a:cs typeface="Calibri"/>
                        </a:rPr>
                        <a:t> </a:t>
                      </a:r>
                      <a:r>
                        <a:rPr sz="1600" spc="-10" dirty="0">
                          <a:latin typeface="+mj-lt"/>
                          <a:cs typeface="Calibri"/>
                        </a:rPr>
                        <a:t>1.77</a:t>
                      </a:r>
                      <a:r>
                        <a:rPr sz="1600" spc="5" dirty="0">
                          <a:latin typeface="+mj-lt"/>
                          <a:cs typeface="Calibri"/>
                        </a:rPr>
                        <a:t> </a:t>
                      </a:r>
                      <a:r>
                        <a:rPr sz="1600" spc="-5" dirty="0">
                          <a:latin typeface="+mj-lt"/>
                          <a:cs typeface="Calibri"/>
                        </a:rPr>
                        <a:t>IN,</a:t>
                      </a:r>
                      <a:r>
                        <a:rPr sz="1600" spc="5" dirty="0">
                          <a:latin typeface="+mj-lt"/>
                          <a:cs typeface="Calibri"/>
                        </a:rPr>
                        <a:t> </a:t>
                      </a:r>
                      <a:r>
                        <a:rPr sz="1600" spc="-10" dirty="0">
                          <a:latin typeface="+mj-lt"/>
                          <a:cs typeface="Calibri"/>
                        </a:rPr>
                        <a:t>LENGTH:</a:t>
                      </a:r>
                      <a:r>
                        <a:rPr sz="1600" spc="15" dirty="0">
                          <a:latin typeface="+mj-lt"/>
                          <a:cs typeface="Calibri"/>
                        </a:rPr>
                        <a:t> </a:t>
                      </a:r>
                      <a:r>
                        <a:rPr sz="1600" spc="-5" dirty="0">
                          <a:latin typeface="+mj-lt"/>
                          <a:cs typeface="Calibri"/>
                        </a:rPr>
                        <a:t>3.82</a:t>
                      </a:r>
                      <a:r>
                        <a:rPr sz="1600" spc="15" dirty="0">
                          <a:latin typeface="+mj-lt"/>
                          <a:cs typeface="Calibri"/>
                        </a:rPr>
                        <a:t> </a:t>
                      </a:r>
                      <a:r>
                        <a:rPr sz="1600" spc="-5" dirty="0">
                          <a:latin typeface="+mj-lt"/>
                          <a:cs typeface="Calibri"/>
                        </a:rPr>
                        <a:t>IN,</a:t>
                      </a:r>
                      <a:r>
                        <a:rPr sz="1600" spc="5" dirty="0">
                          <a:latin typeface="+mj-lt"/>
                          <a:cs typeface="Calibri"/>
                        </a:rPr>
                        <a:t> </a:t>
                      </a:r>
                      <a:r>
                        <a:rPr sz="1600" spc="-20" dirty="0">
                          <a:latin typeface="+mj-lt"/>
                          <a:cs typeface="Calibri"/>
                        </a:rPr>
                        <a:t>HEIGHT:</a:t>
                      </a:r>
                      <a:r>
                        <a:rPr sz="1600" spc="10" dirty="0">
                          <a:latin typeface="+mj-lt"/>
                          <a:cs typeface="Calibri"/>
                        </a:rPr>
                        <a:t> </a:t>
                      </a:r>
                      <a:r>
                        <a:rPr sz="1600" spc="-5" dirty="0">
                          <a:latin typeface="+mj-lt"/>
                          <a:cs typeface="Calibri"/>
                        </a:rPr>
                        <a:t>3.5</a:t>
                      </a:r>
                      <a:r>
                        <a:rPr sz="1600" spc="5" dirty="0">
                          <a:latin typeface="+mj-lt"/>
                          <a:cs typeface="Calibri"/>
                        </a:rPr>
                        <a:t> </a:t>
                      </a:r>
                      <a:r>
                        <a:rPr sz="1600" spc="-5" dirty="0">
                          <a:latin typeface="+mj-lt"/>
                          <a:cs typeface="Calibri"/>
                        </a:rPr>
                        <a:t>IN</a:t>
                      </a:r>
                      <a:endParaRPr sz="1600" dirty="0">
                        <a:latin typeface="+mj-lt"/>
                        <a:cs typeface="Calibri"/>
                      </a:endParaRPr>
                    </a:p>
                  </a:txBody>
                  <a:tcPr marL="0" marR="0" marT="495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CFDE"/>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140" y="200609"/>
            <a:ext cx="6995059" cy="382156"/>
          </a:xfrm>
          <a:prstGeom prst="rect">
            <a:avLst/>
          </a:prstGeom>
        </p:spPr>
        <p:txBody>
          <a:bodyPr vert="horz" wrap="square" lIns="0" tIns="12700" rIns="0" bIns="0" rtlCol="0">
            <a:spAutoFit/>
          </a:bodyPr>
          <a:lstStyle/>
          <a:p>
            <a:pPr marL="12700">
              <a:lnSpc>
                <a:spcPct val="100000"/>
              </a:lnSpc>
              <a:spcBef>
                <a:spcPts val="100"/>
              </a:spcBef>
            </a:pPr>
            <a:r>
              <a:rPr lang="en-IN" sz="2400" dirty="0">
                <a:solidFill>
                  <a:srgbClr val="0F469B"/>
                </a:solidFill>
                <a:latin typeface="Optima"/>
              </a:rPr>
              <a:t>Potential Duplicate Resolution Type-1</a:t>
            </a:r>
            <a:endParaRPr sz="2400" dirty="0">
              <a:latin typeface="Optima"/>
            </a:endParaRPr>
          </a:p>
        </p:txBody>
      </p:sp>
      <p:sp>
        <p:nvSpPr>
          <p:cNvPr id="4" name="object 4"/>
          <p:cNvSpPr txBox="1"/>
          <p:nvPr/>
        </p:nvSpPr>
        <p:spPr>
          <a:xfrm>
            <a:off x="300634" y="6619900"/>
            <a:ext cx="465455" cy="228600"/>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8224E"/>
                </a:solidFill>
                <a:latin typeface="Verdana"/>
                <a:cs typeface="Verdana"/>
                <a:hlinkClick r:id="rId2"/>
              </a:rPr>
              <a:t>ww</a:t>
            </a:r>
            <a:r>
              <a:rPr sz="1300" dirty="0">
                <a:solidFill>
                  <a:srgbClr val="08224E"/>
                </a:solidFill>
                <a:latin typeface="Verdana"/>
                <a:cs typeface="Verdana"/>
                <a:hlinkClick r:id="rId2"/>
              </a:rPr>
              <a:t>w</a:t>
            </a:r>
            <a:r>
              <a:rPr sz="1300" spc="-130" dirty="0">
                <a:solidFill>
                  <a:srgbClr val="08224E"/>
                </a:solidFill>
                <a:latin typeface="Verdana"/>
                <a:cs typeface="Verdana"/>
                <a:hlinkClick r:id="rId2"/>
              </a:rPr>
              <a:t>.</a:t>
            </a:r>
            <a:r>
              <a:rPr sz="1300" spc="-20" dirty="0">
                <a:solidFill>
                  <a:srgbClr val="08224E"/>
                </a:solidFill>
                <a:latin typeface="Verdana"/>
                <a:cs typeface="Verdana"/>
                <a:hlinkClick r:id="rId2"/>
              </a:rPr>
              <a:t>p</a:t>
            </a:r>
            <a:r>
              <a:rPr sz="1300" spc="5" dirty="0">
                <a:solidFill>
                  <a:srgbClr val="08224E"/>
                </a:solidFill>
                <a:latin typeface="Verdana"/>
                <a:cs typeface="Verdana"/>
                <a:hlinkClick r:id="rId2"/>
              </a:rPr>
              <a:t>i</a:t>
            </a:r>
            <a:r>
              <a:rPr sz="1300" spc="-100" dirty="0">
                <a:solidFill>
                  <a:srgbClr val="08224E"/>
                </a:solidFill>
                <a:latin typeface="Verdana"/>
                <a:cs typeface="Verdana"/>
                <a:hlinkClick r:id="rId2"/>
              </a:rPr>
              <a:t>l</a:t>
            </a:r>
            <a:r>
              <a:rPr sz="1300" spc="60" dirty="0">
                <a:solidFill>
                  <a:srgbClr val="08224E"/>
                </a:solidFill>
                <a:latin typeface="Verdana"/>
                <a:cs typeface="Verdana"/>
                <a:hlinkClick r:id="rId2"/>
              </a:rPr>
              <a:t>og</a:t>
            </a:r>
            <a:r>
              <a:rPr sz="1300" spc="65" dirty="0">
                <a:solidFill>
                  <a:srgbClr val="08224E"/>
                </a:solidFill>
                <a:latin typeface="Verdana"/>
                <a:cs typeface="Verdana"/>
                <a:hlinkClick r:id="rId2"/>
              </a:rPr>
              <a:t>g</a:t>
            </a:r>
            <a:r>
              <a:rPr sz="1300" spc="-175" dirty="0">
                <a:solidFill>
                  <a:srgbClr val="08224E"/>
                </a:solidFill>
                <a:latin typeface="Verdana"/>
                <a:cs typeface="Verdana"/>
                <a:hlinkClick r:id="rId2"/>
              </a:rPr>
              <a:t>r</a:t>
            </a:r>
            <a:r>
              <a:rPr sz="1300" spc="10" dirty="0">
                <a:solidFill>
                  <a:srgbClr val="08224E"/>
                </a:solidFill>
                <a:latin typeface="Verdana"/>
                <a:cs typeface="Verdana"/>
                <a:hlinkClick r:id="rId2"/>
              </a:rPr>
              <a:t>ou</a:t>
            </a:r>
            <a:r>
              <a:rPr sz="1300" spc="-30" dirty="0">
                <a:solidFill>
                  <a:srgbClr val="08224E"/>
                </a:solidFill>
                <a:latin typeface="Verdana"/>
                <a:cs typeface="Verdana"/>
                <a:hlinkClick r:id="rId2"/>
              </a:rPr>
              <a:t>p</a:t>
            </a:r>
            <a:r>
              <a:rPr sz="1300" spc="-25" dirty="0">
                <a:solidFill>
                  <a:srgbClr val="08224E"/>
                </a:solidFill>
                <a:latin typeface="Verdana"/>
                <a:cs typeface="Verdana"/>
                <a:hlinkClick r:id="rId2"/>
              </a:rPr>
              <a:t>.</a:t>
            </a:r>
            <a:r>
              <a:rPr sz="1300" spc="55" dirty="0">
                <a:solidFill>
                  <a:srgbClr val="08224E"/>
                </a:solidFill>
                <a:latin typeface="Verdana"/>
                <a:cs typeface="Verdana"/>
                <a:hlinkClick r:id="rId2"/>
              </a:rPr>
              <a:t>com</a:t>
            </a:r>
            <a:endParaRPr sz="1300">
              <a:latin typeface="Verdana"/>
              <a:cs typeface="Verdana"/>
            </a:endParaRPr>
          </a:p>
        </p:txBody>
      </p:sp>
      <p:sp>
        <p:nvSpPr>
          <p:cNvPr id="6" name="object 6"/>
          <p:cNvSpPr txBox="1"/>
          <p:nvPr/>
        </p:nvSpPr>
        <p:spPr>
          <a:xfrm>
            <a:off x="11891136" y="6638493"/>
            <a:ext cx="298450" cy="231140"/>
          </a:xfrm>
          <a:prstGeom prst="rect">
            <a:avLst/>
          </a:prstGeom>
        </p:spPr>
        <p:txBody>
          <a:bodyPr vert="horz" wrap="square" lIns="0" tIns="0" rIns="0" bIns="0" rtlCol="0">
            <a:spAutoFit/>
          </a:bodyPr>
          <a:lstStyle/>
          <a:p>
            <a:pPr marL="55244">
              <a:lnSpc>
                <a:spcPts val="1635"/>
              </a:lnSpc>
            </a:pPr>
            <a:fld id="{81D60167-4931-47E6-BA6A-407CBD079E47}" type="slidenum">
              <a:rPr sz="1600" spc="-5" dirty="0">
                <a:solidFill>
                  <a:srgbClr val="08224E"/>
                </a:solidFill>
                <a:latin typeface="Calibri"/>
                <a:cs typeface="Calibri"/>
              </a:rPr>
              <a:t>25</a:t>
            </a:fld>
            <a:endParaRPr sz="1600">
              <a:latin typeface="Calibri"/>
              <a:cs typeface="Calibri"/>
            </a:endParaRPr>
          </a:p>
        </p:txBody>
      </p:sp>
      <p:pic>
        <p:nvPicPr>
          <p:cNvPr id="9" name="Picture 8">
            <a:extLst>
              <a:ext uri="{FF2B5EF4-FFF2-40B4-BE49-F238E27FC236}">
                <a16:creationId xmlns:a16="http://schemas.microsoft.com/office/drawing/2014/main" id="{8948F050-A422-8738-CEE3-67C55C74EEF4}"/>
              </a:ext>
            </a:extLst>
          </p:cNvPr>
          <p:cNvPicPr>
            <a:picLocks noChangeAspect="1"/>
          </p:cNvPicPr>
          <p:nvPr/>
        </p:nvPicPr>
        <p:blipFill>
          <a:blip r:embed="rId3"/>
          <a:stretch>
            <a:fillRect/>
          </a:stretch>
        </p:blipFill>
        <p:spPr>
          <a:xfrm>
            <a:off x="320140" y="954608"/>
            <a:ext cx="11414660" cy="5217591"/>
          </a:xfrm>
          <a:prstGeom prst="rect">
            <a:avLst/>
          </a:prstGeom>
        </p:spPr>
      </p:pic>
    </p:spTree>
    <p:extLst>
      <p:ext uri="{BB962C8B-B14F-4D97-AF65-F5344CB8AC3E}">
        <p14:creationId xmlns:p14="http://schemas.microsoft.com/office/powerpoint/2010/main" val="1156512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140" y="200609"/>
            <a:ext cx="6995059" cy="382156"/>
          </a:xfrm>
          <a:prstGeom prst="rect">
            <a:avLst/>
          </a:prstGeom>
        </p:spPr>
        <p:txBody>
          <a:bodyPr vert="horz" wrap="square" lIns="0" tIns="12700" rIns="0" bIns="0" rtlCol="0">
            <a:spAutoFit/>
          </a:bodyPr>
          <a:lstStyle/>
          <a:p>
            <a:pPr marL="12700">
              <a:lnSpc>
                <a:spcPct val="100000"/>
              </a:lnSpc>
              <a:spcBef>
                <a:spcPts val="100"/>
              </a:spcBef>
            </a:pPr>
            <a:r>
              <a:rPr lang="en-IN" sz="2400" dirty="0">
                <a:solidFill>
                  <a:srgbClr val="0F469B"/>
                </a:solidFill>
                <a:latin typeface="Optima"/>
              </a:rPr>
              <a:t>Potential Duplicate Resolution Type-2</a:t>
            </a:r>
            <a:endParaRPr sz="2400" dirty="0">
              <a:latin typeface="Optima"/>
            </a:endParaRPr>
          </a:p>
        </p:txBody>
      </p:sp>
      <p:sp>
        <p:nvSpPr>
          <p:cNvPr id="4" name="object 4"/>
          <p:cNvSpPr txBox="1"/>
          <p:nvPr/>
        </p:nvSpPr>
        <p:spPr>
          <a:xfrm>
            <a:off x="300634" y="6619900"/>
            <a:ext cx="465455" cy="228600"/>
          </a:xfrm>
          <a:prstGeom prst="rect">
            <a:avLst/>
          </a:prstGeom>
        </p:spPr>
        <p:txBody>
          <a:bodyPr vert="horz" wrap="square" lIns="0" tIns="0" rIns="0" bIns="0" rtlCol="0">
            <a:spAutoFit/>
          </a:bodyPr>
          <a:lstStyle/>
          <a:p>
            <a:pPr marL="12700">
              <a:lnSpc>
                <a:spcPts val="1620"/>
              </a:lnSpc>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8224E"/>
                </a:solidFill>
                <a:latin typeface="Verdana"/>
                <a:cs typeface="Verdana"/>
                <a:hlinkClick r:id="rId2"/>
              </a:rPr>
              <a:t>ww</a:t>
            </a:r>
            <a:r>
              <a:rPr sz="1300" dirty="0">
                <a:solidFill>
                  <a:srgbClr val="08224E"/>
                </a:solidFill>
                <a:latin typeface="Verdana"/>
                <a:cs typeface="Verdana"/>
                <a:hlinkClick r:id="rId2"/>
              </a:rPr>
              <a:t>w</a:t>
            </a:r>
            <a:r>
              <a:rPr sz="1300" spc="-130" dirty="0">
                <a:solidFill>
                  <a:srgbClr val="08224E"/>
                </a:solidFill>
                <a:latin typeface="Verdana"/>
                <a:cs typeface="Verdana"/>
                <a:hlinkClick r:id="rId2"/>
              </a:rPr>
              <a:t>.</a:t>
            </a:r>
            <a:r>
              <a:rPr sz="1300" spc="-20" dirty="0">
                <a:solidFill>
                  <a:srgbClr val="08224E"/>
                </a:solidFill>
                <a:latin typeface="Verdana"/>
                <a:cs typeface="Verdana"/>
                <a:hlinkClick r:id="rId2"/>
              </a:rPr>
              <a:t>p</a:t>
            </a:r>
            <a:r>
              <a:rPr sz="1300" spc="5" dirty="0">
                <a:solidFill>
                  <a:srgbClr val="08224E"/>
                </a:solidFill>
                <a:latin typeface="Verdana"/>
                <a:cs typeface="Verdana"/>
                <a:hlinkClick r:id="rId2"/>
              </a:rPr>
              <a:t>i</a:t>
            </a:r>
            <a:r>
              <a:rPr sz="1300" spc="-100" dirty="0">
                <a:solidFill>
                  <a:srgbClr val="08224E"/>
                </a:solidFill>
                <a:latin typeface="Verdana"/>
                <a:cs typeface="Verdana"/>
                <a:hlinkClick r:id="rId2"/>
              </a:rPr>
              <a:t>l</a:t>
            </a:r>
            <a:r>
              <a:rPr sz="1300" spc="60" dirty="0">
                <a:solidFill>
                  <a:srgbClr val="08224E"/>
                </a:solidFill>
                <a:latin typeface="Verdana"/>
                <a:cs typeface="Verdana"/>
                <a:hlinkClick r:id="rId2"/>
              </a:rPr>
              <a:t>og</a:t>
            </a:r>
            <a:r>
              <a:rPr sz="1300" spc="65" dirty="0">
                <a:solidFill>
                  <a:srgbClr val="08224E"/>
                </a:solidFill>
                <a:latin typeface="Verdana"/>
                <a:cs typeface="Verdana"/>
                <a:hlinkClick r:id="rId2"/>
              </a:rPr>
              <a:t>g</a:t>
            </a:r>
            <a:r>
              <a:rPr sz="1300" spc="-175" dirty="0">
                <a:solidFill>
                  <a:srgbClr val="08224E"/>
                </a:solidFill>
                <a:latin typeface="Verdana"/>
                <a:cs typeface="Verdana"/>
                <a:hlinkClick r:id="rId2"/>
              </a:rPr>
              <a:t>r</a:t>
            </a:r>
            <a:r>
              <a:rPr sz="1300" spc="10" dirty="0">
                <a:solidFill>
                  <a:srgbClr val="08224E"/>
                </a:solidFill>
                <a:latin typeface="Verdana"/>
                <a:cs typeface="Verdana"/>
                <a:hlinkClick r:id="rId2"/>
              </a:rPr>
              <a:t>ou</a:t>
            </a:r>
            <a:r>
              <a:rPr sz="1300" spc="-30" dirty="0">
                <a:solidFill>
                  <a:srgbClr val="08224E"/>
                </a:solidFill>
                <a:latin typeface="Verdana"/>
                <a:cs typeface="Verdana"/>
                <a:hlinkClick r:id="rId2"/>
              </a:rPr>
              <a:t>p</a:t>
            </a:r>
            <a:r>
              <a:rPr sz="1300" spc="-25" dirty="0">
                <a:solidFill>
                  <a:srgbClr val="08224E"/>
                </a:solidFill>
                <a:latin typeface="Verdana"/>
                <a:cs typeface="Verdana"/>
                <a:hlinkClick r:id="rId2"/>
              </a:rPr>
              <a:t>.</a:t>
            </a:r>
            <a:r>
              <a:rPr sz="1300" spc="55" dirty="0">
                <a:solidFill>
                  <a:srgbClr val="08224E"/>
                </a:solidFill>
                <a:latin typeface="Verdana"/>
                <a:cs typeface="Verdana"/>
                <a:hlinkClick r:id="rId2"/>
              </a:rPr>
              <a:t>com</a:t>
            </a:r>
            <a:endParaRPr sz="1300">
              <a:latin typeface="Verdana"/>
              <a:cs typeface="Verdana"/>
            </a:endParaRPr>
          </a:p>
        </p:txBody>
      </p:sp>
      <p:sp>
        <p:nvSpPr>
          <p:cNvPr id="6" name="object 6"/>
          <p:cNvSpPr txBox="1"/>
          <p:nvPr/>
        </p:nvSpPr>
        <p:spPr>
          <a:xfrm>
            <a:off x="11891136" y="6638493"/>
            <a:ext cx="298450" cy="231140"/>
          </a:xfrm>
          <a:prstGeom prst="rect">
            <a:avLst/>
          </a:prstGeom>
        </p:spPr>
        <p:txBody>
          <a:bodyPr vert="horz" wrap="square" lIns="0" tIns="0" rIns="0" bIns="0" rtlCol="0">
            <a:spAutoFit/>
          </a:bodyPr>
          <a:lstStyle/>
          <a:p>
            <a:pPr marL="55244">
              <a:lnSpc>
                <a:spcPts val="1635"/>
              </a:lnSpc>
            </a:pPr>
            <a:fld id="{81D60167-4931-47E6-BA6A-407CBD079E47}" type="slidenum">
              <a:rPr sz="1600" spc="-5" dirty="0">
                <a:solidFill>
                  <a:srgbClr val="08224E"/>
                </a:solidFill>
                <a:latin typeface="Calibri"/>
                <a:cs typeface="Calibri"/>
              </a:rPr>
              <a:t>26</a:t>
            </a:fld>
            <a:endParaRPr sz="1600">
              <a:latin typeface="Calibri"/>
              <a:cs typeface="Calibri"/>
            </a:endParaRPr>
          </a:p>
        </p:txBody>
      </p:sp>
      <p:pic>
        <p:nvPicPr>
          <p:cNvPr id="10" name="Picture 9">
            <a:extLst>
              <a:ext uri="{FF2B5EF4-FFF2-40B4-BE49-F238E27FC236}">
                <a16:creationId xmlns:a16="http://schemas.microsoft.com/office/drawing/2014/main" id="{E9258C9C-0A5B-6F4D-AB53-6EBFE339B86B}"/>
              </a:ext>
            </a:extLst>
          </p:cNvPr>
          <p:cNvPicPr>
            <a:picLocks noChangeAspect="1"/>
          </p:cNvPicPr>
          <p:nvPr/>
        </p:nvPicPr>
        <p:blipFill>
          <a:blip r:embed="rId3"/>
          <a:stretch>
            <a:fillRect/>
          </a:stretch>
        </p:blipFill>
        <p:spPr>
          <a:xfrm>
            <a:off x="190497" y="904633"/>
            <a:ext cx="5806440" cy="927279"/>
          </a:xfrm>
          <a:prstGeom prst="rect">
            <a:avLst/>
          </a:prstGeom>
          <a:ln>
            <a:solidFill>
              <a:schemeClr val="tx1"/>
            </a:solidFill>
          </a:ln>
        </p:spPr>
      </p:pic>
      <p:pic>
        <p:nvPicPr>
          <p:cNvPr id="20" name="Picture 19">
            <a:extLst>
              <a:ext uri="{FF2B5EF4-FFF2-40B4-BE49-F238E27FC236}">
                <a16:creationId xmlns:a16="http://schemas.microsoft.com/office/drawing/2014/main" id="{D38AA9BD-8030-DFAD-96DE-E9D38DAE33AE}"/>
              </a:ext>
            </a:extLst>
          </p:cNvPr>
          <p:cNvPicPr>
            <a:picLocks noChangeAspect="1"/>
          </p:cNvPicPr>
          <p:nvPr/>
        </p:nvPicPr>
        <p:blipFill>
          <a:blip r:embed="rId4"/>
          <a:stretch>
            <a:fillRect/>
          </a:stretch>
        </p:blipFill>
        <p:spPr>
          <a:xfrm>
            <a:off x="6705600" y="1982037"/>
            <a:ext cx="4724400" cy="3606791"/>
          </a:xfrm>
          <a:prstGeom prst="rect">
            <a:avLst/>
          </a:prstGeom>
          <a:ln>
            <a:solidFill>
              <a:schemeClr val="tx1"/>
            </a:solidFill>
          </a:ln>
        </p:spPr>
      </p:pic>
      <p:pic>
        <p:nvPicPr>
          <p:cNvPr id="28" name="Picture 27">
            <a:extLst>
              <a:ext uri="{FF2B5EF4-FFF2-40B4-BE49-F238E27FC236}">
                <a16:creationId xmlns:a16="http://schemas.microsoft.com/office/drawing/2014/main" id="{3F997A49-2C69-77F2-D962-BD029A5C55C3}"/>
              </a:ext>
            </a:extLst>
          </p:cNvPr>
          <p:cNvPicPr>
            <a:picLocks noChangeAspect="1"/>
          </p:cNvPicPr>
          <p:nvPr/>
        </p:nvPicPr>
        <p:blipFill>
          <a:blip r:embed="rId5"/>
          <a:stretch>
            <a:fillRect/>
          </a:stretch>
        </p:blipFill>
        <p:spPr>
          <a:xfrm>
            <a:off x="6179824" y="885316"/>
            <a:ext cx="5562600" cy="965915"/>
          </a:xfrm>
          <a:prstGeom prst="rect">
            <a:avLst/>
          </a:prstGeom>
          <a:ln>
            <a:solidFill>
              <a:schemeClr val="tx1"/>
            </a:solidFill>
          </a:ln>
        </p:spPr>
      </p:pic>
      <p:pic>
        <p:nvPicPr>
          <p:cNvPr id="32" name="Picture 31">
            <a:extLst>
              <a:ext uri="{FF2B5EF4-FFF2-40B4-BE49-F238E27FC236}">
                <a16:creationId xmlns:a16="http://schemas.microsoft.com/office/drawing/2014/main" id="{CBE469DD-90BD-126C-7EEB-D714F423EBA6}"/>
              </a:ext>
            </a:extLst>
          </p:cNvPr>
          <p:cNvPicPr>
            <a:picLocks noChangeAspect="1"/>
          </p:cNvPicPr>
          <p:nvPr/>
        </p:nvPicPr>
        <p:blipFill>
          <a:blip r:embed="rId6"/>
          <a:stretch>
            <a:fillRect/>
          </a:stretch>
        </p:blipFill>
        <p:spPr>
          <a:xfrm>
            <a:off x="540981" y="2153780"/>
            <a:ext cx="4572000" cy="3420543"/>
          </a:xfrm>
          <a:prstGeom prst="rect">
            <a:avLst/>
          </a:prstGeom>
          <a:ln>
            <a:solidFill>
              <a:schemeClr val="tx1"/>
            </a:solidFill>
          </a:ln>
        </p:spPr>
      </p:pic>
    </p:spTree>
    <p:extLst>
      <p:ext uri="{BB962C8B-B14F-4D97-AF65-F5344CB8AC3E}">
        <p14:creationId xmlns:p14="http://schemas.microsoft.com/office/powerpoint/2010/main" val="3205619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43026"/>
            <a:ext cx="6842049" cy="366767"/>
          </a:xfrm>
          <a:prstGeom prst="rect">
            <a:avLst/>
          </a:prstGeom>
        </p:spPr>
        <p:txBody>
          <a:bodyPr vert="horz" wrap="square" lIns="0" tIns="12700" rIns="0" bIns="0" rtlCol="0">
            <a:spAutoFit/>
          </a:bodyPr>
          <a:lstStyle/>
          <a:p>
            <a:pPr marL="12700">
              <a:lnSpc>
                <a:spcPct val="100000"/>
              </a:lnSpc>
              <a:spcBef>
                <a:spcPts val="100"/>
              </a:spcBef>
            </a:pPr>
            <a:r>
              <a:rPr sz="2300" spc="-180" dirty="0">
                <a:solidFill>
                  <a:srgbClr val="0F469B"/>
                </a:solidFill>
                <a:latin typeface="+mj-lt"/>
              </a:rPr>
              <a:t>K</a:t>
            </a:r>
            <a:r>
              <a:rPr sz="2300" spc="-165" dirty="0">
                <a:solidFill>
                  <a:srgbClr val="0F469B"/>
                </a:solidFill>
                <a:latin typeface="+mj-lt"/>
              </a:rPr>
              <a:t>e</a:t>
            </a:r>
            <a:r>
              <a:rPr sz="2300" dirty="0">
                <a:solidFill>
                  <a:srgbClr val="0F469B"/>
                </a:solidFill>
                <a:latin typeface="+mj-lt"/>
              </a:rPr>
              <a:t>y</a:t>
            </a:r>
            <a:r>
              <a:rPr sz="2300" spc="-295" dirty="0">
                <a:solidFill>
                  <a:srgbClr val="0F469B"/>
                </a:solidFill>
                <a:latin typeface="+mj-lt"/>
              </a:rPr>
              <a:t> </a:t>
            </a:r>
            <a:r>
              <a:rPr sz="2300" spc="-145" dirty="0">
                <a:solidFill>
                  <a:srgbClr val="0F469B"/>
                </a:solidFill>
                <a:latin typeface="+mj-lt"/>
              </a:rPr>
              <a:t>D</a:t>
            </a:r>
            <a:r>
              <a:rPr sz="2300" spc="-140" dirty="0">
                <a:solidFill>
                  <a:srgbClr val="0F469B"/>
                </a:solidFill>
                <a:latin typeface="+mj-lt"/>
              </a:rPr>
              <a:t>e</a:t>
            </a:r>
            <a:r>
              <a:rPr sz="2300" spc="-150" dirty="0">
                <a:solidFill>
                  <a:srgbClr val="0F469B"/>
                </a:solidFill>
                <a:latin typeface="+mj-lt"/>
              </a:rPr>
              <a:t>li</a:t>
            </a:r>
            <a:r>
              <a:rPr sz="2300" spc="-170" dirty="0">
                <a:solidFill>
                  <a:srgbClr val="0F469B"/>
                </a:solidFill>
                <a:latin typeface="+mj-lt"/>
              </a:rPr>
              <a:t>v</a:t>
            </a:r>
            <a:r>
              <a:rPr sz="2300" spc="-140" dirty="0">
                <a:solidFill>
                  <a:srgbClr val="0F469B"/>
                </a:solidFill>
                <a:latin typeface="+mj-lt"/>
              </a:rPr>
              <a:t>e</a:t>
            </a:r>
            <a:r>
              <a:rPr sz="2300" spc="-195" dirty="0">
                <a:solidFill>
                  <a:srgbClr val="0F469B"/>
                </a:solidFill>
                <a:latin typeface="+mj-lt"/>
              </a:rPr>
              <a:t>r</a:t>
            </a:r>
            <a:r>
              <a:rPr sz="2300" spc="-145" dirty="0">
                <a:solidFill>
                  <a:srgbClr val="0F469B"/>
                </a:solidFill>
                <a:latin typeface="+mj-lt"/>
              </a:rPr>
              <a:t>ab</a:t>
            </a:r>
            <a:r>
              <a:rPr sz="2300" spc="-150" dirty="0">
                <a:solidFill>
                  <a:srgbClr val="0F469B"/>
                </a:solidFill>
                <a:latin typeface="+mj-lt"/>
              </a:rPr>
              <a:t>l</a:t>
            </a:r>
            <a:r>
              <a:rPr sz="2300" spc="-140" dirty="0">
                <a:solidFill>
                  <a:srgbClr val="0F469B"/>
                </a:solidFill>
                <a:latin typeface="+mj-lt"/>
              </a:rPr>
              <a:t>e</a:t>
            </a:r>
            <a:r>
              <a:rPr sz="2300" dirty="0">
                <a:solidFill>
                  <a:srgbClr val="0F469B"/>
                </a:solidFill>
                <a:latin typeface="+mj-lt"/>
              </a:rPr>
              <a:t>s</a:t>
            </a:r>
            <a:r>
              <a:rPr sz="2300" spc="-315" dirty="0">
                <a:solidFill>
                  <a:srgbClr val="0F469B"/>
                </a:solidFill>
                <a:latin typeface="+mj-lt"/>
              </a:rPr>
              <a:t> </a:t>
            </a:r>
            <a:r>
              <a:rPr sz="2300" spc="-160" dirty="0">
                <a:solidFill>
                  <a:srgbClr val="0F469B"/>
                </a:solidFill>
                <a:latin typeface="+mj-lt"/>
              </a:rPr>
              <a:t>b</a:t>
            </a:r>
            <a:r>
              <a:rPr sz="2300" dirty="0">
                <a:solidFill>
                  <a:srgbClr val="0F469B"/>
                </a:solidFill>
                <a:latin typeface="+mj-lt"/>
              </a:rPr>
              <a:t>y</a:t>
            </a:r>
            <a:r>
              <a:rPr sz="2300" spc="-280" dirty="0">
                <a:solidFill>
                  <a:srgbClr val="0F469B"/>
                </a:solidFill>
                <a:latin typeface="+mj-lt"/>
              </a:rPr>
              <a:t> </a:t>
            </a:r>
            <a:r>
              <a:rPr sz="2300" spc="-150" dirty="0">
                <a:solidFill>
                  <a:srgbClr val="0F469B"/>
                </a:solidFill>
                <a:latin typeface="+mj-lt"/>
              </a:rPr>
              <a:t>PiLo</a:t>
            </a:r>
            <a:r>
              <a:rPr sz="2300" dirty="0">
                <a:solidFill>
                  <a:srgbClr val="0F469B"/>
                </a:solidFill>
                <a:latin typeface="+mj-lt"/>
              </a:rPr>
              <a:t>g</a:t>
            </a:r>
            <a:r>
              <a:rPr lang="en-IN" sz="2300" dirty="0">
                <a:solidFill>
                  <a:srgbClr val="0F469B"/>
                </a:solidFill>
                <a:latin typeface="+mj-lt"/>
              </a:rPr>
              <a:t> (Material Master)</a:t>
            </a:r>
            <a:endParaRPr sz="2300" dirty="0">
              <a:latin typeface="+mj-lt"/>
            </a:endParaRPr>
          </a:p>
        </p:txBody>
      </p:sp>
      <p:sp>
        <p:nvSpPr>
          <p:cNvPr id="4" name="object 4"/>
          <p:cNvSpPr txBox="1"/>
          <p:nvPr/>
        </p:nvSpPr>
        <p:spPr>
          <a:xfrm>
            <a:off x="320751" y="6613194"/>
            <a:ext cx="518795" cy="254000"/>
          </a:xfrm>
          <a:prstGeom prst="rect">
            <a:avLst/>
          </a:prstGeom>
        </p:spPr>
        <p:txBody>
          <a:bodyPr vert="horz" wrap="square" lIns="0" tIns="0" rIns="0" bIns="0" rtlCol="0">
            <a:spAutoFit/>
          </a:bodyPr>
          <a:lstStyle/>
          <a:p>
            <a:pPr marL="12700">
              <a:lnSpc>
                <a:spcPts val="1810"/>
              </a:lnSpc>
            </a:pPr>
            <a:r>
              <a:rPr sz="1800" spc="-10" dirty="0">
                <a:solidFill>
                  <a:srgbClr val="FFFFFF"/>
                </a:solidFill>
                <a:latin typeface="Calibri"/>
                <a:cs typeface="Calibri"/>
              </a:rPr>
              <a:t>P</a:t>
            </a:r>
            <a:r>
              <a:rPr sz="1800" spc="-5" dirty="0">
                <a:solidFill>
                  <a:srgbClr val="FFFFFF"/>
                </a:solidFill>
                <a:latin typeface="Calibri"/>
                <a:cs typeface="Calibri"/>
              </a:rPr>
              <a:t>iLog</a:t>
            </a:r>
            <a:endParaRPr sz="18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3" name="object 3"/>
          <p:cNvSpPr txBox="1"/>
          <p:nvPr/>
        </p:nvSpPr>
        <p:spPr>
          <a:xfrm>
            <a:off x="333057" y="1447800"/>
            <a:ext cx="11525885" cy="2782813"/>
          </a:xfrm>
          <a:prstGeom prst="rect">
            <a:avLst/>
          </a:prstGeom>
        </p:spPr>
        <p:txBody>
          <a:bodyPr vert="horz" wrap="square" lIns="0" tIns="12700" rIns="0" bIns="0" rtlCol="0">
            <a:spAutoFit/>
          </a:bodyPr>
          <a:lstStyle/>
          <a:p>
            <a:pPr marL="245745" indent="-233679">
              <a:lnSpc>
                <a:spcPct val="100000"/>
              </a:lnSpc>
              <a:spcBef>
                <a:spcPts val="100"/>
              </a:spcBef>
              <a:buFont typeface="Arial MT"/>
              <a:buChar char="•"/>
              <a:tabLst>
                <a:tab pos="245745" algn="l"/>
                <a:tab pos="246379" algn="l"/>
              </a:tabLst>
            </a:pPr>
            <a:r>
              <a:rPr sz="1800" spc="-10" dirty="0">
                <a:solidFill>
                  <a:srgbClr val="0F469B"/>
                </a:solidFill>
                <a:latin typeface="+mj-lt"/>
                <a:cs typeface="Calibri"/>
              </a:rPr>
              <a:t>Consolidate,</a:t>
            </a:r>
            <a:r>
              <a:rPr sz="1800" spc="25" dirty="0">
                <a:solidFill>
                  <a:srgbClr val="0F469B"/>
                </a:solidFill>
                <a:latin typeface="+mj-lt"/>
                <a:cs typeface="Calibri"/>
              </a:rPr>
              <a:t> </a:t>
            </a:r>
            <a:r>
              <a:rPr sz="1800" spc="-10" dirty="0">
                <a:solidFill>
                  <a:srgbClr val="0F469B"/>
                </a:solidFill>
                <a:latin typeface="+mj-lt"/>
                <a:cs typeface="Calibri"/>
              </a:rPr>
              <a:t>profile</a:t>
            </a:r>
            <a:r>
              <a:rPr sz="1800" spc="25" dirty="0">
                <a:solidFill>
                  <a:srgbClr val="0F469B"/>
                </a:solidFill>
                <a:latin typeface="+mj-lt"/>
                <a:cs typeface="Calibri"/>
              </a:rPr>
              <a:t> </a:t>
            </a:r>
            <a:r>
              <a:rPr sz="1800" dirty="0">
                <a:solidFill>
                  <a:srgbClr val="0F469B"/>
                </a:solidFill>
                <a:latin typeface="+mj-lt"/>
                <a:cs typeface="Calibri"/>
              </a:rPr>
              <a:t>&amp;</a:t>
            </a:r>
            <a:r>
              <a:rPr sz="1800" spc="5" dirty="0">
                <a:solidFill>
                  <a:srgbClr val="0F469B"/>
                </a:solidFill>
                <a:latin typeface="+mj-lt"/>
                <a:cs typeface="Calibri"/>
              </a:rPr>
              <a:t> </a:t>
            </a:r>
            <a:r>
              <a:rPr sz="1800" spc="-10" dirty="0">
                <a:solidFill>
                  <a:srgbClr val="0F469B"/>
                </a:solidFill>
                <a:latin typeface="+mj-lt"/>
                <a:cs typeface="Calibri"/>
              </a:rPr>
              <a:t>merge</a:t>
            </a:r>
            <a:r>
              <a:rPr sz="1800" spc="5"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5" dirty="0">
                <a:solidFill>
                  <a:srgbClr val="0F469B"/>
                </a:solidFill>
                <a:latin typeface="+mj-lt"/>
                <a:cs typeface="Calibri"/>
              </a:rPr>
              <a:t>data</a:t>
            </a:r>
            <a:r>
              <a:rPr sz="1800" spc="20" dirty="0">
                <a:solidFill>
                  <a:srgbClr val="0F469B"/>
                </a:solidFill>
                <a:latin typeface="+mj-lt"/>
                <a:cs typeface="Calibri"/>
              </a:rPr>
              <a:t> </a:t>
            </a:r>
            <a:r>
              <a:rPr sz="1800" spc="-10" dirty="0">
                <a:solidFill>
                  <a:srgbClr val="0F469B"/>
                </a:solidFill>
                <a:latin typeface="+mj-lt"/>
                <a:cs typeface="Calibri"/>
              </a:rPr>
              <a:t>from</a:t>
            </a:r>
            <a:r>
              <a:rPr sz="1800" spc="-5" dirty="0">
                <a:solidFill>
                  <a:srgbClr val="0F469B"/>
                </a:solidFill>
                <a:latin typeface="+mj-lt"/>
                <a:cs typeface="Calibri"/>
              </a:rPr>
              <a:t> </a:t>
            </a:r>
            <a:r>
              <a:rPr sz="1800" spc="-10" dirty="0">
                <a:solidFill>
                  <a:srgbClr val="0F469B"/>
                </a:solidFill>
                <a:latin typeface="+mj-lt"/>
                <a:cs typeface="Calibri"/>
              </a:rPr>
              <a:t>various</a:t>
            </a:r>
            <a:r>
              <a:rPr sz="1800" spc="5" dirty="0">
                <a:solidFill>
                  <a:srgbClr val="0F469B"/>
                </a:solidFill>
                <a:latin typeface="+mj-lt"/>
                <a:cs typeface="Calibri"/>
              </a:rPr>
              <a:t> </a:t>
            </a:r>
            <a:r>
              <a:rPr sz="1800" spc="-10" dirty="0">
                <a:solidFill>
                  <a:srgbClr val="0F469B"/>
                </a:solidFill>
                <a:latin typeface="+mj-lt"/>
                <a:cs typeface="Calibri"/>
              </a:rPr>
              <a:t>sources</a:t>
            </a:r>
            <a:r>
              <a:rPr sz="1800" spc="15" dirty="0">
                <a:solidFill>
                  <a:srgbClr val="0F469B"/>
                </a:solidFill>
                <a:latin typeface="+mj-lt"/>
                <a:cs typeface="Calibri"/>
              </a:rPr>
              <a:t> </a:t>
            </a:r>
            <a:r>
              <a:rPr sz="1800" spc="-10" dirty="0">
                <a:solidFill>
                  <a:srgbClr val="0F469B"/>
                </a:solidFill>
                <a:latin typeface="+mj-lt"/>
                <a:cs typeface="Calibri"/>
              </a:rPr>
              <a:t>into</a:t>
            </a:r>
            <a:r>
              <a:rPr sz="1800" spc="5" dirty="0">
                <a:solidFill>
                  <a:srgbClr val="0F469B"/>
                </a:solidFill>
                <a:latin typeface="+mj-lt"/>
                <a:cs typeface="Calibri"/>
              </a:rPr>
              <a:t> </a:t>
            </a:r>
            <a:r>
              <a:rPr sz="1800" spc="-5" dirty="0">
                <a:solidFill>
                  <a:srgbClr val="0F469B"/>
                </a:solidFill>
                <a:latin typeface="+mj-lt"/>
                <a:cs typeface="Calibri"/>
              </a:rPr>
              <a:t>single</a:t>
            </a:r>
            <a:r>
              <a:rPr sz="1800" spc="25" dirty="0">
                <a:solidFill>
                  <a:srgbClr val="0F469B"/>
                </a:solidFill>
                <a:latin typeface="+mj-lt"/>
                <a:cs typeface="Calibri"/>
              </a:rPr>
              <a:t> </a:t>
            </a:r>
            <a:r>
              <a:rPr sz="1800" spc="-10" dirty="0">
                <a:solidFill>
                  <a:srgbClr val="0F469B"/>
                </a:solidFill>
                <a:latin typeface="+mj-lt"/>
                <a:cs typeface="Calibri"/>
              </a:rPr>
              <a:t>repository</a:t>
            </a:r>
            <a:r>
              <a:rPr sz="1800" spc="5" dirty="0">
                <a:solidFill>
                  <a:srgbClr val="0F469B"/>
                </a:solidFill>
                <a:latin typeface="+mj-lt"/>
                <a:cs typeface="Calibri"/>
              </a:rPr>
              <a:t> </a:t>
            </a:r>
            <a:r>
              <a:rPr sz="1800" spc="-15" dirty="0">
                <a:solidFill>
                  <a:srgbClr val="0F469B"/>
                </a:solidFill>
                <a:latin typeface="+mj-lt"/>
                <a:cs typeface="Calibri"/>
              </a:rPr>
              <a:t>for</a:t>
            </a:r>
            <a:r>
              <a:rPr sz="1800" spc="5" dirty="0">
                <a:solidFill>
                  <a:srgbClr val="0F469B"/>
                </a:solidFill>
                <a:latin typeface="+mj-lt"/>
                <a:cs typeface="Calibri"/>
              </a:rPr>
              <a:t> </a:t>
            </a:r>
            <a:r>
              <a:rPr sz="1800" spc="-10" dirty="0">
                <a:solidFill>
                  <a:srgbClr val="0F469B"/>
                </a:solidFill>
                <a:latin typeface="+mj-lt"/>
                <a:cs typeface="Calibri"/>
              </a:rPr>
              <a:t>processing</a:t>
            </a:r>
            <a:endParaRPr sz="1800" dirty="0">
              <a:latin typeface="+mj-lt"/>
              <a:cs typeface="Calibri"/>
            </a:endParaRPr>
          </a:p>
          <a:p>
            <a:pPr marL="245745" indent="-233679">
              <a:lnSpc>
                <a:spcPct val="100000"/>
              </a:lnSpc>
              <a:buFont typeface="Arial MT"/>
              <a:buChar char="•"/>
              <a:tabLst>
                <a:tab pos="245745" algn="l"/>
                <a:tab pos="246379" algn="l"/>
              </a:tabLst>
            </a:pPr>
            <a:r>
              <a:rPr sz="1800" spc="-5" dirty="0">
                <a:solidFill>
                  <a:srgbClr val="0F469B"/>
                </a:solidFill>
                <a:latin typeface="+mj-lt"/>
                <a:cs typeface="Calibri"/>
              </a:rPr>
              <a:t>Analyze</a:t>
            </a:r>
            <a:r>
              <a:rPr sz="1800" spc="-10"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10" dirty="0">
                <a:solidFill>
                  <a:srgbClr val="0F469B"/>
                </a:solidFill>
                <a:latin typeface="+mj-lt"/>
                <a:cs typeface="Calibri"/>
              </a:rPr>
              <a:t>master</a:t>
            </a:r>
            <a:r>
              <a:rPr sz="1800" spc="5" dirty="0">
                <a:solidFill>
                  <a:srgbClr val="0F469B"/>
                </a:solidFill>
                <a:latin typeface="+mj-lt"/>
                <a:cs typeface="Calibri"/>
              </a:rPr>
              <a:t> </a:t>
            </a:r>
            <a:r>
              <a:rPr sz="1800" spc="-15" dirty="0">
                <a:solidFill>
                  <a:srgbClr val="0F469B"/>
                </a:solidFill>
                <a:latin typeface="+mj-lt"/>
                <a:cs typeface="Calibri"/>
              </a:rPr>
              <a:t>records</a:t>
            </a:r>
            <a:r>
              <a:rPr sz="1800" spc="20" dirty="0">
                <a:solidFill>
                  <a:srgbClr val="0F469B"/>
                </a:solidFill>
                <a:latin typeface="+mj-lt"/>
                <a:cs typeface="Calibri"/>
              </a:rPr>
              <a:t> </a:t>
            </a:r>
            <a:r>
              <a:rPr sz="1800" dirty="0">
                <a:solidFill>
                  <a:srgbClr val="0F469B"/>
                </a:solidFill>
                <a:latin typeface="+mj-lt"/>
                <a:cs typeface="Calibri"/>
              </a:rPr>
              <a:t>and</a:t>
            </a:r>
            <a:r>
              <a:rPr sz="1800" spc="5" dirty="0">
                <a:solidFill>
                  <a:srgbClr val="0F469B"/>
                </a:solidFill>
                <a:latin typeface="+mj-lt"/>
                <a:cs typeface="Calibri"/>
              </a:rPr>
              <a:t> </a:t>
            </a:r>
            <a:r>
              <a:rPr sz="1800" spc="-5" dirty="0">
                <a:solidFill>
                  <a:srgbClr val="0F469B"/>
                </a:solidFill>
                <a:latin typeface="+mj-lt"/>
                <a:cs typeface="Calibri"/>
              </a:rPr>
              <a:t>determine</a:t>
            </a:r>
            <a:r>
              <a:rPr sz="1800" spc="3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20" dirty="0">
                <a:solidFill>
                  <a:srgbClr val="0F469B"/>
                </a:solidFill>
                <a:latin typeface="+mj-lt"/>
                <a:cs typeface="Calibri"/>
              </a:rPr>
              <a:t>Key</a:t>
            </a:r>
            <a:r>
              <a:rPr sz="1800" spc="5" dirty="0">
                <a:solidFill>
                  <a:srgbClr val="0F469B"/>
                </a:solidFill>
                <a:latin typeface="+mj-lt"/>
                <a:cs typeface="Calibri"/>
              </a:rPr>
              <a:t> </a:t>
            </a:r>
            <a:r>
              <a:rPr sz="1800" spc="-5" dirty="0">
                <a:solidFill>
                  <a:srgbClr val="0F469B"/>
                </a:solidFill>
                <a:latin typeface="+mj-lt"/>
                <a:cs typeface="Calibri"/>
              </a:rPr>
              <a:t>fields</a:t>
            </a:r>
            <a:r>
              <a:rPr sz="1800" spc="20" dirty="0">
                <a:solidFill>
                  <a:srgbClr val="0F469B"/>
                </a:solidFill>
                <a:latin typeface="+mj-lt"/>
                <a:cs typeface="Calibri"/>
              </a:rPr>
              <a:t> </a:t>
            </a:r>
            <a:r>
              <a:rPr sz="1800" spc="-10" dirty="0">
                <a:solidFill>
                  <a:srgbClr val="0F469B"/>
                </a:solidFill>
                <a:latin typeface="+mj-lt"/>
                <a:cs typeface="Calibri"/>
              </a:rPr>
              <a:t>to</a:t>
            </a:r>
            <a:r>
              <a:rPr sz="1800" dirty="0">
                <a:solidFill>
                  <a:srgbClr val="0F469B"/>
                </a:solidFill>
                <a:latin typeface="+mj-lt"/>
                <a:cs typeface="Calibri"/>
              </a:rPr>
              <a:t> </a:t>
            </a:r>
            <a:r>
              <a:rPr sz="1800" spc="-5" dirty="0">
                <a:solidFill>
                  <a:srgbClr val="0F469B"/>
                </a:solidFill>
                <a:latin typeface="+mj-lt"/>
                <a:cs typeface="Calibri"/>
              </a:rPr>
              <a:t>identify</a:t>
            </a:r>
            <a:r>
              <a:rPr sz="1800" spc="5"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duplicates</a:t>
            </a:r>
            <a:r>
              <a:rPr sz="1800" spc="20" dirty="0">
                <a:solidFill>
                  <a:srgbClr val="0F469B"/>
                </a:solidFill>
                <a:latin typeface="+mj-lt"/>
                <a:cs typeface="Calibri"/>
              </a:rPr>
              <a:t> </a:t>
            </a:r>
            <a:r>
              <a:rPr sz="1800" spc="-5" dirty="0">
                <a:solidFill>
                  <a:srgbClr val="0F469B"/>
                </a:solidFill>
                <a:latin typeface="+mj-lt"/>
                <a:cs typeface="Calibri"/>
              </a:rPr>
              <a:t>within</a:t>
            </a:r>
            <a:r>
              <a:rPr sz="1800" spc="15"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source</a:t>
            </a:r>
            <a:r>
              <a:rPr sz="1800" spc="5" dirty="0">
                <a:solidFill>
                  <a:srgbClr val="0F469B"/>
                </a:solidFill>
                <a:latin typeface="+mj-lt"/>
                <a:cs typeface="Calibri"/>
              </a:rPr>
              <a:t> </a:t>
            </a:r>
            <a:r>
              <a:rPr sz="1800" spc="-10" dirty="0">
                <a:solidFill>
                  <a:srgbClr val="0F469B"/>
                </a:solidFill>
                <a:latin typeface="+mj-lt"/>
                <a:cs typeface="Calibri"/>
              </a:rPr>
              <a:t>data,</a:t>
            </a:r>
            <a:r>
              <a:rPr sz="1800" spc="10" dirty="0">
                <a:solidFill>
                  <a:srgbClr val="0F469B"/>
                </a:solidFill>
                <a:latin typeface="+mj-lt"/>
                <a:cs typeface="Calibri"/>
              </a:rPr>
              <a:t> </a:t>
            </a:r>
            <a:r>
              <a:rPr sz="1800" dirty="0">
                <a:solidFill>
                  <a:srgbClr val="0F469B"/>
                </a:solidFill>
                <a:latin typeface="+mj-lt"/>
                <a:cs typeface="Calibri"/>
              </a:rPr>
              <a:t>assess</a:t>
            </a:r>
            <a:endParaRPr sz="1800" dirty="0">
              <a:latin typeface="+mj-lt"/>
              <a:cs typeface="Calibri"/>
            </a:endParaRPr>
          </a:p>
          <a:p>
            <a:pPr marL="245745">
              <a:lnSpc>
                <a:spcPct val="100000"/>
              </a:lnSpc>
              <a:spcBef>
                <a:spcPts val="5"/>
              </a:spcBef>
            </a:pPr>
            <a:r>
              <a:rPr sz="1800" dirty="0">
                <a:solidFill>
                  <a:srgbClr val="0F469B"/>
                </a:solidFill>
                <a:latin typeface="+mj-lt"/>
                <a:cs typeface="Calibri"/>
              </a:rPr>
              <a:t>the</a:t>
            </a:r>
            <a:r>
              <a:rPr sz="1800" spc="5"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quality</a:t>
            </a:r>
            <a:r>
              <a:rPr sz="1800" dirty="0">
                <a:solidFill>
                  <a:srgbClr val="0F469B"/>
                </a:solidFill>
                <a:latin typeface="+mj-lt"/>
                <a:cs typeface="Calibri"/>
              </a:rPr>
              <a:t> and</a:t>
            </a:r>
            <a:r>
              <a:rPr sz="1800" spc="5" dirty="0">
                <a:solidFill>
                  <a:srgbClr val="0F469B"/>
                </a:solidFill>
                <a:latin typeface="+mj-lt"/>
                <a:cs typeface="Calibri"/>
              </a:rPr>
              <a:t> </a:t>
            </a:r>
            <a:r>
              <a:rPr sz="1800" spc="-5" dirty="0">
                <a:solidFill>
                  <a:srgbClr val="0F469B"/>
                </a:solidFill>
                <a:latin typeface="+mj-lt"/>
                <a:cs typeface="Calibri"/>
              </a:rPr>
              <a:t>present</a:t>
            </a:r>
            <a:r>
              <a:rPr sz="1800" dirty="0">
                <a:solidFill>
                  <a:srgbClr val="0F469B"/>
                </a:solidFill>
                <a:latin typeface="+mj-lt"/>
                <a:cs typeface="Calibri"/>
              </a:rPr>
              <a:t> the</a:t>
            </a:r>
            <a:r>
              <a:rPr sz="1800" spc="5" dirty="0">
                <a:solidFill>
                  <a:srgbClr val="0F469B"/>
                </a:solidFill>
                <a:latin typeface="+mj-lt"/>
                <a:cs typeface="Calibri"/>
              </a:rPr>
              <a:t> </a:t>
            </a:r>
            <a:r>
              <a:rPr sz="1800" spc="-10" dirty="0">
                <a:solidFill>
                  <a:srgbClr val="0F469B"/>
                </a:solidFill>
                <a:latin typeface="+mj-lt"/>
                <a:cs typeface="Calibri"/>
              </a:rPr>
              <a:t>reports</a:t>
            </a:r>
            <a:r>
              <a:rPr sz="1800" dirty="0">
                <a:solidFill>
                  <a:srgbClr val="0F469B"/>
                </a:solidFill>
                <a:latin typeface="+mj-lt"/>
                <a:cs typeface="Calibri"/>
              </a:rPr>
              <a:t> </a:t>
            </a:r>
            <a:r>
              <a:rPr sz="1800" spc="-5" dirty="0">
                <a:solidFill>
                  <a:srgbClr val="0F469B"/>
                </a:solidFill>
                <a:latin typeface="+mj-lt"/>
                <a:cs typeface="Calibri"/>
              </a:rPr>
              <a:t>of</a:t>
            </a:r>
            <a:r>
              <a:rPr sz="1800" spc="-10" dirty="0">
                <a:solidFill>
                  <a:srgbClr val="0F469B"/>
                </a:solidFill>
                <a:latin typeface="+mj-lt"/>
                <a:cs typeface="Calibri"/>
              </a:rPr>
              <a:t> </a:t>
            </a:r>
            <a:r>
              <a:rPr sz="1800" spc="5" dirty="0">
                <a:solidFill>
                  <a:srgbClr val="0F469B"/>
                </a:solidFill>
                <a:latin typeface="+mj-lt"/>
                <a:cs typeface="Calibri"/>
              </a:rPr>
              <a:t>AS-IS</a:t>
            </a:r>
            <a:r>
              <a:rPr sz="1800" spc="-10" dirty="0">
                <a:solidFill>
                  <a:srgbClr val="0F469B"/>
                </a:solidFill>
                <a:latin typeface="+mj-lt"/>
                <a:cs typeface="Calibri"/>
              </a:rPr>
              <a:t> </a:t>
            </a:r>
            <a:r>
              <a:rPr sz="1800" spc="-15" dirty="0">
                <a:solidFill>
                  <a:srgbClr val="0F469B"/>
                </a:solidFill>
                <a:latin typeface="+mj-lt"/>
                <a:cs typeface="Calibri"/>
              </a:rPr>
              <a:t>data</a:t>
            </a:r>
            <a:endParaRPr sz="1800" dirty="0">
              <a:latin typeface="+mj-lt"/>
              <a:cs typeface="Calibri"/>
            </a:endParaRPr>
          </a:p>
          <a:p>
            <a:pPr marL="245745" indent="-233679">
              <a:lnSpc>
                <a:spcPct val="100000"/>
              </a:lnSpc>
              <a:spcBef>
                <a:spcPts val="5"/>
              </a:spcBef>
              <a:buFont typeface="Arial MT"/>
              <a:buChar char="•"/>
              <a:tabLst>
                <a:tab pos="245745" algn="l"/>
                <a:tab pos="246379" algn="l"/>
              </a:tabLst>
            </a:pPr>
            <a:r>
              <a:rPr sz="1800" spc="-5" dirty="0">
                <a:solidFill>
                  <a:srgbClr val="0F469B"/>
                </a:solidFill>
                <a:latin typeface="+mj-lt"/>
                <a:cs typeface="Calibri"/>
              </a:rPr>
              <a:t>Identify</a:t>
            </a:r>
            <a:r>
              <a:rPr sz="1800" spc="-1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top</a:t>
            </a:r>
            <a:r>
              <a:rPr sz="1800" dirty="0">
                <a:solidFill>
                  <a:srgbClr val="0F469B"/>
                </a:solidFill>
                <a:latin typeface="+mj-lt"/>
                <a:cs typeface="Calibri"/>
              </a:rPr>
              <a:t> </a:t>
            </a:r>
            <a:r>
              <a:rPr sz="1800" spc="-10" dirty="0">
                <a:solidFill>
                  <a:srgbClr val="0F469B"/>
                </a:solidFill>
                <a:latin typeface="+mj-lt"/>
                <a:cs typeface="Calibri"/>
              </a:rPr>
              <a:t>commodities</a:t>
            </a:r>
            <a:r>
              <a:rPr sz="1800" spc="20" dirty="0">
                <a:solidFill>
                  <a:srgbClr val="0F469B"/>
                </a:solidFill>
                <a:latin typeface="+mj-lt"/>
                <a:cs typeface="Calibri"/>
              </a:rPr>
              <a:t> </a:t>
            </a:r>
            <a:r>
              <a:rPr sz="1800" spc="-10" dirty="0">
                <a:solidFill>
                  <a:srgbClr val="0F469B"/>
                </a:solidFill>
                <a:latin typeface="+mj-lt"/>
                <a:cs typeface="Calibri"/>
              </a:rPr>
              <a:t>across</a:t>
            </a:r>
            <a:r>
              <a:rPr sz="1800" spc="-5"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Master</a:t>
            </a:r>
            <a:r>
              <a:rPr sz="1800" spc="5" dirty="0">
                <a:solidFill>
                  <a:srgbClr val="0F469B"/>
                </a:solidFill>
                <a:latin typeface="+mj-lt"/>
                <a:cs typeface="Calibri"/>
              </a:rPr>
              <a:t> </a:t>
            </a:r>
            <a:r>
              <a:rPr sz="1800" spc="-15" dirty="0">
                <a:solidFill>
                  <a:srgbClr val="0F469B"/>
                </a:solidFill>
                <a:latin typeface="+mj-lt"/>
                <a:cs typeface="Calibri"/>
              </a:rPr>
              <a:t>Data</a:t>
            </a:r>
            <a:r>
              <a:rPr sz="1800" spc="15"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5" dirty="0">
                <a:solidFill>
                  <a:srgbClr val="0F469B"/>
                </a:solidFill>
                <a:latin typeface="+mj-lt"/>
                <a:cs typeface="Calibri"/>
              </a:rPr>
              <a:t>define</a:t>
            </a:r>
            <a:r>
              <a:rPr sz="1800" dirty="0">
                <a:solidFill>
                  <a:srgbClr val="0F469B"/>
                </a:solidFill>
                <a:latin typeface="+mj-lt"/>
                <a:cs typeface="Calibri"/>
              </a:rPr>
              <a:t> the</a:t>
            </a:r>
            <a:r>
              <a:rPr sz="1800" spc="20" dirty="0">
                <a:solidFill>
                  <a:srgbClr val="0F469B"/>
                </a:solidFill>
                <a:latin typeface="+mj-lt"/>
                <a:cs typeface="Calibri"/>
              </a:rPr>
              <a:t> </a:t>
            </a:r>
            <a:r>
              <a:rPr sz="1800" spc="-10" dirty="0">
                <a:solidFill>
                  <a:srgbClr val="0F469B"/>
                </a:solidFill>
                <a:latin typeface="+mj-lt"/>
                <a:cs typeface="Calibri"/>
              </a:rPr>
              <a:t>templates</a:t>
            </a:r>
            <a:r>
              <a:rPr sz="1800" spc="10" dirty="0">
                <a:solidFill>
                  <a:srgbClr val="0F469B"/>
                </a:solidFill>
                <a:latin typeface="+mj-lt"/>
                <a:cs typeface="Calibri"/>
              </a:rPr>
              <a:t> </a:t>
            </a:r>
            <a:r>
              <a:rPr sz="1800" spc="-5" dirty="0">
                <a:solidFill>
                  <a:srgbClr val="0F469B"/>
                </a:solidFill>
                <a:latin typeface="+mj-lt"/>
                <a:cs typeface="Calibri"/>
              </a:rPr>
              <a:t>which</a:t>
            </a:r>
            <a:r>
              <a:rPr sz="1800" spc="30" dirty="0">
                <a:solidFill>
                  <a:srgbClr val="0F469B"/>
                </a:solidFill>
                <a:latin typeface="+mj-lt"/>
                <a:cs typeface="Calibri"/>
              </a:rPr>
              <a:t> </a:t>
            </a:r>
            <a:r>
              <a:rPr sz="1800" spc="-10" dirty="0">
                <a:solidFill>
                  <a:srgbClr val="0F469B"/>
                </a:solidFill>
                <a:latin typeface="+mj-lt"/>
                <a:cs typeface="Calibri"/>
              </a:rPr>
              <a:t>are</a:t>
            </a:r>
            <a:r>
              <a:rPr sz="1800" spc="5" dirty="0">
                <a:solidFill>
                  <a:srgbClr val="0F469B"/>
                </a:solidFill>
                <a:latin typeface="+mj-lt"/>
                <a:cs typeface="Calibri"/>
              </a:rPr>
              <a:t> </a:t>
            </a:r>
            <a:r>
              <a:rPr sz="1800" spc="-5" dirty="0">
                <a:solidFill>
                  <a:srgbClr val="0F469B"/>
                </a:solidFill>
                <a:latin typeface="+mj-lt"/>
                <a:cs typeface="Calibri"/>
              </a:rPr>
              <a:t>going</a:t>
            </a:r>
            <a:r>
              <a:rPr sz="1800" spc="20" dirty="0">
                <a:solidFill>
                  <a:srgbClr val="0F469B"/>
                </a:solidFill>
                <a:latin typeface="+mj-lt"/>
                <a:cs typeface="Calibri"/>
              </a:rPr>
              <a:t> </a:t>
            </a:r>
            <a:r>
              <a:rPr sz="1800" spc="-10" dirty="0">
                <a:solidFill>
                  <a:srgbClr val="0F469B"/>
                </a:solidFill>
                <a:latin typeface="+mj-lt"/>
                <a:cs typeface="Calibri"/>
              </a:rPr>
              <a:t>to</a:t>
            </a:r>
            <a:r>
              <a:rPr sz="1800" dirty="0">
                <a:solidFill>
                  <a:srgbClr val="0F469B"/>
                </a:solidFill>
                <a:latin typeface="+mj-lt"/>
                <a:cs typeface="Calibri"/>
              </a:rPr>
              <a:t> </a:t>
            </a:r>
            <a:r>
              <a:rPr sz="1800" spc="-5" dirty="0">
                <a:solidFill>
                  <a:srgbClr val="0F469B"/>
                </a:solidFill>
                <a:latin typeface="+mj-lt"/>
                <a:cs typeface="Calibri"/>
              </a:rPr>
              <a:t>be</a:t>
            </a:r>
            <a:r>
              <a:rPr sz="1800" spc="20" dirty="0">
                <a:solidFill>
                  <a:srgbClr val="0F469B"/>
                </a:solidFill>
                <a:latin typeface="+mj-lt"/>
                <a:cs typeface="Calibri"/>
              </a:rPr>
              <a:t> </a:t>
            </a:r>
            <a:r>
              <a:rPr sz="1800" spc="-5" dirty="0">
                <a:solidFill>
                  <a:srgbClr val="0F469B"/>
                </a:solidFill>
                <a:latin typeface="+mj-lt"/>
                <a:cs typeface="Calibri"/>
              </a:rPr>
              <a:t>used</a:t>
            </a:r>
            <a:r>
              <a:rPr sz="1800" spc="10" dirty="0">
                <a:solidFill>
                  <a:srgbClr val="0F469B"/>
                </a:solidFill>
                <a:latin typeface="+mj-lt"/>
                <a:cs typeface="Calibri"/>
              </a:rPr>
              <a:t> </a:t>
            </a:r>
            <a:r>
              <a:rPr sz="1800" spc="-15" dirty="0">
                <a:solidFill>
                  <a:srgbClr val="0F469B"/>
                </a:solidFill>
                <a:latin typeface="+mj-lt"/>
                <a:cs typeface="Calibri"/>
              </a:rPr>
              <a:t>for</a:t>
            </a:r>
            <a:r>
              <a:rPr sz="1800" dirty="0">
                <a:solidFill>
                  <a:srgbClr val="0F469B"/>
                </a:solidFill>
                <a:latin typeface="+mj-lt"/>
                <a:cs typeface="Calibri"/>
              </a:rPr>
              <a:t> </a:t>
            </a:r>
            <a:r>
              <a:rPr sz="1800" spc="-15" dirty="0">
                <a:solidFill>
                  <a:srgbClr val="0F469B"/>
                </a:solidFill>
                <a:latin typeface="+mj-lt"/>
                <a:cs typeface="Calibri"/>
              </a:rPr>
              <a:t>data</a:t>
            </a:r>
            <a:endParaRPr sz="1800" dirty="0">
              <a:latin typeface="+mj-lt"/>
              <a:cs typeface="Calibri"/>
            </a:endParaRPr>
          </a:p>
          <a:p>
            <a:pPr marL="245745">
              <a:lnSpc>
                <a:spcPct val="100000"/>
              </a:lnSpc>
            </a:pPr>
            <a:r>
              <a:rPr sz="1800" spc="-5" dirty="0">
                <a:solidFill>
                  <a:srgbClr val="0F469B"/>
                </a:solidFill>
                <a:latin typeface="+mj-lt"/>
                <a:cs typeface="Calibri"/>
              </a:rPr>
              <a:t>cleansing</a:t>
            </a:r>
            <a:r>
              <a:rPr sz="1800" spc="-10" dirty="0">
                <a:solidFill>
                  <a:srgbClr val="0F469B"/>
                </a:solidFill>
                <a:latin typeface="+mj-lt"/>
                <a:cs typeface="Calibri"/>
              </a:rPr>
              <a:t> </a:t>
            </a:r>
            <a:r>
              <a:rPr sz="1800" dirty="0">
                <a:solidFill>
                  <a:srgbClr val="0F469B"/>
                </a:solidFill>
                <a:latin typeface="+mj-lt"/>
                <a:cs typeface="Calibri"/>
              </a:rPr>
              <a:t>and</a:t>
            </a:r>
            <a:r>
              <a:rPr sz="1800" spc="-10" dirty="0">
                <a:solidFill>
                  <a:srgbClr val="0F469B"/>
                </a:solidFill>
                <a:latin typeface="+mj-lt"/>
                <a:cs typeface="Calibri"/>
              </a:rPr>
              <a:t> standardization</a:t>
            </a:r>
            <a:endParaRPr sz="1800" dirty="0">
              <a:latin typeface="+mj-lt"/>
              <a:cs typeface="Calibri"/>
            </a:endParaRPr>
          </a:p>
          <a:p>
            <a:pPr marL="245745" marR="264160" indent="-233679">
              <a:lnSpc>
                <a:spcPct val="100000"/>
              </a:lnSpc>
              <a:spcBef>
                <a:spcPts val="5"/>
              </a:spcBef>
              <a:buFont typeface="Arial MT"/>
              <a:buChar char="•"/>
              <a:tabLst>
                <a:tab pos="245745" algn="l"/>
                <a:tab pos="246379" algn="l"/>
              </a:tabLst>
            </a:pPr>
            <a:r>
              <a:rPr sz="1800" spc="-15" dirty="0">
                <a:solidFill>
                  <a:srgbClr val="0F469B"/>
                </a:solidFill>
                <a:latin typeface="+mj-lt"/>
                <a:cs typeface="Calibri"/>
              </a:rPr>
              <a:t>Organize</a:t>
            </a:r>
            <a:r>
              <a:rPr sz="1800" spc="20"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10" dirty="0">
                <a:solidFill>
                  <a:srgbClr val="0F469B"/>
                </a:solidFill>
                <a:latin typeface="+mj-lt"/>
                <a:cs typeface="Calibri"/>
              </a:rPr>
              <a:t>workshop</a:t>
            </a:r>
            <a:r>
              <a:rPr sz="1800" dirty="0">
                <a:solidFill>
                  <a:srgbClr val="0F469B"/>
                </a:solidFill>
                <a:latin typeface="+mj-lt"/>
                <a:cs typeface="Calibri"/>
              </a:rPr>
              <a:t> </a:t>
            </a:r>
            <a:r>
              <a:rPr sz="1800" spc="-5" dirty="0">
                <a:solidFill>
                  <a:srgbClr val="0F469B"/>
                </a:solidFill>
                <a:latin typeface="+mj-lt"/>
                <a:cs typeface="Calibri"/>
              </a:rPr>
              <a:t>sessions with</a:t>
            </a:r>
            <a:r>
              <a:rPr sz="1800" spc="15" dirty="0">
                <a:solidFill>
                  <a:srgbClr val="0F469B"/>
                </a:solidFill>
                <a:latin typeface="+mj-lt"/>
                <a:cs typeface="Calibri"/>
              </a:rPr>
              <a:t> </a:t>
            </a:r>
            <a:r>
              <a:rPr sz="1800" spc="-5" dirty="0">
                <a:solidFill>
                  <a:srgbClr val="0F469B"/>
                </a:solidFill>
                <a:latin typeface="+mj-lt"/>
                <a:cs typeface="Calibri"/>
              </a:rPr>
              <a:t>business </a:t>
            </a:r>
            <a:r>
              <a:rPr sz="1800" spc="-10" dirty="0">
                <a:solidFill>
                  <a:srgbClr val="0F469B"/>
                </a:solidFill>
                <a:latin typeface="+mj-lt"/>
                <a:cs typeface="Calibri"/>
              </a:rPr>
              <a:t>users</a:t>
            </a:r>
            <a:r>
              <a:rPr sz="1800" spc="5" dirty="0">
                <a:solidFill>
                  <a:srgbClr val="0F469B"/>
                </a:solidFill>
                <a:latin typeface="+mj-lt"/>
                <a:cs typeface="Calibri"/>
              </a:rPr>
              <a:t> </a:t>
            </a:r>
            <a:r>
              <a:rPr sz="1800" spc="-5" dirty="0">
                <a:solidFill>
                  <a:srgbClr val="0F469B"/>
                </a:solidFill>
                <a:latin typeface="+mj-lt"/>
                <a:cs typeface="Calibri"/>
              </a:rPr>
              <a:t>in</a:t>
            </a:r>
            <a:r>
              <a:rPr sz="1800" spc="20" dirty="0">
                <a:solidFill>
                  <a:srgbClr val="0F469B"/>
                </a:solidFill>
                <a:latin typeface="+mj-lt"/>
                <a:cs typeface="Calibri"/>
              </a:rPr>
              <a:t> </a:t>
            </a:r>
            <a:r>
              <a:rPr sz="1800" spc="-10" dirty="0">
                <a:solidFill>
                  <a:srgbClr val="0F469B"/>
                </a:solidFill>
                <a:latin typeface="+mj-lt"/>
                <a:cs typeface="Calibri"/>
              </a:rPr>
              <a:t>order</a:t>
            </a:r>
            <a:r>
              <a:rPr sz="1800" spc="5" dirty="0">
                <a:solidFill>
                  <a:srgbClr val="0F469B"/>
                </a:solidFill>
                <a:latin typeface="+mj-lt"/>
                <a:cs typeface="Calibri"/>
              </a:rPr>
              <a:t> </a:t>
            </a:r>
            <a:r>
              <a:rPr sz="1800" spc="-10" dirty="0">
                <a:solidFill>
                  <a:srgbClr val="0F469B"/>
                </a:solidFill>
                <a:latin typeface="+mj-lt"/>
                <a:cs typeface="Calibri"/>
              </a:rPr>
              <a:t>to</a:t>
            </a:r>
            <a:r>
              <a:rPr sz="1800" spc="10" dirty="0">
                <a:solidFill>
                  <a:srgbClr val="0F469B"/>
                </a:solidFill>
                <a:latin typeface="+mj-lt"/>
                <a:cs typeface="Calibri"/>
              </a:rPr>
              <a:t> </a:t>
            </a:r>
            <a:r>
              <a:rPr sz="1800" spc="-10" dirty="0">
                <a:solidFill>
                  <a:srgbClr val="0F469B"/>
                </a:solidFill>
                <a:latin typeface="+mj-lt"/>
                <a:cs typeface="Calibri"/>
              </a:rPr>
              <a:t>explain</a:t>
            </a:r>
            <a:r>
              <a:rPr sz="1800" dirty="0">
                <a:solidFill>
                  <a:srgbClr val="0F469B"/>
                </a:solidFill>
                <a:latin typeface="+mj-lt"/>
                <a:cs typeface="Calibri"/>
              </a:rPr>
              <a:t> the</a:t>
            </a:r>
            <a:r>
              <a:rPr sz="1800" spc="20" dirty="0">
                <a:solidFill>
                  <a:srgbClr val="0F469B"/>
                </a:solidFill>
                <a:latin typeface="+mj-lt"/>
                <a:cs typeface="Calibri"/>
              </a:rPr>
              <a:t> </a:t>
            </a:r>
            <a:r>
              <a:rPr sz="1800" spc="-10" dirty="0">
                <a:solidFill>
                  <a:srgbClr val="0F469B"/>
                </a:solidFill>
                <a:latin typeface="+mj-lt"/>
                <a:cs typeface="Calibri"/>
              </a:rPr>
              <a:t>templates,</a:t>
            </a:r>
            <a:r>
              <a:rPr sz="1800" spc="10" dirty="0">
                <a:solidFill>
                  <a:srgbClr val="0F469B"/>
                </a:solidFill>
                <a:latin typeface="+mj-lt"/>
                <a:cs typeface="Calibri"/>
              </a:rPr>
              <a:t> </a:t>
            </a:r>
            <a:r>
              <a:rPr sz="1800" spc="-10" dirty="0">
                <a:solidFill>
                  <a:srgbClr val="0F469B"/>
                </a:solidFill>
                <a:latin typeface="+mj-lt"/>
                <a:cs typeface="Calibri"/>
              </a:rPr>
              <a:t>harmonization/Data</a:t>
            </a:r>
            <a:r>
              <a:rPr sz="1800" spc="20" dirty="0">
                <a:solidFill>
                  <a:srgbClr val="0F469B"/>
                </a:solidFill>
                <a:latin typeface="+mj-lt"/>
                <a:cs typeface="Calibri"/>
              </a:rPr>
              <a:t> </a:t>
            </a:r>
            <a:r>
              <a:rPr sz="1800" spc="-5" dirty="0">
                <a:solidFill>
                  <a:srgbClr val="0F469B"/>
                </a:solidFill>
                <a:latin typeface="+mj-lt"/>
                <a:cs typeface="Calibri"/>
              </a:rPr>
              <a:t>Cleansing </a:t>
            </a:r>
            <a:r>
              <a:rPr sz="1800" dirty="0">
                <a:solidFill>
                  <a:srgbClr val="0F469B"/>
                </a:solidFill>
                <a:latin typeface="+mj-lt"/>
                <a:cs typeface="Calibri"/>
              </a:rPr>
              <a:t> </a:t>
            </a:r>
            <a:r>
              <a:rPr sz="1800" spc="-5" dirty="0">
                <a:solidFill>
                  <a:srgbClr val="0F469B"/>
                </a:solidFill>
                <a:latin typeface="+mj-lt"/>
                <a:cs typeface="Calibri"/>
              </a:rPr>
              <a:t>processes,</a:t>
            </a:r>
            <a:r>
              <a:rPr sz="1800" spc="-10" dirty="0">
                <a:solidFill>
                  <a:srgbClr val="0F469B"/>
                </a:solidFill>
                <a:latin typeface="+mj-lt"/>
                <a:cs typeface="Calibri"/>
              </a:rPr>
              <a:t> </a:t>
            </a:r>
            <a:r>
              <a:rPr sz="1800" spc="-15" dirty="0">
                <a:solidFill>
                  <a:srgbClr val="0F469B"/>
                </a:solidFill>
                <a:latin typeface="+mj-lt"/>
                <a:cs typeface="Calibri"/>
              </a:rPr>
              <a:t>methodology,</a:t>
            </a:r>
            <a:r>
              <a:rPr sz="1800" spc="25" dirty="0">
                <a:solidFill>
                  <a:srgbClr val="0F469B"/>
                </a:solidFill>
                <a:latin typeface="+mj-lt"/>
                <a:cs typeface="Calibri"/>
              </a:rPr>
              <a:t> </a:t>
            </a:r>
            <a:r>
              <a:rPr sz="1800" spc="-10" dirty="0">
                <a:solidFill>
                  <a:srgbClr val="0F469B"/>
                </a:solidFill>
                <a:latin typeface="+mj-lt"/>
                <a:cs typeface="Calibri"/>
              </a:rPr>
              <a:t>standards</a:t>
            </a:r>
            <a:r>
              <a:rPr sz="1800" spc="10"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10" dirty="0">
                <a:solidFill>
                  <a:srgbClr val="0F469B"/>
                </a:solidFill>
                <a:latin typeface="+mj-lt"/>
                <a:cs typeface="Calibri"/>
              </a:rPr>
              <a:t>provide</a:t>
            </a:r>
            <a:r>
              <a:rPr sz="1800" spc="20" dirty="0">
                <a:solidFill>
                  <a:srgbClr val="0F469B"/>
                </a:solidFill>
                <a:latin typeface="+mj-lt"/>
                <a:cs typeface="Calibri"/>
              </a:rPr>
              <a:t> </a:t>
            </a:r>
            <a:r>
              <a:rPr sz="1800" spc="-10" dirty="0">
                <a:solidFill>
                  <a:srgbClr val="0F469B"/>
                </a:solidFill>
                <a:latin typeface="+mj-lt"/>
                <a:cs typeface="Calibri"/>
              </a:rPr>
              <a:t>training</a:t>
            </a:r>
            <a:r>
              <a:rPr sz="1800" spc="25" dirty="0">
                <a:solidFill>
                  <a:srgbClr val="0F469B"/>
                </a:solidFill>
                <a:latin typeface="+mj-lt"/>
                <a:cs typeface="Calibri"/>
              </a:rPr>
              <a:t> </a:t>
            </a:r>
            <a:r>
              <a:rPr sz="1800" spc="-5" dirty="0">
                <a:solidFill>
                  <a:srgbClr val="0F469B"/>
                </a:solidFill>
                <a:latin typeface="+mj-lt"/>
                <a:cs typeface="Calibri"/>
              </a:rPr>
              <a:t>on</a:t>
            </a:r>
            <a:r>
              <a:rPr sz="1800" spc="20" dirty="0">
                <a:solidFill>
                  <a:srgbClr val="0F469B"/>
                </a:solidFill>
                <a:latin typeface="+mj-lt"/>
                <a:cs typeface="Calibri"/>
              </a:rPr>
              <a:t> </a:t>
            </a:r>
            <a:r>
              <a:rPr sz="1800" spc="-5" dirty="0">
                <a:solidFill>
                  <a:srgbClr val="0F469B"/>
                </a:solidFill>
                <a:latin typeface="+mj-lt"/>
                <a:cs typeface="Calibri"/>
              </a:rPr>
              <a:t>on-going</a:t>
            </a:r>
            <a:r>
              <a:rPr sz="1800" spc="10" dirty="0">
                <a:solidFill>
                  <a:srgbClr val="0F469B"/>
                </a:solidFill>
                <a:latin typeface="+mj-lt"/>
                <a:cs typeface="Calibri"/>
              </a:rPr>
              <a:t> </a:t>
            </a:r>
            <a:r>
              <a:rPr sz="1800" spc="-5" dirty="0">
                <a:solidFill>
                  <a:srgbClr val="0F469B"/>
                </a:solidFill>
                <a:latin typeface="+mj-lt"/>
                <a:cs typeface="Calibri"/>
              </a:rPr>
              <a:t>management</a:t>
            </a:r>
            <a:r>
              <a:rPr sz="1800" spc="10" dirty="0">
                <a:solidFill>
                  <a:srgbClr val="0F469B"/>
                </a:solidFill>
                <a:latin typeface="+mj-lt"/>
                <a:cs typeface="Calibri"/>
              </a:rPr>
              <a:t> </a:t>
            </a:r>
            <a:r>
              <a:rPr sz="1800" spc="-5" dirty="0">
                <a:solidFill>
                  <a:srgbClr val="0F469B"/>
                </a:solidFill>
                <a:latin typeface="+mj-lt"/>
                <a:cs typeface="Calibri"/>
              </a:rPr>
              <a:t>of</a:t>
            </a:r>
            <a:r>
              <a:rPr sz="1800" dirty="0">
                <a:solidFill>
                  <a:srgbClr val="0F469B"/>
                </a:solidFill>
                <a:latin typeface="+mj-lt"/>
                <a:cs typeface="Calibri"/>
              </a:rPr>
              <a:t> </a:t>
            </a:r>
            <a:r>
              <a:rPr sz="1800" spc="-10" dirty="0">
                <a:solidFill>
                  <a:srgbClr val="0F469B"/>
                </a:solidFill>
                <a:latin typeface="+mj-lt"/>
                <a:cs typeface="Calibri"/>
              </a:rPr>
              <a:t>master</a:t>
            </a:r>
            <a:r>
              <a:rPr sz="1800" spc="10"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spc="-5" dirty="0">
                <a:solidFill>
                  <a:srgbClr val="0F469B"/>
                </a:solidFill>
                <a:latin typeface="+mj-lt"/>
                <a:cs typeface="Calibri"/>
              </a:rPr>
              <a:t>during</a:t>
            </a:r>
            <a:r>
              <a:rPr sz="1800" spc="35" dirty="0">
                <a:solidFill>
                  <a:srgbClr val="0F469B"/>
                </a:solidFill>
                <a:latin typeface="+mj-lt"/>
                <a:cs typeface="Calibri"/>
              </a:rPr>
              <a:t> </a:t>
            </a:r>
            <a:r>
              <a:rPr sz="1800" spc="-10" dirty="0">
                <a:solidFill>
                  <a:srgbClr val="0F469B"/>
                </a:solidFill>
                <a:latin typeface="+mj-lt"/>
                <a:cs typeface="Calibri"/>
              </a:rPr>
              <a:t>project</a:t>
            </a:r>
            <a:r>
              <a:rPr sz="1800" dirty="0">
                <a:solidFill>
                  <a:srgbClr val="0F469B"/>
                </a:solidFill>
                <a:latin typeface="+mj-lt"/>
                <a:cs typeface="Calibri"/>
              </a:rPr>
              <a:t> </a:t>
            </a:r>
            <a:r>
              <a:rPr sz="1800" spc="-5" dirty="0">
                <a:solidFill>
                  <a:srgbClr val="0F469B"/>
                </a:solidFill>
                <a:latin typeface="+mj-lt"/>
                <a:cs typeface="Calibri"/>
              </a:rPr>
              <a:t>Phase</a:t>
            </a:r>
            <a:endParaRPr sz="1800" dirty="0">
              <a:latin typeface="+mj-lt"/>
              <a:cs typeface="Calibri"/>
            </a:endParaRPr>
          </a:p>
          <a:p>
            <a:pPr marL="245745" indent="-233679">
              <a:lnSpc>
                <a:spcPct val="100000"/>
              </a:lnSpc>
              <a:buFont typeface="Arial MT"/>
              <a:buChar char="•"/>
              <a:tabLst>
                <a:tab pos="245745" algn="l"/>
                <a:tab pos="246379" algn="l"/>
              </a:tabLst>
            </a:pPr>
            <a:r>
              <a:rPr sz="1800" spc="-5" dirty="0">
                <a:solidFill>
                  <a:srgbClr val="0F469B"/>
                </a:solidFill>
                <a:latin typeface="+mj-lt"/>
                <a:cs typeface="Calibri"/>
              </a:rPr>
              <a:t>Finalize</a:t>
            </a:r>
            <a:r>
              <a:rPr sz="1800" spc="10" dirty="0">
                <a:solidFill>
                  <a:srgbClr val="0F469B"/>
                </a:solidFill>
                <a:latin typeface="+mj-lt"/>
                <a:cs typeface="Calibri"/>
              </a:rPr>
              <a:t> </a:t>
            </a:r>
            <a:r>
              <a:rPr sz="1800" dirty="0">
                <a:solidFill>
                  <a:srgbClr val="0F469B"/>
                </a:solidFill>
                <a:latin typeface="+mj-lt"/>
                <a:cs typeface="Calibri"/>
              </a:rPr>
              <a:t>and</a:t>
            </a:r>
            <a:r>
              <a:rPr sz="1800" spc="5" dirty="0">
                <a:solidFill>
                  <a:srgbClr val="0F469B"/>
                </a:solidFill>
                <a:latin typeface="+mj-lt"/>
                <a:cs typeface="Calibri"/>
              </a:rPr>
              <a:t> </a:t>
            </a:r>
            <a:r>
              <a:rPr sz="1800" spc="-15" dirty="0">
                <a:solidFill>
                  <a:srgbClr val="0F469B"/>
                </a:solidFill>
                <a:latin typeface="+mj-lt"/>
                <a:cs typeface="Calibri"/>
              </a:rPr>
              <a:t>freeze</a:t>
            </a:r>
            <a:r>
              <a:rPr sz="1800" dirty="0">
                <a:solidFill>
                  <a:srgbClr val="0F469B"/>
                </a:solidFill>
                <a:latin typeface="+mj-lt"/>
                <a:cs typeface="Calibri"/>
              </a:rPr>
              <a:t> the</a:t>
            </a:r>
            <a:r>
              <a:rPr sz="1800" spc="15" dirty="0">
                <a:solidFill>
                  <a:srgbClr val="0F469B"/>
                </a:solidFill>
                <a:latin typeface="+mj-lt"/>
                <a:cs typeface="Calibri"/>
              </a:rPr>
              <a:t> </a:t>
            </a:r>
            <a:r>
              <a:rPr sz="1800" spc="-10" dirty="0">
                <a:solidFill>
                  <a:srgbClr val="0F469B"/>
                </a:solidFill>
                <a:latin typeface="+mj-lt"/>
                <a:cs typeface="Calibri"/>
              </a:rPr>
              <a:t>templates</a:t>
            </a:r>
            <a:r>
              <a:rPr sz="1800" spc="5" dirty="0">
                <a:solidFill>
                  <a:srgbClr val="0F469B"/>
                </a:solidFill>
                <a:latin typeface="+mj-lt"/>
                <a:cs typeface="Calibri"/>
              </a:rPr>
              <a:t> </a:t>
            </a:r>
            <a:r>
              <a:rPr sz="1800" spc="-10" dirty="0">
                <a:solidFill>
                  <a:srgbClr val="0F469B"/>
                </a:solidFill>
                <a:latin typeface="+mj-lt"/>
                <a:cs typeface="Calibri"/>
              </a:rPr>
              <a:t>post</a:t>
            </a:r>
            <a:r>
              <a:rPr sz="1800" spc="-5" dirty="0">
                <a:solidFill>
                  <a:srgbClr val="0F469B"/>
                </a:solidFill>
                <a:latin typeface="+mj-lt"/>
                <a:cs typeface="Calibri"/>
              </a:rPr>
              <a:t> </a:t>
            </a:r>
            <a:r>
              <a:rPr sz="1800" spc="-10" dirty="0">
                <a:solidFill>
                  <a:srgbClr val="0F469B"/>
                </a:solidFill>
                <a:latin typeface="+mj-lt"/>
                <a:cs typeface="Calibri"/>
              </a:rPr>
              <a:t>approval/confirmation</a:t>
            </a:r>
            <a:r>
              <a:rPr sz="1800" spc="20" dirty="0">
                <a:solidFill>
                  <a:srgbClr val="0F469B"/>
                </a:solidFill>
                <a:latin typeface="+mj-lt"/>
                <a:cs typeface="Calibri"/>
              </a:rPr>
              <a:t> </a:t>
            </a:r>
            <a:r>
              <a:rPr sz="1800" spc="-10" dirty="0">
                <a:solidFill>
                  <a:srgbClr val="0F469B"/>
                </a:solidFill>
                <a:latin typeface="+mj-lt"/>
                <a:cs typeface="Calibri"/>
              </a:rPr>
              <a:t>from</a:t>
            </a:r>
            <a:r>
              <a:rPr sz="1800" spc="-5" dirty="0">
                <a:solidFill>
                  <a:srgbClr val="0F469B"/>
                </a:solidFill>
                <a:latin typeface="+mj-lt"/>
                <a:cs typeface="Calibri"/>
              </a:rPr>
              <a:t> business</a:t>
            </a:r>
            <a:r>
              <a:rPr sz="1800" spc="5" dirty="0">
                <a:solidFill>
                  <a:srgbClr val="0F469B"/>
                </a:solidFill>
                <a:latin typeface="+mj-lt"/>
                <a:cs typeface="Calibri"/>
              </a:rPr>
              <a:t> </a:t>
            </a:r>
            <a:r>
              <a:rPr sz="1800" spc="-10" dirty="0">
                <a:solidFill>
                  <a:srgbClr val="0F469B"/>
                </a:solidFill>
                <a:latin typeface="+mj-lt"/>
                <a:cs typeface="Calibri"/>
              </a:rPr>
              <a:t>users</a:t>
            </a:r>
            <a:endParaRPr sz="1800" dirty="0">
              <a:latin typeface="+mj-lt"/>
              <a:cs typeface="Calibri"/>
            </a:endParaRPr>
          </a:p>
          <a:p>
            <a:pPr marL="245745" indent="-233679">
              <a:lnSpc>
                <a:spcPct val="100000"/>
              </a:lnSpc>
              <a:spcBef>
                <a:spcPts val="5"/>
              </a:spcBef>
              <a:buFont typeface="Arial MT"/>
              <a:buChar char="•"/>
              <a:tabLst>
                <a:tab pos="245745" algn="l"/>
                <a:tab pos="246379" algn="l"/>
              </a:tabLst>
            </a:pPr>
            <a:r>
              <a:rPr sz="1800" spc="-5" dirty="0">
                <a:solidFill>
                  <a:srgbClr val="0F469B"/>
                </a:solidFill>
                <a:latin typeface="+mj-lt"/>
                <a:cs typeface="Calibri"/>
              </a:rPr>
              <a:t>Assign</a:t>
            </a:r>
            <a:r>
              <a:rPr sz="1800" spc="-10" dirty="0">
                <a:solidFill>
                  <a:srgbClr val="0F469B"/>
                </a:solidFill>
                <a:latin typeface="+mj-lt"/>
                <a:cs typeface="Calibri"/>
              </a:rPr>
              <a:t> </a:t>
            </a:r>
            <a:r>
              <a:rPr sz="1800" dirty="0">
                <a:solidFill>
                  <a:srgbClr val="0F469B"/>
                </a:solidFill>
                <a:latin typeface="+mj-lt"/>
                <a:cs typeface="Calibri"/>
              </a:rPr>
              <a:t>a</a:t>
            </a:r>
            <a:r>
              <a:rPr sz="1800" spc="-5" dirty="0">
                <a:solidFill>
                  <a:srgbClr val="0F469B"/>
                </a:solidFill>
                <a:latin typeface="+mj-lt"/>
                <a:cs typeface="Calibri"/>
              </a:rPr>
              <a:t> class</a:t>
            </a:r>
            <a:r>
              <a:rPr sz="1800" dirty="0">
                <a:solidFill>
                  <a:srgbClr val="0F469B"/>
                </a:solidFill>
                <a:latin typeface="+mj-lt"/>
                <a:cs typeface="Calibri"/>
              </a:rPr>
              <a:t> </a:t>
            </a:r>
            <a:r>
              <a:rPr sz="1800" spc="-5" dirty="0">
                <a:solidFill>
                  <a:srgbClr val="0F469B"/>
                </a:solidFill>
                <a:latin typeface="+mj-lt"/>
                <a:cs typeface="Calibri"/>
              </a:rPr>
              <a:t>(noun-modifier)</a:t>
            </a:r>
            <a:r>
              <a:rPr sz="1800" spc="30" dirty="0">
                <a:solidFill>
                  <a:srgbClr val="0F469B"/>
                </a:solidFill>
                <a:latin typeface="+mj-lt"/>
                <a:cs typeface="Calibri"/>
              </a:rPr>
              <a:t> </a:t>
            </a:r>
            <a:r>
              <a:rPr sz="1800" spc="-10" dirty="0">
                <a:solidFill>
                  <a:srgbClr val="0F469B"/>
                </a:solidFill>
                <a:latin typeface="+mj-lt"/>
                <a:cs typeface="Calibri"/>
              </a:rPr>
              <a:t>to</a:t>
            </a:r>
            <a:r>
              <a:rPr sz="1800" spc="-5" dirty="0">
                <a:solidFill>
                  <a:srgbClr val="0F469B"/>
                </a:solidFill>
                <a:latin typeface="+mj-lt"/>
                <a:cs typeface="Calibri"/>
              </a:rPr>
              <a:t> each</a:t>
            </a:r>
            <a:r>
              <a:rPr sz="1800" spc="10" dirty="0">
                <a:solidFill>
                  <a:srgbClr val="0F469B"/>
                </a:solidFill>
                <a:latin typeface="+mj-lt"/>
                <a:cs typeface="Calibri"/>
              </a:rPr>
              <a:t> </a:t>
            </a:r>
            <a:r>
              <a:rPr sz="1800" spc="-15" dirty="0">
                <a:solidFill>
                  <a:srgbClr val="0F469B"/>
                </a:solidFill>
                <a:latin typeface="+mj-lt"/>
                <a:cs typeface="Calibri"/>
              </a:rPr>
              <a:t>record</a:t>
            </a:r>
            <a:endParaRPr sz="1800" dirty="0">
              <a:latin typeface="+mj-lt"/>
              <a:cs typeface="Calibri"/>
            </a:endParaRPr>
          </a:p>
          <a:p>
            <a:pPr marL="245745" indent="-233679">
              <a:lnSpc>
                <a:spcPct val="100000"/>
              </a:lnSpc>
              <a:spcBef>
                <a:spcPts val="5"/>
              </a:spcBef>
              <a:buFont typeface="Arial MT"/>
              <a:buChar char="•"/>
              <a:tabLst>
                <a:tab pos="245745" algn="l"/>
                <a:tab pos="246379" algn="l"/>
              </a:tabLst>
            </a:pPr>
            <a:r>
              <a:rPr sz="1800" spc="-10" dirty="0">
                <a:solidFill>
                  <a:srgbClr val="0F469B"/>
                </a:solidFill>
                <a:latin typeface="+mj-lt"/>
                <a:cs typeface="Calibri"/>
              </a:rPr>
              <a:t>Provide</a:t>
            </a:r>
            <a:r>
              <a:rPr sz="1800" spc="15"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15" dirty="0">
                <a:solidFill>
                  <a:srgbClr val="0F469B"/>
                </a:solidFill>
                <a:latin typeface="+mj-lt"/>
                <a:cs typeface="Calibri"/>
              </a:rPr>
              <a:t>data</a:t>
            </a:r>
            <a:r>
              <a:rPr sz="1800" spc="15" dirty="0">
                <a:solidFill>
                  <a:srgbClr val="0F469B"/>
                </a:solidFill>
                <a:latin typeface="+mj-lt"/>
                <a:cs typeface="Calibri"/>
              </a:rPr>
              <a:t> </a:t>
            </a:r>
            <a:r>
              <a:rPr sz="1800" spc="-5" dirty="0">
                <a:solidFill>
                  <a:srgbClr val="0F469B"/>
                </a:solidFill>
                <a:latin typeface="+mj-lt"/>
                <a:cs typeface="Calibri"/>
              </a:rPr>
              <a:t>cleansing</a:t>
            </a:r>
            <a:r>
              <a:rPr sz="1800" spc="10" dirty="0">
                <a:solidFill>
                  <a:srgbClr val="0F469B"/>
                </a:solidFill>
                <a:latin typeface="+mj-lt"/>
                <a:cs typeface="Calibri"/>
              </a:rPr>
              <a:t> </a:t>
            </a:r>
            <a:r>
              <a:rPr sz="1800" spc="-10" dirty="0">
                <a:solidFill>
                  <a:srgbClr val="0F469B"/>
                </a:solidFill>
                <a:latin typeface="+mj-lt"/>
                <a:cs typeface="Calibri"/>
              </a:rPr>
              <a:t>tool</a:t>
            </a:r>
            <a:r>
              <a:rPr sz="1800" spc="-5" dirty="0">
                <a:solidFill>
                  <a:srgbClr val="0F469B"/>
                </a:solidFill>
                <a:latin typeface="+mj-lt"/>
                <a:cs typeface="Calibri"/>
              </a:rPr>
              <a:t> </a:t>
            </a:r>
            <a:r>
              <a:rPr sz="1800" spc="-10" dirty="0">
                <a:solidFill>
                  <a:srgbClr val="0F469B"/>
                </a:solidFill>
                <a:latin typeface="+mj-lt"/>
                <a:cs typeface="Calibri"/>
              </a:rPr>
              <a:t>to</a:t>
            </a:r>
            <a:r>
              <a:rPr sz="1800" dirty="0">
                <a:solidFill>
                  <a:srgbClr val="0F469B"/>
                </a:solidFill>
                <a:latin typeface="+mj-lt"/>
                <a:cs typeface="Calibri"/>
              </a:rPr>
              <a:t> </a:t>
            </a:r>
            <a:r>
              <a:rPr sz="1800" spc="-10" dirty="0">
                <a:solidFill>
                  <a:srgbClr val="0F469B"/>
                </a:solidFill>
                <a:latin typeface="+mj-lt"/>
                <a:cs typeface="Calibri"/>
              </a:rPr>
              <a:t>review</a:t>
            </a:r>
            <a:r>
              <a:rPr sz="1800" spc="25" dirty="0">
                <a:solidFill>
                  <a:srgbClr val="0F469B"/>
                </a:solidFill>
                <a:latin typeface="+mj-lt"/>
                <a:cs typeface="Calibri"/>
              </a:rPr>
              <a:t> </a:t>
            </a:r>
            <a:r>
              <a:rPr sz="1800" dirty="0">
                <a:solidFill>
                  <a:srgbClr val="0F469B"/>
                </a:solidFill>
                <a:latin typeface="+mj-lt"/>
                <a:cs typeface="Calibri"/>
              </a:rPr>
              <a:t>the </a:t>
            </a:r>
            <a:r>
              <a:rPr sz="1800" spc="-15" dirty="0">
                <a:solidFill>
                  <a:srgbClr val="0F469B"/>
                </a:solidFill>
                <a:latin typeface="+mj-lt"/>
                <a:cs typeface="Calibri"/>
              </a:rPr>
              <a:t>data</a:t>
            </a:r>
            <a:r>
              <a:rPr sz="1800" dirty="0">
                <a:solidFill>
                  <a:srgbClr val="0F469B"/>
                </a:solidFill>
                <a:latin typeface="+mj-lt"/>
                <a:cs typeface="Calibri"/>
              </a:rPr>
              <a:t> </a:t>
            </a:r>
            <a:r>
              <a:rPr sz="1800" spc="-5" dirty="0">
                <a:solidFill>
                  <a:srgbClr val="0F469B"/>
                </a:solidFill>
                <a:latin typeface="+mj-lt"/>
                <a:cs typeface="Calibri"/>
              </a:rPr>
              <a:t>cleansed</a:t>
            </a:r>
            <a:r>
              <a:rPr sz="1800" spc="15" dirty="0">
                <a:solidFill>
                  <a:srgbClr val="0F469B"/>
                </a:solidFill>
                <a:latin typeface="+mj-lt"/>
                <a:cs typeface="Calibri"/>
              </a:rPr>
              <a:t> </a:t>
            </a:r>
            <a:r>
              <a:rPr sz="1800" spc="-5" dirty="0">
                <a:solidFill>
                  <a:srgbClr val="0F469B"/>
                </a:solidFill>
                <a:latin typeface="+mj-lt"/>
                <a:cs typeface="Calibri"/>
              </a:rPr>
              <a:t>by</a:t>
            </a:r>
            <a:r>
              <a:rPr sz="1800" spc="10" dirty="0">
                <a:solidFill>
                  <a:srgbClr val="0F469B"/>
                </a:solidFill>
                <a:latin typeface="+mj-lt"/>
                <a:cs typeface="Calibri"/>
              </a:rPr>
              <a:t> </a:t>
            </a:r>
            <a:r>
              <a:rPr sz="1800" spc="-10" dirty="0">
                <a:solidFill>
                  <a:srgbClr val="0F469B"/>
                </a:solidFill>
                <a:latin typeface="+mj-lt"/>
                <a:cs typeface="Calibri"/>
              </a:rPr>
              <a:t>PiLog</a:t>
            </a:r>
            <a:endParaRPr sz="1800" dirty="0">
              <a:latin typeface="+mj-lt"/>
              <a:cs typeface="Calibri"/>
            </a:endParaRPr>
          </a:p>
        </p:txBody>
      </p:sp>
    </p:spTree>
    <p:extLst>
      <p:ext uri="{BB962C8B-B14F-4D97-AF65-F5344CB8AC3E}">
        <p14:creationId xmlns:p14="http://schemas.microsoft.com/office/powerpoint/2010/main" val="3818281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43026"/>
            <a:ext cx="6660185" cy="366767"/>
          </a:xfrm>
          <a:prstGeom prst="rect">
            <a:avLst/>
          </a:prstGeom>
        </p:spPr>
        <p:txBody>
          <a:bodyPr vert="horz" wrap="square" lIns="0" tIns="12700" rIns="0" bIns="0" rtlCol="0">
            <a:spAutoFit/>
          </a:bodyPr>
          <a:lstStyle/>
          <a:p>
            <a:pPr marL="12700">
              <a:lnSpc>
                <a:spcPct val="100000"/>
              </a:lnSpc>
              <a:spcBef>
                <a:spcPts val="100"/>
              </a:spcBef>
            </a:pPr>
            <a:r>
              <a:rPr lang="en-US" sz="2300" spc="-180" dirty="0">
                <a:solidFill>
                  <a:srgbClr val="0F469B"/>
                </a:solidFill>
                <a:latin typeface="+mj-lt"/>
              </a:rPr>
              <a:t>K</a:t>
            </a:r>
            <a:r>
              <a:rPr lang="en-US" sz="2300" spc="-165" dirty="0">
                <a:solidFill>
                  <a:srgbClr val="0F469B"/>
                </a:solidFill>
                <a:latin typeface="+mj-lt"/>
              </a:rPr>
              <a:t>e</a:t>
            </a:r>
            <a:r>
              <a:rPr lang="en-US" sz="2300" dirty="0">
                <a:solidFill>
                  <a:srgbClr val="0F469B"/>
                </a:solidFill>
                <a:latin typeface="+mj-lt"/>
              </a:rPr>
              <a:t>y</a:t>
            </a:r>
            <a:r>
              <a:rPr lang="en-US" sz="2300" spc="-295" dirty="0">
                <a:solidFill>
                  <a:srgbClr val="0F469B"/>
                </a:solidFill>
                <a:latin typeface="+mj-lt"/>
              </a:rPr>
              <a:t> </a:t>
            </a:r>
            <a:r>
              <a:rPr lang="en-US" sz="2300" spc="-145" dirty="0">
                <a:solidFill>
                  <a:srgbClr val="0F469B"/>
                </a:solidFill>
                <a:latin typeface="+mj-lt"/>
              </a:rPr>
              <a:t>D</a:t>
            </a:r>
            <a:r>
              <a:rPr lang="en-US" sz="2300" spc="-140" dirty="0">
                <a:solidFill>
                  <a:srgbClr val="0F469B"/>
                </a:solidFill>
                <a:latin typeface="+mj-lt"/>
              </a:rPr>
              <a:t>e</a:t>
            </a:r>
            <a:r>
              <a:rPr lang="en-US" sz="2300" spc="-150" dirty="0">
                <a:solidFill>
                  <a:srgbClr val="0F469B"/>
                </a:solidFill>
                <a:latin typeface="+mj-lt"/>
              </a:rPr>
              <a:t>li</a:t>
            </a:r>
            <a:r>
              <a:rPr lang="en-US" sz="2300" spc="-170" dirty="0">
                <a:solidFill>
                  <a:srgbClr val="0F469B"/>
                </a:solidFill>
                <a:latin typeface="+mj-lt"/>
              </a:rPr>
              <a:t>v</a:t>
            </a:r>
            <a:r>
              <a:rPr lang="en-US" sz="2300" spc="-140" dirty="0">
                <a:solidFill>
                  <a:srgbClr val="0F469B"/>
                </a:solidFill>
                <a:latin typeface="+mj-lt"/>
              </a:rPr>
              <a:t>e</a:t>
            </a:r>
            <a:r>
              <a:rPr lang="en-US" sz="2300" spc="-195" dirty="0">
                <a:solidFill>
                  <a:srgbClr val="0F469B"/>
                </a:solidFill>
                <a:latin typeface="+mj-lt"/>
              </a:rPr>
              <a:t>r</a:t>
            </a:r>
            <a:r>
              <a:rPr lang="en-US" sz="2300" spc="-145" dirty="0">
                <a:solidFill>
                  <a:srgbClr val="0F469B"/>
                </a:solidFill>
                <a:latin typeface="+mj-lt"/>
              </a:rPr>
              <a:t>ab</a:t>
            </a:r>
            <a:r>
              <a:rPr lang="en-US" sz="2300" spc="-150" dirty="0">
                <a:solidFill>
                  <a:srgbClr val="0F469B"/>
                </a:solidFill>
                <a:latin typeface="+mj-lt"/>
              </a:rPr>
              <a:t>l</a:t>
            </a:r>
            <a:r>
              <a:rPr lang="en-US" sz="2300" spc="-140" dirty="0">
                <a:solidFill>
                  <a:srgbClr val="0F469B"/>
                </a:solidFill>
                <a:latin typeface="+mj-lt"/>
              </a:rPr>
              <a:t>e</a:t>
            </a:r>
            <a:r>
              <a:rPr lang="en-US" sz="2300" dirty="0">
                <a:solidFill>
                  <a:srgbClr val="0F469B"/>
                </a:solidFill>
                <a:latin typeface="+mj-lt"/>
              </a:rPr>
              <a:t>s</a:t>
            </a:r>
            <a:r>
              <a:rPr lang="en-US" sz="2300" spc="-315" dirty="0">
                <a:solidFill>
                  <a:srgbClr val="0F469B"/>
                </a:solidFill>
                <a:latin typeface="+mj-lt"/>
              </a:rPr>
              <a:t> </a:t>
            </a:r>
            <a:r>
              <a:rPr lang="en-US" sz="2300" spc="-160" dirty="0">
                <a:solidFill>
                  <a:srgbClr val="0F469B"/>
                </a:solidFill>
                <a:latin typeface="+mj-lt"/>
              </a:rPr>
              <a:t>b</a:t>
            </a:r>
            <a:r>
              <a:rPr lang="en-US" sz="2300" dirty="0">
                <a:solidFill>
                  <a:srgbClr val="0F469B"/>
                </a:solidFill>
                <a:latin typeface="+mj-lt"/>
              </a:rPr>
              <a:t>y</a:t>
            </a:r>
            <a:r>
              <a:rPr lang="en-US" sz="2300" spc="-280" dirty="0">
                <a:solidFill>
                  <a:srgbClr val="0F469B"/>
                </a:solidFill>
                <a:latin typeface="+mj-lt"/>
              </a:rPr>
              <a:t> </a:t>
            </a:r>
            <a:r>
              <a:rPr lang="en-US" sz="2300" spc="-150" dirty="0">
                <a:solidFill>
                  <a:srgbClr val="0F469B"/>
                </a:solidFill>
                <a:latin typeface="+mj-lt"/>
              </a:rPr>
              <a:t>PiLo</a:t>
            </a:r>
            <a:r>
              <a:rPr lang="en-US" sz="2300" dirty="0">
                <a:solidFill>
                  <a:srgbClr val="0F469B"/>
                </a:solidFill>
                <a:latin typeface="+mj-lt"/>
              </a:rPr>
              <a:t>g (Material Master)</a:t>
            </a:r>
            <a:endParaRPr sz="2300" dirty="0">
              <a:latin typeface="+mj-lt"/>
            </a:endParaRPr>
          </a:p>
        </p:txBody>
      </p:sp>
      <p:sp>
        <p:nvSpPr>
          <p:cNvPr id="4" name="object 4"/>
          <p:cNvSpPr txBox="1"/>
          <p:nvPr/>
        </p:nvSpPr>
        <p:spPr>
          <a:xfrm>
            <a:off x="320751" y="6613194"/>
            <a:ext cx="518795" cy="254000"/>
          </a:xfrm>
          <a:prstGeom prst="rect">
            <a:avLst/>
          </a:prstGeom>
        </p:spPr>
        <p:txBody>
          <a:bodyPr vert="horz" wrap="square" lIns="0" tIns="0" rIns="0" bIns="0" rtlCol="0">
            <a:spAutoFit/>
          </a:bodyPr>
          <a:lstStyle/>
          <a:p>
            <a:pPr marL="12700">
              <a:lnSpc>
                <a:spcPts val="1810"/>
              </a:lnSpc>
            </a:pPr>
            <a:r>
              <a:rPr sz="1800" spc="-10" dirty="0">
                <a:solidFill>
                  <a:srgbClr val="FFFFFF"/>
                </a:solidFill>
                <a:latin typeface="Calibri"/>
                <a:cs typeface="Calibri"/>
              </a:rPr>
              <a:t>P</a:t>
            </a:r>
            <a:r>
              <a:rPr sz="1800" spc="-5" dirty="0">
                <a:solidFill>
                  <a:srgbClr val="FFFFFF"/>
                </a:solidFill>
                <a:latin typeface="Calibri"/>
                <a:cs typeface="Calibri"/>
              </a:rPr>
              <a:t>iLog</a:t>
            </a:r>
            <a:endParaRPr sz="18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3" name="object 3"/>
          <p:cNvSpPr txBox="1"/>
          <p:nvPr/>
        </p:nvSpPr>
        <p:spPr>
          <a:xfrm>
            <a:off x="265277" y="1186941"/>
            <a:ext cx="11510645" cy="4180632"/>
          </a:xfrm>
          <a:prstGeom prst="rect">
            <a:avLst/>
          </a:prstGeom>
        </p:spPr>
        <p:txBody>
          <a:bodyPr vert="horz" wrap="square" lIns="0" tIns="12700" rIns="0" bIns="0" rtlCol="0">
            <a:spAutoFit/>
          </a:bodyPr>
          <a:lstStyle/>
          <a:p>
            <a:pPr marL="245745" marR="5080" indent="-233679">
              <a:lnSpc>
                <a:spcPct val="100000"/>
              </a:lnSpc>
              <a:spcBef>
                <a:spcPts val="100"/>
              </a:spcBef>
              <a:buFont typeface="Arial MT"/>
              <a:buChar char="•"/>
              <a:tabLst>
                <a:tab pos="245745" algn="l"/>
                <a:tab pos="246379" algn="l"/>
              </a:tabLst>
            </a:pPr>
            <a:r>
              <a:rPr sz="1800" spc="-10" dirty="0">
                <a:solidFill>
                  <a:srgbClr val="0F469B"/>
                </a:solidFill>
                <a:latin typeface="+mj-lt"/>
                <a:cs typeface="Calibri"/>
              </a:rPr>
              <a:t>Extract</a:t>
            </a:r>
            <a:r>
              <a:rPr sz="1800" dirty="0">
                <a:solidFill>
                  <a:srgbClr val="0F469B"/>
                </a:solidFill>
                <a:latin typeface="+mj-lt"/>
                <a:cs typeface="Calibri"/>
              </a:rPr>
              <a:t> </a:t>
            </a:r>
            <a:r>
              <a:rPr sz="1800" spc="-10" dirty="0">
                <a:solidFill>
                  <a:srgbClr val="0F469B"/>
                </a:solidFill>
                <a:latin typeface="+mj-lt"/>
                <a:cs typeface="Calibri"/>
              </a:rPr>
              <a:t>from</a:t>
            </a:r>
            <a:r>
              <a:rPr sz="1800" dirty="0">
                <a:solidFill>
                  <a:srgbClr val="0F469B"/>
                </a:solidFill>
                <a:latin typeface="+mj-lt"/>
                <a:cs typeface="Calibri"/>
              </a:rPr>
              <a:t> the </a:t>
            </a:r>
            <a:r>
              <a:rPr sz="1800" spc="-10" dirty="0">
                <a:solidFill>
                  <a:srgbClr val="0F469B"/>
                </a:solidFill>
                <a:latin typeface="+mj-lt"/>
                <a:cs typeface="Calibri"/>
              </a:rPr>
              <a:t>source</a:t>
            </a:r>
            <a:r>
              <a:rPr sz="1800" spc="20"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dirty="0">
                <a:solidFill>
                  <a:srgbClr val="0F469B"/>
                </a:solidFill>
                <a:latin typeface="+mj-lt"/>
                <a:cs typeface="Calibri"/>
              </a:rPr>
              <a:t>and </a:t>
            </a:r>
            <a:r>
              <a:rPr sz="1800" spc="-10" dirty="0">
                <a:solidFill>
                  <a:srgbClr val="0F469B"/>
                </a:solidFill>
                <a:latin typeface="+mj-lt"/>
                <a:cs typeface="Calibri"/>
              </a:rPr>
              <a:t>structure</a:t>
            </a:r>
            <a:r>
              <a:rPr sz="1800" spc="20" dirty="0">
                <a:solidFill>
                  <a:srgbClr val="0F469B"/>
                </a:solidFill>
                <a:latin typeface="+mj-lt"/>
                <a:cs typeface="Calibri"/>
              </a:rPr>
              <a:t> </a:t>
            </a:r>
            <a:r>
              <a:rPr sz="1800" dirty="0">
                <a:solidFill>
                  <a:srgbClr val="0F469B"/>
                </a:solidFill>
                <a:latin typeface="+mj-lt"/>
                <a:cs typeface="Calibri"/>
              </a:rPr>
              <a:t>the</a:t>
            </a:r>
            <a:r>
              <a:rPr sz="1800" spc="10" dirty="0">
                <a:solidFill>
                  <a:srgbClr val="0F469B"/>
                </a:solidFill>
                <a:latin typeface="+mj-lt"/>
                <a:cs typeface="Calibri"/>
              </a:rPr>
              <a:t> </a:t>
            </a:r>
            <a:r>
              <a:rPr sz="1800" spc="-15" dirty="0">
                <a:solidFill>
                  <a:srgbClr val="0F469B"/>
                </a:solidFill>
                <a:latin typeface="+mj-lt"/>
                <a:cs typeface="Calibri"/>
              </a:rPr>
              <a:t>reference</a:t>
            </a:r>
            <a:r>
              <a:rPr sz="1800" spc="20"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such</a:t>
            </a:r>
            <a:r>
              <a:rPr sz="1800" spc="15" dirty="0">
                <a:solidFill>
                  <a:srgbClr val="0F469B"/>
                </a:solidFill>
                <a:latin typeface="+mj-lt"/>
                <a:cs typeface="Calibri"/>
              </a:rPr>
              <a:t> </a:t>
            </a:r>
            <a:r>
              <a:rPr sz="1800" dirty="0">
                <a:solidFill>
                  <a:srgbClr val="0F469B"/>
                </a:solidFill>
                <a:latin typeface="+mj-lt"/>
                <a:cs typeface="Calibri"/>
              </a:rPr>
              <a:t>as</a:t>
            </a:r>
            <a:r>
              <a:rPr sz="1800" spc="-5" dirty="0">
                <a:solidFill>
                  <a:srgbClr val="0F469B"/>
                </a:solidFill>
                <a:latin typeface="+mj-lt"/>
                <a:cs typeface="Calibri"/>
              </a:rPr>
              <a:t> </a:t>
            </a:r>
            <a:r>
              <a:rPr sz="1800" spc="-10" dirty="0">
                <a:solidFill>
                  <a:srgbClr val="0F469B"/>
                </a:solidFill>
                <a:latin typeface="+mj-lt"/>
                <a:cs typeface="Calibri"/>
              </a:rPr>
              <a:t>manufacturer</a:t>
            </a:r>
            <a:r>
              <a:rPr sz="1800" spc="10" dirty="0">
                <a:solidFill>
                  <a:srgbClr val="0F469B"/>
                </a:solidFill>
                <a:latin typeface="+mj-lt"/>
                <a:cs typeface="Calibri"/>
              </a:rPr>
              <a:t> </a:t>
            </a:r>
            <a:r>
              <a:rPr sz="1800" spc="-5" dirty="0">
                <a:solidFill>
                  <a:srgbClr val="0F469B"/>
                </a:solidFill>
                <a:latin typeface="+mj-lt"/>
                <a:cs typeface="Calibri"/>
              </a:rPr>
              <a:t>part</a:t>
            </a:r>
            <a:r>
              <a:rPr sz="1800" spc="10" dirty="0">
                <a:solidFill>
                  <a:srgbClr val="0F469B"/>
                </a:solidFill>
                <a:latin typeface="+mj-lt"/>
                <a:cs typeface="Calibri"/>
              </a:rPr>
              <a:t> </a:t>
            </a:r>
            <a:r>
              <a:rPr sz="1800" spc="-25" dirty="0">
                <a:solidFill>
                  <a:srgbClr val="0F469B"/>
                </a:solidFill>
                <a:latin typeface="+mj-lt"/>
                <a:cs typeface="Calibri"/>
              </a:rPr>
              <a:t>number,</a:t>
            </a:r>
            <a:r>
              <a:rPr sz="1800" spc="5" dirty="0">
                <a:solidFill>
                  <a:srgbClr val="0F469B"/>
                </a:solidFill>
                <a:latin typeface="+mj-lt"/>
                <a:cs typeface="Calibri"/>
              </a:rPr>
              <a:t> </a:t>
            </a:r>
            <a:r>
              <a:rPr sz="1800" spc="-15" dirty="0">
                <a:solidFill>
                  <a:srgbClr val="0F469B"/>
                </a:solidFill>
                <a:latin typeface="+mj-lt"/>
                <a:cs typeface="Calibri"/>
              </a:rPr>
              <a:t>reference</a:t>
            </a:r>
            <a:r>
              <a:rPr sz="1800" spc="20" dirty="0">
                <a:solidFill>
                  <a:srgbClr val="0F469B"/>
                </a:solidFill>
                <a:latin typeface="+mj-lt"/>
                <a:cs typeface="Calibri"/>
              </a:rPr>
              <a:t> </a:t>
            </a:r>
            <a:r>
              <a:rPr sz="1800" spc="-25" dirty="0">
                <a:solidFill>
                  <a:srgbClr val="0F469B"/>
                </a:solidFill>
                <a:latin typeface="+mj-lt"/>
                <a:cs typeface="Calibri"/>
              </a:rPr>
              <a:t>number, </a:t>
            </a:r>
            <a:r>
              <a:rPr sz="1800" spc="-20" dirty="0">
                <a:solidFill>
                  <a:srgbClr val="0F469B"/>
                </a:solidFill>
                <a:latin typeface="+mj-lt"/>
                <a:cs typeface="Calibri"/>
              </a:rPr>
              <a:t> </a:t>
            </a:r>
            <a:r>
              <a:rPr sz="1800" dirty="0">
                <a:solidFill>
                  <a:srgbClr val="0F469B"/>
                </a:solidFill>
                <a:latin typeface="+mj-lt"/>
                <a:cs typeface="Calibri"/>
              </a:rPr>
              <a:t>model</a:t>
            </a:r>
            <a:r>
              <a:rPr sz="1800" spc="15" dirty="0">
                <a:solidFill>
                  <a:srgbClr val="0F469B"/>
                </a:solidFill>
                <a:latin typeface="+mj-lt"/>
                <a:cs typeface="Calibri"/>
              </a:rPr>
              <a:t> </a:t>
            </a:r>
            <a:r>
              <a:rPr sz="1800" spc="-25" dirty="0">
                <a:solidFill>
                  <a:srgbClr val="0F469B"/>
                </a:solidFill>
                <a:latin typeface="+mj-lt"/>
                <a:cs typeface="Calibri"/>
              </a:rPr>
              <a:t>number,</a:t>
            </a:r>
            <a:r>
              <a:rPr sz="1800" spc="15" dirty="0">
                <a:solidFill>
                  <a:srgbClr val="0F469B"/>
                </a:solidFill>
                <a:latin typeface="+mj-lt"/>
                <a:cs typeface="Calibri"/>
              </a:rPr>
              <a:t> </a:t>
            </a:r>
            <a:r>
              <a:rPr sz="1800" spc="-5" dirty="0">
                <a:solidFill>
                  <a:srgbClr val="0F469B"/>
                </a:solidFill>
                <a:latin typeface="+mj-lt"/>
                <a:cs typeface="Calibri"/>
              </a:rPr>
              <a:t>supplier</a:t>
            </a:r>
            <a:r>
              <a:rPr sz="1800" spc="20" dirty="0">
                <a:solidFill>
                  <a:srgbClr val="0F469B"/>
                </a:solidFill>
                <a:latin typeface="+mj-lt"/>
                <a:cs typeface="Calibri"/>
              </a:rPr>
              <a:t> </a:t>
            </a:r>
            <a:r>
              <a:rPr sz="1800" spc="-5" dirty="0">
                <a:solidFill>
                  <a:srgbClr val="0F469B"/>
                </a:solidFill>
                <a:latin typeface="+mj-lt"/>
                <a:cs typeface="Calibri"/>
              </a:rPr>
              <a:t>part</a:t>
            </a:r>
            <a:r>
              <a:rPr sz="1800" spc="20" dirty="0">
                <a:solidFill>
                  <a:srgbClr val="0F469B"/>
                </a:solidFill>
                <a:latin typeface="+mj-lt"/>
                <a:cs typeface="Calibri"/>
              </a:rPr>
              <a:t> </a:t>
            </a:r>
            <a:r>
              <a:rPr sz="1800" spc="-25" dirty="0">
                <a:solidFill>
                  <a:srgbClr val="0F469B"/>
                </a:solidFill>
                <a:latin typeface="+mj-lt"/>
                <a:cs typeface="Calibri"/>
              </a:rPr>
              <a:t>number,</a:t>
            </a:r>
            <a:r>
              <a:rPr sz="1800" spc="15" dirty="0">
                <a:solidFill>
                  <a:srgbClr val="0F469B"/>
                </a:solidFill>
                <a:latin typeface="+mj-lt"/>
                <a:cs typeface="Calibri"/>
              </a:rPr>
              <a:t> </a:t>
            </a:r>
            <a:r>
              <a:rPr sz="1800" spc="-10" dirty="0">
                <a:solidFill>
                  <a:srgbClr val="0F469B"/>
                </a:solidFill>
                <a:latin typeface="+mj-lt"/>
                <a:cs typeface="Calibri"/>
              </a:rPr>
              <a:t>document/drawing</a:t>
            </a:r>
            <a:r>
              <a:rPr sz="1800" spc="35" dirty="0">
                <a:solidFill>
                  <a:srgbClr val="0F469B"/>
                </a:solidFill>
                <a:latin typeface="+mj-lt"/>
                <a:cs typeface="Calibri"/>
              </a:rPr>
              <a:t> </a:t>
            </a:r>
            <a:r>
              <a:rPr sz="1800" spc="-25" dirty="0">
                <a:solidFill>
                  <a:srgbClr val="0F469B"/>
                </a:solidFill>
                <a:latin typeface="+mj-lt"/>
                <a:cs typeface="Calibri"/>
              </a:rPr>
              <a:t>number,</a:t>
            </a:r>
            <a:r>
              <a:rPr sz="1800" spc="25" dirty="0">
                <a:solidFill>
                  <a:srgbClr val="0F469B"/>
                </a:solidFill>
                <a:latin typeface="+mj-lt"/>
                <a:cs typeface="Calibri"/>
              </a:rPr>
              <a:t> </a:t>
            </a:r>
            <a:r>
              <a:rPr sz="1800" spc="-5" dirty="0">
                <a:solidFill>
                  <a:srgbClr val="0F469B"/>
                </a:solidFill>
                <a:latin typeface="+mj-lt"/>
                <a:cs typeface="Calibri"/>
              </a:rPr>
              <a:t>vendor</a:t>
            </a:r>
            <a:r>
              <a:rPr sz="1800" spc="10" dirty="0">
                <a:solidFill>
                  <a:srgbClr val="0F469B"/>
                </a:solidFill>
                <a:latin typeface="+mj-lt"/>
                <a:cs typeface="Calibri"/>
              </a:rPr>
              <a:t> </a:t>
            </a:r>
            <a:r>
              <a:rPr sz="1800" spc="-5" dirty="0">
                <a:solidFill>
                  <a:srgbClr val="0F469B"/>
                </a:solidFill>
                <a:latin typeface="+mj-lt"/>
                <a:cs typeface="Calibri"/>
              </a:rPr>
              <a:t>name</a:t>
            </a:r>
            <a:r>
              <a:rPr sz="1800" spc="10" dirty="0">
                <a:solidFill>
                  <a:srgbClr val="0F469B"/>
                </a:solidFill>
                <a:latin typeface="+mj-lt"/>
                <a:cs typeface="Calibri"/>
              </a:rPr>
              <a:t> </a:t>
            </a:r>
            <a:r>
              <a:rPr sz="1800" spc="-10" dirty="0">
                <a:solidFill>
                  <a:srgbClr val="0F469B"/>
                </a:solidFill>
                <a:latin typeface="+mj-lt"/>
                <a:cs typeface="Calibri"/>
              </a:rPr>
              <a:t>etc</a:t>
            </a:r>
            <a:r>
              <a:rPr sz="1800" spc="15" dirty="0">
                <a:solidFill>
                  <a:srgbClr val="0F469B"/>
                </a:solidFill>
                <a:latin typeface="+mj-lt"/>
                <a:cs typeface="Calibri"/>
              </a:rPr>
              <a:t> </a:t>
            </a:r>
            <a:r>
              <a:rPr sz="1800" spc="-5" dirty="0">
                <a:solidFill>
                  <a:srgbClr val="0F469B"/>
                </a:solidFill>
                <a:latin typeface="+mj-lt"/>
                <a:cs typeface="Calibri"/>
              </a:rPr>
              <a:t>in</a:t>
            </a:r>
            <a:r>
              <a:rPr sz="1800" spc="20" dirty="0">
                <a:solidFill>
                  <a:srgbClr val="0F469B"/>
                </a:solidFill>
                <a:latin typeface="+mj-lt"/>
                <a:cs typeface="Calibri"/>
              </a:rPr>
              <a:t> </a:t>
            </a:r>
            <a:r>
              <a:rPr sz="1800" spc="-10" dirty="0">
                <a:solidFill>
                  <a:srgbClr val="0F469B"/>
                </a:solidFill>
                <a:latin typeface="+mj-lt"/>
                <a:cs typeface="Calibri"/>
              </a:rPr>
              <a:t>DHS(Data</a:t>
            </a:r>
            <a:r>
              <a:rPr sz="1800" spc="50" dirty="0">
                <a:solidFill>
                  <a:srgbClr val="0F469B"/>
                </a:solidFill>
                <a:latin typeface="+mj-lt"/>
                <a:cs typeface="Calibri"/>
              </a:rPr>
              <a:t> </a:t>
            </a:r>
            <a:r>
              <a:rPr sz="1800" spc="-10" dirty="0">
                <a:solidFill>
                  <a:srgbClr val="0F469B"/>
                </a:solidFill>
                <a:latin typeface="+mj-lt"/>
                <a:cs typeface="Calibri"/>
              </a:rPr>
              <a:t>Harmonization</a:t>
            </a:r>
            <a:r>
              <a:rPr sz="1800" spc="30" dirty="0">
                <a:solidFill>
                  <a:srgbClr val="0F469B"/>
                </a:solidFill>
                <a:latin typeface="+mj-lt"/>
                <a:cs typeface="Calibri"/>
              </a:rPr>
              <a:t> </a:t>
            </a:r>
            <a:r>
              <a:rPr sz="1800" spc="-10" dirty="0">
                <a:solidFill>
                  <a:srgbClr val="0F469B"/>
                </a:solidFill>
                <a:latin typeface="+mj-lt"/>
                <a:cs typeface="Calibri"/>
              </a:rPr>
              <a:t>Solution)</a:t>
            </a:r>
            <a:endParaRPr sz="1800" dirty="0">
              <a:latin typeface="+mj-lt"/>
              <a:cs typeface="Calibri"/>
            </a:endParaRPr>
          </a:p>
          <a:p>
            <a:pPr marL="245745" marR="957580" indent="-233679">
              <a:lnSpc>
                <a:spcPct val="100000"/>
              </a:lnSpc>
              <a:buFont typeface="Arial MT"/>
              <a:buChar char="•"/>
              <a:tabLst>
                <a:tab pos="245745" algn="l"/>
                <a:tab pos="246379" algn="l"/>
              </a:tabLst>
            </a:pPr>
            <a:r>
              <a:rPr sz="1800" spc="-5" dirty="0">
                <a:solidFill>
                  <a:srgbClr val="0F469B"/>
                </a:solidFill>
                <a:latin typeface="+mj-lt"/>
                <a:cs typeface="Calibri"/>
              </a:rPr>
              <a:t>Cleanse,</a:t>
            </a:r>
            <a:r>
              <a:rPr sz="1800" spc="10" dirty="0">
                <a:solidFill>
                  <a:srgbClr val="0F469B"/>
                </a:solidFill>
                <a:latin typeface="+mj-lt"/>
                <a:cs typeface="Calibri"/>
              </a:rPr>
              <a:t> </a:t>
            </a:r>
            <a:r>
              <a:rPr sz="1800" spc="-10" dirty="0">
                <a:solidFill>
                  <a:srgbClr val="0F469B"/>
                </a:solidFill>
                <a:latin typeface="+mj-lt"/>
                <a:cs typeface="Calibri"/>
              </a:rPr>
              <a:t>structure</a:t>
            </a:r>
            <a:r>
              <a:rPr sz="1800" spc="20" dirty="0">
                <a:solidFill>
                  <a:srgbClr val="0F469B"/>
                </a:solidFill>
                <a:latin typeface="+mj-lt"/>
                <a:cs typeface="Calibri"/>
              </a:rPr>
              <a:t> </a:t>
            </a:r>
            <a:r>
              <a:rPr sz="1800" dirty="0">
                <a:solidFill>
                  <a:srgbClr val="0F469B"/>
                </a:solidFill>
                <a:latin typeface="+mj-lt"/>
                <a:cs typeface="Calibri"/>
              </a:rPr>
              <a:t>&amp;</a:t>
            </a:r>
            <a:r>
              <a:rPr sz="1800" spc="5" dirty="0">
                <a:solidFill>
                  <a:srgbClr val="0F469B"/>
                </a:solidFill>
                <a:latin typeface="+mj-lt"/>
                <a:cs typeface="Calibri"/>
              </a:rPr>
              <a:t> </a:t>
            </a:r>
            <a:r>
              <a:rPr sz="1800" spc="-10" dirty="0">
                <a:solidFill>
                  <a:srgbClr val="0F469B"/>
                </a:solidFill>
                <a:latin typeface="+mj-lt"/>
                <a:cs typeface="Calibri"/>
              </a:rPr>
              <a:t>catalogue</a:t>
            </a:r>
            <a:r>
              <a:rPr sz="1800" spc="15" dirty="0">
                <a:solidFill>
                  <a:srgbClr val="0F469B"/>
                </a:solidFill>
                <a:latin typeface="+mj-lt"/>
                <a:cs typeface="Calibri"/>
              </a:rPr>
              <a:t> </a:t>
            </a:r>
            <a:r>
              <a:rPr sz="1800" dirty="0">
                <a:solidFill>
                  <a:srgbClr val="0F469B"/>
                </a:solidFill>
                <a:latin typeface="+mj-lt"/>
                <a:cs typeface="Calibri"/>
              </a:rPr>
              <a:t>each</a:t>
            </a:r>
            <a:r>
              <a:rPr sz="1800" spc="25" dirty="0">
                <a:solidFill>
                  <a:srgbClr val="0F469B"/>
                </a:solidFill>
                <a:latin typeface="+mj-lt"/>
                <a:cs typeface="Calibri"/>
              </a:rPr>
              <a:t> </a:t>
            </a:r>
            <a:r>
              <a:rPr sz="1800" spc="-15" dirty="0">
                <a:solidFill>
                  <a:srgbClr val="0F469B"/>
                </a:solidFill>
                <a:latin typeface="+mj-lt"/>
                <a:cs typeface="Calibri"/>
              </a:rPr>
              <a:t>record</a:t>
            </a:r>
            <a:r>
              <a:rPr sz="1800" spc="15" dirty="0">
                <a:solidFill>
                  <a:srgbClr val="0F469B"/>
                </a:solidFill>
                <a:latin typeface="+mj-lt"/>
                <a:cs typeface="Calibri"/>
              </a:rPr>
              <a:t> </a:t>
            </a:r>
            <a:r>
              <a:rPr sz="1800" spc="-5" dirty="0">
                <a:solidFill>
                  <a:srgbClr val="0F469B"/>
                </a:solidFill>
                <a:latin typeface="+mj-lt"/>
                <a:cs typeface="Calibri"/>
              </a:rPr>
              <a:t>with</a:t>
            </a:r>
            <a:r>
              <a:rPr sz="1800" spc="30" dirty="0">
                <a:solidFill>
                  <a:srgbClr val="0F469B"/>
                </a:solidFill>
                <a:latin typeface="+mj-lt"/>
                <a:cs typeface="Calibri"/>
              </a:rPr>
              <a:t> </a:t>
            </a:r>
            <a:r>
              <a:rPr sz="1800" spc="-10" dirty="0">
                <a:solidFill>
                  <a:srgbClr val="0F469B"/>
                </a:solidFill>
                <a:latin typeface="+mj-lt"/>
                <a:cs typeface="Calibri"/>
              </a:rPr>
              <a:t>available</a:t>
            </a:r>
            <a:r>
              <a:rPr sz="1800" dirty="0">
                <a:solidFill>
                  <a:srgbClr val="0F469B"/>
                </a:solidFill>
                <a:latin typeface="+mj-lt"/>
                <a:cs typeface="Calibri"/>
              </a:rPr>
              <a:t> </a:t>
            </a:r>
            <a:r>
              <a:rPr sz="1800" spc="-10" dirty="0">
                <a:solidFill>
                  <a:srgbClr val="0F469B"/>
                </a:solidFill>
                <a:latin typeface="+mj-lt"/>
                <a:cs typeface="Calibri"/>
              </a:rPr>
              <a:t>information</a:t>
            </a:r>
            <a:r>
              <a:rPr sz="1800" spc="15" dirty="0">
                <a:solidFill>
                  <a:srgbClr val="0F469B"/>
                </a:solidFill>
                <a:latin typeface="+mj-lt"/>
                <a:cs typeface="Calibri"/>
              </a:rPr>
              <a:t> </a:t>
            </a:r>
            <a:r>
              <a:rPr sz="1800" dirty="0">
                <a:solidFill>
                  <a:srgbClr val="0F469B"/>
                </a:solidFill>
                <a:latin typeface="+mj-lt"/>
                <a:cs typeface="Calibri"/>
              </a:rPr>
              <a:t>&amp;</a:t>
            </a:r>
            <a:r>
              <a:rPr sz="1800" spc="5" dirty="0">
                <a:solidFill>
                  <a:srgbClr val="0F469B"/>
                </a:solidFill>
                <a:latin typeface="+mj-lt"/>
                <a:cs typeface="Calibri"/>
              </a:rPr>
              <a:t> </a:t>
            </a:r>
            <a:r>
              <a:rPr sz="1800" dirty="0">
                <a:solidFill>
                  <a:srgbClr val="0F469B"/>
                </a:solidFill>
                <a:latin typeface="+mj-lt"/>
                <a:cs typeface="Calibri"/>
              </a:rPr>
              <a:t>In</a:t>
            </a:r>
            <a:r>
              <a:rPr sz="1800" spc="5" dirty="0">
                <a:solidFill>
                  <a:srgbClr val="0F469B"/>
                </a:solidFill>
                <a:latin typeface="+mj-lt"/>
                <a:cs typeface="Calibri"/>
              </a:rPr>
              <a:t> </a:t>
            </a:r>
            <a:r>
              <a:rPr sz="1800" spc="-5" dirty="0">
                <a:solidFill>
                  <a:srgbClr val="0F469B"/>
                </a:solidFill>
                <a:latin typeface="+mj-lt"/>
                <a:cs typeface="Calibri"/>
              </a:rPr>
              <a:t>case</a:t>
            </a:r>
            <a:r>
              <a:rPr sz="1800" spc="5" dirty="0">
                <a:solidFill>
                  <a:srgbClr val="0F469B"/>
                </a:solidFill>
                <a:latin typeface="+mj-lt"/>
                <a:cs typeface="Calibri"/>
              </a:rPr>
              <a:t> </a:t>
            </a:r>
            <a:r>
              <a:rPr sz="1800" spc="-5" dirty="0">
                <a:solidFill>
                  <a:srgbClr val="0F469B"/>
                </a:solidFill>
                <a:latin typeface="+mj-lt"/>
                <a:cs typeface="Calibri"/>
              </a:rPr>
              <a:t>some</a:t>
            </a:r>
            <a:r>
              <a:rPr sz="1800" spc="10" dirty="0">
                <a:solidFill>
                  <a:srgbClr val="0F469B"/>
                </a:solidFill>
                <a:latin typeface="+mj-lt"/>
                <a:cs typeface="Calibri"/>
              </a:rPr>
              <a:t> </a:t>
            </a:r>
            <a:r>
              <a:rPr sz="1800" spc="-10" dirty="0">
                <a:solidFill>
                  <a:srgbClr val="0F469B"/>
                </a:solidFill>
                <a:latin typeface="+mj-lt"/>
                <a:cs typeface="Calibri"/>
              </a:rPr>
              <a:t>clarification</a:t>
            </a:r>
            <a:r>
              <a:rPr sz="1800" spc="25" dirty="0">
                <a:solidFill>
                  <a:srgbClr val="0F469B"/>
                </a:solidFill>
                <a:latin typeface="+mj-lt"/>
                <a:cs typeface="Calibri"/>
              </a:rPr>
              <a:t> </a:t>
            </a:r>
            <a:r>
              <a:rPr sz="1800" spc="-5" dirty="0">
                <a:solidFill>
                  <a:srgbClr val="0F469B"/>
                </a:solidFill>
                <a:latin typeface="+mj-lt"/>
                <a:cs typeface="Calibri"/>
              </a:rPr>
              <a:t>or</a:t>
            </a:r>
            <a:r>
              <a:rPr sz="1800" spc="15" dirty="0">
                <a:solidFill>
                  <a:srgbClr val="0F469B"/>
                </a:solidFill>
                <a:latin typeface="+mj-lt"/>
                <a:cs typeface="Calibri"/>
              </a:rPr>
              <a:t> </a:t>
            </a:r>
            <a:r>
              <a:rPr sz="1800" spc="-5" dirty="0">
                <a:solidFill>
                  <a:srgbClr val="0F469B"/>
                </a:solidFill>
                <a:latin typeface="+mj-lt"/>
                <a:cs typeface="Calibri"/>
              </a:rPr>
              <a:t>additional </a:t>
            </a:r>
            <a:r>
              <a:rPr sz="1800" spc="-395" dirty="0">
                <a:solidFill>
                  <a:srgbClr val="0F469B"/>
                </a:solidFill>
                <a:latin typeface="+mj-lt"/>
                <a:cs typeface="Calibri"/>
              </a:rPr>
              <a:t> </a:t>
            </a:r>
            <a:r>
              <a:rPr sz="1800" spc="-10" dirty="0">
                <a:solidFill>
                  <a:srgbClr val="0F469B"/>
                </a:solidFill>
                <a:latin typeface="+mj-lt"/>
                <a:cs typeface="Calibri"/>
              </a:rPr>
              <a:t>information</a:t>
            </a:r>
            <a:r>
              <a:rPr sz="1800" spc="10" dirty="0">
                <a:solidFill>
                  <a:srgbClr val="0F469B"/>
                </a:solidFill>
                <a:latin typeface="+mj-lt"/>
                <a:cs typeface="Calibri"/>
              </a:rPr>
              <a:t> </a:t>
            </a:r>
            <a:r>
              <a:rPr sz="1800" spc="-5" dirty="0">
                <a:solidFill>
                  <a:srgbClr val="0F469B"/>
                </a:solidFill>
                <a:latin typeface="+mj-lt"/>
                <a:cs typeface="Calibri"/>
              </a:rPr>
              <a:t>is</a:t>
            </a:r>
            <a:r>
              <a:rPr sz="1800" dirty="0">
                <a:solidFill>
                  <a:srgbClr val="0F469B"/>
                </a:solidFill>
                <a:latin typeface="+mj-lt"/>
                <a:cs typeface="Calibri"/>
              </a:rPr>
              <a:t> </a:t>
            </a:r>
            <a:r>
              <a:rPr sz="1800" spc="-10" dirty="0">
                <a:solidFill>
                  <a:srgbClr val="0F469B"/>
                </a:solidFill>
                <a:latin typeface="+mj-lt"/>
                <a:cs typeface="Calibri"/>
              </a:rPr>
              <a:t>required,</a:t>
            </a:r>
            <a:r>
              <a:rPr sz="1800" spc="15" dirty="0">
                <a:solidFill>
                  <a:srgbClr val="0F469B"/>
                </a:solidFill>
                <a:latin typeface="+mj-lt"/>
                <a:cs typeface="Calibri"/>
              </a:rPr>
              <a:t> </a:t>
            </a:r>
            <a:r>
              <a:rPr sz="1800" spc="-5" dirty="0">
                <a:solidFill>
                  <a:srgbClr val="0F469B"/>
                </a:solidFill>
                <a:latin typeface="+mj-lt"/>
                <a:cs typeface="Calibri"/>
              </a:rPr>
              <a:t>PiLog</a:t>
            </a:r>
            <a:r>
              <a:rPr sz="1800" spc="10" dirty="0">
                <a:solidFill>
                  <a:srgbClr val="0F469B"/>
                </a:solidFill>
                <a:latin typeface="+mj-lt"/>
                <a:cs typeface="Calibri"/>
              </a:rPr>
              <a:t> </a:t>
            </a:r>
            <a:r>
              <a:rPr sz="1800" spc="-5" dirty="0">
                <a:solidFill>
                  <a:srgbClr val="0F469B"/>
                </a:solidFill>
                <a:latin typeface="+mj-lt"/>
                <a:cs typeface="Calibri"/>
              </a:rPr>
              <a:t>will</a:t>
            </a:r>
            <a:r>
              <a:rPr sz="1800" spc="15" dirty="0">
                <a:solidFill>
                  <a:srgbClr val="0F469B"/>
                </a:solidFill>
                <a:latin typeface="+mj-lt"/>
                <a:cs typeface="Calibri"/>
              </a:rPr>
              <a:t> </a:t>
            </a:r>
            <a:r>
              <a:rPr sz="1800" spc="-10" dirty="0">
                <a:solidFill>
                  <a:srgbClr val="0F469B"/>
                </a:solidFill>
                <a:latin typeface="+mj-lt"/>
                <a:cs typeface="Calibri"/>
              </a:rPr>
              <a:t>request</a:t>
            </a:r>
            <a:r>
              <a:rPr sz="1800" spc="5" dirty="0">
                <a:solidFill>
                  <a:srgbClr val="0F469B"/>
                </a:solidFill>
                <a:latin typeface="+mj-lt"/>
                <a:cs typeface="Calibri"/>
              </a:rPr>
              <a:t> </a:t>
            </a:r>
            <a:r>
              <a:rPr sz="1800" dirty="0">
                <a:solidFill>
                  <a:srgbClr val="0F469B"/>
                </a:solidFill>
                <a:latin typeface="+mj-lt"/>
                <a:cs typeface="Calibri"/>
              </a:rPr>
              <a:t>the </a:t>
            </a:r>
            <a:r>
              <a:rPr sz="1800" spc="-10" dirty="0">
                <a:solidFill>
                  <a:srgbClr val="0F469B"/>
                </a:solidFill>
                <a:latin typeface="+mj-lt"/>
                <a:cs typeface="Calibri"/>
              </a:rPr>
              <a:t>users</a:t>
            </a:r>
            <a:r>
              <a:rPr sz="1800" dirty="0">
                <a:solidFill>
                  <a:srgbClr val="0F469B"/>
                </a:solidFill>
                <a:latin typeface="+mj-lt"/>
                <a:cs typeface="Calibri"/>
              </a:rPr>
              <a:t> </a:t>
            </a:r>
            <a:r>
              <a:rPr sz="1800" spc="-10" dirty="0">
                <a:solidFill>
                  <a:srgbClr val="0F469B"/>
                </a:solidFill>
                <a:latin typeface="+mj-lt"/>
                <a:cs typeface="Calibri"/>
              </a:rPr>
              <a:t>to</a:t>
            </a:r>
            <a:r>
              <a:rPr sz="1800" spc="-5" dirty="0">
                <a:solidFill>
                  <a:srgbClr val="0F469B"/>
                </a:solidFill>
                <a:latin typeface="+mj-lt"/>
                <a:cs typeface="Calibri"/>
              </a:rPr>
              <a:t> </a:t>
            </a:r>
            <a:r>
              <a:rPr sz="1800" spc="-10" dirty="0">
                <a:solidFill>
                  <a:srgbClr val="0F469B"/>
                </a:solidFill>
                <a:latin typeface="+mj-lt"/>
                <a:cs typeface="Calibri"/>
              </a:rPr>
              <a:t>provide</a:t>
            </a:r>
            <a:r>
              <a:rPr sz="1800" spc="15" dirty="0">
                <a:solidFill>
                  <a:srgbClr val="0F469B"/>
                </a:solidFill>
                <a:latin typeface="+mj-lt"/>
                <a:cs typeface="Calibri"/>
              </a:rPr>
              <a:t> </a:t>
            </a:r>
            <a:r>
              <a:rPr sz="1800" dirty="0">
                <a:solidFill>
                  <a:srgbClr val="0F469B"/>
                </a:solidFill>
                <a:latin typeface="+mj-lt"/>
                <a:cs typeface="Calibri"/>
              </a:rPr>
              <a:t>the</a:t>
            </a:r>
            <a:r>
              <a:rPr sz="1800" spc="10" dirty="0">
                <a:solidFill>
                  <a:srgbClr val="0F469B"/>
                </a:solidFill>
                <a:latin typeface="+mj-lt"/>
                <a:cs typeface="Calibri"/>
              </a:rPr>
              <a:t> </a:t>
            </a:r>
            <a:r>
              <a:rPr sz="1800" spc="-5" dirty="0">
                <a:solidFill>
                  <a:srgbClr val="0F469B"/>
                </a:solidFill>
                <a:latin typeface="+mj-lt"/>
                <a:cs typeface="Calibri"/>
              </a:rPr>
              <a:t>same</a:t>
            </a:r>
            <a:endParaRPr sz="1800" dirty="0">
              <a:latin typeface="+mj-lt"/>
              <a:cs typeface="Calibri"/>
            </a:endParaRPr>
          </a:p>
          <a:p>
            <a:pPr marL="245745" indent="-233679">
              <a:lnSpc>
                <a:spcPct val="100000"/>
              </a:lnSpc>
              <a:spcBef>
                <a:spcPts val="5"/>
              </a:spcBef>
              <a:buFont typeface="Arial MT"/>
              <a:buChar char="•"/>
              <a:tabLst>
                <a:tab pos="245745" algn="l"/>
                <a:tab pos="246379" algn="l"/>
              </a:tabLst>
            </a:pPr>
            <a:r>
              <a:rPr sz="1800" spc="-10" dirty="0">
                <a:solidFill>
                  <a:srgbClr val="0F469B"/>
                </a:solidFill>
                <a:latin typeface="+mj-lt"/>
                <a:cs typeface="Calibri"/>
              </a:rPr>
              <a:t>Extract</a:t>
            </a:r>
            <a:r>
              <a:rPr sz="1800" spc="10" dirty="0">
                <a:solidFill>
                  <a:srgbClr val="0F469B"/>
                </a:solidFill>
                <a:latin typeface="+mj-lt"/>
                <a:cs typeface="Calibri"/>
              </a:rPr>
              <a:t> </a:t>
            </a:r>
            <a:r>
              <a:rPr sz="1800" dirty="0">
                <a:solidFill>
                  <a:srgbClr val="0F469B"/>
                </a:solidFill>
                <a:latin typeface="+mj-lt"/>
                <a:cs typeface="Calibri"/>
              </a:rPr>
              <a:t>and</a:t>
            </a:r>
            <a:r>
              <a:rPr sz="1800" spc="10" dirty="0">
                <a:solidFill>
                  <a:srgbClr val="0F469B"/>
                </a:solidFill>
                <a:latin typeface="+mj-lt"/>
                <a:cs typeface="Calibri"/>
              </a:rPr>
              <a:t> </a:t>
            </a:r>
            <a:r>
              <a:rPr sz="1800" spc="-10" dirty="0">
                <a:solidFill>
                  <a:srgbClr val="0F469B"/>
                </a:solidFill>
                <a:latin typeface="+mj-lt"/>
                <a:cs typeface="Calibri"/>
              </a:rPr>
              <a:t>populate</a:t>
            </a:r>
            <a:r>
              <a:rPr sz="1800" spc="35" dirty="0">
                <a:solidFill>
                  <a:srgbClr val="0F469B"/>
                </a:solidFill>
                <a:latin typeface="+mj-lt"/>
                <a:cs typeface="Calibri"/>
              </a:rPr>
              <a:t> </a:t>
            </a:r>
            <a:r>
              <a:rPr sz="1800" spc="-15" dirty="0">
                <a:solidFill>
                  <a:srgbClr val="0F469B"/>
                </a:solidFill>
                <a:latin typeface="+mj-lt"/>
                <a:cs typeface="Calibri"/>
              </a:rPr>
              <a:t>any</a:t>
            </a:r>
            <a:r>
              <a:rPr sz="1800" spc="5" dirty="0">
                <a:solidFill>
                  <a:srgbClr val="0F469B"/>
                </a:solidFill>
                <a:latin typeface="+mj-lt"/>
                <a:cs typeface="Calibri"/>
              </a:rPr>
              <a:t> </a:t>
            </a:r>
            <a:r>
              <a:rPr sz="1800" spc="-10" dirty="0">
                <a:solidFill>
                  <a:srgbClr val="0F469B"/>
                </a:solidFill>
                <a:latin typeface="+mj-lt"/>
                <a:cs typeface="Calibri"/>
              </a:rPr>
              <a:t>property</a:t>
            </a:r>
            <a:r>
              <a:rPr sz="1800" spc="10" dirty="0">
                <a:solidFill>
                  <a:srgbClr val="0F469B"/>
                </a:solidFill>
                <a:latin typeface="+mj-lt"/>
                <a:cs typeface="Calibri"/>
              </a:rPr>
              <a:t> </a:t>
            </a:r>
            <a:r>
              <a:rPr sz="1800" spc="-10" dirty="0">
                <a:solidFill>
                  <a:srgbClr val="0F469B"/>
                </a:solidFill>
                <a:latin typeface="+mj-lt"/>
                <a:cs typeface="Calibri"/>
              </a:rPr>
              <a:t>values</a:t>
            </a:r>
            <a:r>
              <a:rPr sz="1800" spc="10" dirty="0">
                <a:solidFill>
                  <a:srgbClr val="0F469B"/>
                </a:solidFill>
                <a:latin typeface="+mj-lt"/>
                <a:cs typeface="Calibri"/>
              </a:rPr>
              <a:t> </a:t>
            </a:r>
            <a:r>
              <a:rPr sz="1800" dirty="0">
                <a:solidFill>
                  <a:srgbClr val="0F469B"/>
                </a:solidFill>
                <a:latin typeface="+mj-lt"/>
                <a:cs typeface="Calibri"/>
              </a:rPr>
              <a:t>&amp;</a:t>
            </a:r>
            <a:r>
              <a:rPr sz="1800" spc="5" dirty="0">
                <a:solidFill>
                  <a:srgbClr val="0F469B"/>
                </a:solidFill>
                <a:latin typeface="+mj-lt"/>
                <a:cs typeface="Calibri"/>
              </a:rPr>
              <a:t> </a:t>
            </a:r>
            <a:r>
              <a:rPr sz="1800" spc="-10" dirty="0">
                <a:solidFill>
                  <a:srgbClr val="0F469B"/>
                </a:solidFill>
                <a:latin typeface="+mj-lt"/>
                <a:cs typeface="Calibri"/>
              </a:rPr>
              <a:t>UOMs</a:t>
            </a:r>
            <a:r>
              <a:rPr sz="1800" spc="10" dirty="0">
                <a:solidFill>
                  <a:srgbClr val="0F469B"/>
                </a:solidFill>
                <a:latin typeface="+mj-lt"/>
                <a:cs typeface="Calibri"/>
              </a:rPr>
              <a:t> </a:t>
            </a:r>
            <a:r>
              <a:rPr sz="1800" spc="-5" dirty="0">
                <a:solidFill>
                  <a:srgbClr val="0F469B"/>
                </a:solidFill>
                <a:latin typeface="+mj-lt"/>
                <a:cs typeface="Calibri"/>
              </a:rPr>
              <a:t>that</a:t>
            </a:r>
            <a:r>
              <a:rPr sz="1800" spc="5" dirty="0">
                <a:solidFill>
                  <a:srgbClr val="0F469B"/>
                </a:solidFill>
                <a:latin typeface="+mj-lt"/>
                <a:cs typeface="Calibri"/>
              </a:rPr>
              <a:t> </a:t>
            </a:r>
            <a:r>
              <a:rPr sz="1800" spc="-15" dirty="0">
                <a:solidFill>
                  <a:srgbClr val="0F469B"/>
                </a:solidFill>
                <a:latin typeface="+mj-lt"/>
                <a:cs typeface="Calibri"/>
              </a:rPr>
              <a:t>are</a:t>
            </a:r>
            <a:r>
              <a:rPr sz="1800" spc="10" dirty="0">
                <a:solidFill>
                  <a:srgbClr val="0F469B"/>
                </a:solidFill>
                <a:latin typeface="+mj-lt"/>
                <a:cs typeface="Calibri"/>
              </a:rPr>
              <a:t> </a:t>
            </a:r>
            <a:r>
              <a:rPr sz="1800" spc="-10" dirty="0">
                <a:solidFill>
                  <a:srgbClr val="0F469B"/>
                </a:solidFill>
                <a:latin typeface="+mj-lt"/>
                <a:cs typeface="Calibri"/>
              </a:rPr>
              <a:t>available</a:t>
            </a:r>
            <a:r>
              <a:rPr sz="1800" spc="15" dirty="0">
                <a:solidFill>
                  <a:srgbClr val="0F469B"/>
                </a:solidFill>
                <a:latin typeface="+mj-lt"/>
                <a:cs typeface="Calibri"/>
              </a:rPr>
              <a:t> </a:t>
            </a:r>
            <a:r>
              <a:rPr sz="1800" spc="-5" dirty="0">
                <a:solidFill>
                  <a:srgbClr val="0F469B"/>
                </a:solidFill>
                <a:latin typeface="+mj-lt"/>
                <a:cs typeface="Calibri"/>
              </a:rPr>
              <a:t>in</a:t>
            </a:r>
            <a:r>
              <a:rPr sz="1800" spc="15" dirty="0">
                <a:solidFill>
                  <a:srgbClr val="0F469B"/>
                </a:solidFill>
                <a:latin typeface="+mj-lt"/>
                <a:cs typeface="Calibri"/>
              </a:rPr>
              <a:t> </a:t>
            </a:r>
            <a:r>
              <a:rPr sz="1800" dirty="0">
                <a:solidFill>
                  <a:srgbClr val="0F469B"/>
                </a:solidFill>
                <a:latin typeface="+mj-lt"/>
                <a:cs typeface="Calibri"/>
              </a:rPr>
              <a:t>the</a:t>
            </a:r>
            <a:r>
              <a:rPr sz="1800" spc="10" dirty="0">
                <a:solidFill>
                  <a:srgbClr val="0F469B"/>
                </a:solidFill>
                <a:latin typeface="+mj-lt"/>
                <a:cs typeface="Calibri"/>
              </a:rPr>
              <a:t> </a:t>
            </a:r>
            <a:r>
              <a:rPr sz="1800" spc="-10" dirty="0">
                <a:solidFill>
                  <a:srgbClr val="0F469B"/>
                </a:solidFill>
                <a:latin typeface="+mj-lt"/>
                <a:cs typeface="Calibri"/>
              </a:rPr>
              <a:t>source</a:t>
            </a:r>
            <a:r>
              <a:rPr sz="1800" spc="20"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spc="-10" dirty="0">
                <a:solidFill>
                  <a:srgbClr val="0F469B"/>
                </a:solidFill>
                <a:latin typeface="+mj-lt"/>
                <a:cs typeface="Calibri"/>
              </a:rPr>
              <a:t>provided</a:t>
            </a:r>
            <a:endParaRPr sz="1800" dirty="0">
              <a:latin typeface="+mj-lt"/>
              <a:cs typeface="Calibri"/>
            </a:endParaRPr>
          </a:p>
          <a:p>
            <a:pPr marL="245745" marR="400685" indent="-233679">
              <a:lnSpc>
                <a:spcPct val="100000"/>
              </a:lnSpc>
              <a:spcBef>
                <a:spcPts val="5"/>
              </a:spcBef>
              <a:buFont typeface="Arial MT"/>
              <a:buChar char="•"/>
              <a:tabLst>
                <a:tab pos="245745" algn="l"/>
                <a:tab pos="246379" algn="l"/>
              </a:tabLst>
            </a:pPr>
            <a:r>
              <a:rPr sz="1800" spc="-20" dirty="0">
                <a:solidFill>
                  <a:srgbClr val="0F469B"/>
                </a:solidFill>
                <a:latin typeface="+mj-lt"/>
                <a:cs typeface="Calibri"/>
              </a:rPr>
              <a:t>Attempt</a:t>
            </a:r>
            <a:r>
              <a:rPr sz="1800" spc="5" dirty="0">
                <a:solidFill>
                  <a:srgbClr val="0F469B"/>
                </a:solidFill>
                <a:latin typeface="+mj-lt"/>
                <a:cs typeface="Calibri"/>
              </a:rPr>
              <a:t> </a:t>
            </a:r>
            <a:r>
              <a:rPr sz="1800" spc="-10" dirty="0">
                <a:solidFill>
                  <a:srgbClr val="0F469B"/>
                </a:solidFill>
                <a:latin typeface="+mj-lt"/>
                <a:cs typeface="Calibri"/>
              </a:rPr>
              <a:t>to</a:t>
            </a:r>
            <a:r>
              <a:rPr sz="1800" spc="5" dirty="0">
                <a:solidFill>
                  <a:srgbClr val="0F469B"/>
                </a:solidFill>
                <a:latin typeface="+mj-lt"/>
                <a:cs typeface="Calibri"/>
              </a:rPr>
              <a:t> </a:t>
            </a:r>
            <a:r>
              <a:rPr sz="1800" spc="-10" dirty="0">
                <a:solidFill>
                  <a:srgbClr val="0F469B"/>
                </a:solidFill>
                <a:latin typeface="+mj-lt"/>
                <a:cs typeface="Calibri"/>
              </a:rPr>
              <a:t>research</a:t>
            </a:r>
            <a:r>
              <a:rPr sz="1800" spc="5" dirty="0">
                <a:solidFill>
                  <a:srgbClr val="0F469B"/>
                </a:solidFill>
                <a:latin typeface="+mj-lt"/>
                <a:cs typeface="Calibri"/>
              </a:rPr>
              <a:t> </a:t>
            </a:r>
            <a:r>
              <a:rPr sz="1800" spc="-15" dirty="0">
                <a:solidFill>
                  <a:srgbClr val="0F469B"/>
                </a:solidFill>
                <a:latin typeface="+mj-lt"/>
                <a:cs typeface="Calibri"/>
              </a:rPr>
              <a:t>for</a:t>
            </a:r>
            <a:r>
              <a:rPr sz="1800" dirty="0">
                <a:solidFill>
                  <a:srgbClr val="0F469B"/>
                </a:solidFill>
                <a:latin typeface="+mj-lt"/>
                <a:cs typeface="Calibri"/>
              </a:rPr>
              <a:t> </a:t>
            </a:r>
            <a:r>
              <a:rPr sz="1800" spc="-5" dirty="0">
                <a:solidFill>
                  <a:srgbClr val="0F469B"/>
                </a:solidFill>
                <a:latin typeface="+mj-lt"/>
                <a:cs typeface="Calibri"/>
              </a:rPr>
              <a:t>additional</a:t>
            </a:r>
            <a:r>
              <a:rPr sz="1800" spc="30" dirty="0">
                <a:solidFill>
                  <a:srgbClr val="0F469B"/>
                </a:solidFill>
                <a:latin typeface="+mj-lt"/>
                <a:cs typeface="Calibri"/>
              </a:rPr>
              <a:t> </a:t>
            </a:r>
            <a:r>
              <a:rPr sz="1800" spc="-10" dirty="0">
                <a:solidFill>
                  <a:srgbClr val="0F469B"/>
                </a:solidFill>
                <a:latin typeface="+mj-lt"/>
                <a:cs typeface="Calibri"/>
              </a:rPr>
              <a:t>information</a:t>
            </a:r>
            <a:r>
              <a:rPr sz="1800" spc="20" dirty="0">
                <a:solidFill>
                  <a:srgbClr val="0F469B"/>
                </a:solidFill>
                <a:latin typeface="+mj-lt"/>
                <a:cs typeface="Calibri"/>
              </a:rPr>
              <a:t> </a:t>
            </a:r>
            <a:r>
              <a:rPr sz="1800" spc="-5" dirty="0">
                <a:solidFill>
                  <a:srgbClr val="0F469B"/>
                </a:solidFill>
                <a:latin typeface="+mj-lt"/>
                <a:cs typeface="Calibri"/>
              </a:rPr>
              <a:t>based</a:t>
            </a:r>
            <a:r>
              <a:rPr sz="1800" spc="10" dirty="0">
                <a:solidFill>
                  <a:srgbClr val="0F469B"/>
                </a:solidFill>
                <a:latin typeface="+mj-lt"/>
                <a:cs typeface="Calibri"/>
              </a:rPr>
              <a:t> </a:t>
            </a:r>
            <a:r>
              <a:rPr sz="1800" spc="-5" dirty="0">
                <a:solidFill>
                  <a:srgbClr val="0F469B"/>
                </a:solidFill>
                <a:latin typeface="+mj-lt"/>
                <a:cs typeface="Calibri"/>
              </a:rPr>
              <a:t>on</a:t>
            </a:r>
            <a:r>
              <a:rPr sz="1800" spc="20" dirty="0">
                <a:solidFill>
                  <a:srgbClr val="0F469B"/>
                </a:solidFill>
                <a:latin typeface="+mj-lt"/>
                <a:cs typeface="Calibri"/>
              </a:rPr>
              <a:t> </a:t>
            </a:r>
            <a:r>
              <a:rPr sz="1800" dirty="0">
                <a:solidFill>
                  <a:srgbClr val="0F469B"/>
                </a:solidFill>
                <a:latin typeface="+mj-lt"/>
                <a:cs typeface="Calibri"/>
              </a:rPr>
              <a:t>the</a:t>
            </a:r>
            <a:r>
              <a:rPr sz="1800" spc="10" dirty="0">
                <a:solidFill>
                  <a:srgbClr val="0F469B"/>
                </a:solidFill>
                <a:latin typeface="+mj-lt"/>
                <a:cs typeface="Calibri"/>
              </a:rPr>
              <a:t> </a:t>
            </a:r>
            <a:r>
              <a:rPr sz="1800" spc="-15" dirty="0">
                <a:solidFill>
                  <a:srgbClr val="0F469B"/>
                </a:solidFill>
                <a:latin typeface="+mj-lt"/>
                <a:cs typeface="Calibri"/>
              </a:rPr>
              <a:t>reference</a:t>
            </a:r>
            <a:r>
              <a:rPr sz="1800" spc="25" dirty="0">
                <a:solidFill>
                  <a:srgbClr val="0F469B"/>
                </a:solidFill>
                <a:latin typeface="+mj-lt"/>
                <a:cs typeface="Calibri"/>
              </a:rPr>
              <a:t> </a:t>
            </a:r>
            <a:r>
              <a:rPr sz="1800" spc="-15" dirty="0">
                <a:solidFill>
                  <a:srgbClr val="0F469B"/>
                </a:solidFill>
                <a:latin typeface="+mj-lt"/>
                <a:cs typeface="Calibri"/>
              </a:rPr>
              <a:t>data</a:t>
            </a:r>
            <a:r>
              <a:rPr sz="1800" dirty="0">
                <a:solidFill>
                  <a:srgbClr val="0F469B"/>
                </a:solidFill>
                <a:latin typeface="+mj-lt"/>
                <a:cs typeface="Calibri"/>
              </a:rPr>
              <a:t> </a:t>
            </a:r>
            <a:r>
              <a:rPr sz="1800" spc="-10" dirty="0">
                <a:solidFill>
                  <a:srgbClr val="0F469B"/>
                </a:solidFill>
                <a:latin typeface="+mj-lt"/>
                <a:cs typeface="Calibri"/>
              </a:rPr>
              <a:t>available</a:t>
            </a:r>
            <a:r>
              <a:rPr sz="1800" spc="20" dirty="0">
                <a:solidFill>
                  <a:srgbClr val="0F469B"/>
                </a:solidFill>
                <a:latin typeface="+mj-lt"/>
                <a:cs typeface="Calibri"/>
              </a:rPr>
              <a:t> </a:t>
            </a:r>
            <a:r>
              <a:rPr sz="1800" spc="-5" dirty="0">
                <a:solidFill>
                  <a:srgbClr val="0F469B"/>
                </a:solidFill>
                <a:latin typeface="+mj-lt"/>
                <a:cs typeface="Calibri"/>
              </a:rPr>
              <a:t>in</a:t>
            </a:r>
            <a:r>
              <a:rPr sz="1800" spc="20" dirty="0">
                <a:solidFill>
                  <a:srgbClr val="0F469B"/>
                </a:solidFill>
                <a:latin typeface="+mj-lt"/>
                <a:cs typeface="Calibri"/>
              </a:rPr>
              <a:t> </a:t>
            </a:r>
            <a:r>
              <a:rPr sz="1800" spc="-10" dirty="0">
                <a:solidFill>
                  <a:srgbClr val="0F469B"/>
                </a:solidFill>
                <a:latin typeface="+mj-lt"/>
                <a:cs typeface="Calibri"/>
              </a:rPr>
              <a:t>source</a:t>
            </a:r>
            <a:r>
              <a:rPr sz="1800" spc="5"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10" dirty="0">
                <a:solidFill>
                  <a:srgbClr val="0F469B"/>
                </a:solidFill>
                <a:latin typeface="+mj-lt"/>
                <a:cs typeface="Calibri"/>
              </a:rPr>
              <a:t>populate</a:t>
            </a:r>
            <a:r>
              <a:rPr sz="1800" spc="25" dirty="0">
                <a:solidFill>
                  <a:srgbClr val="0F469B"/>
                </a:solidFill>
                <a:latin typeface="+mj-lt"/>
                <a:cs typeface="Calibri"/>
              </a:rPr>
              <a:t> </a:t>
            </a:r>
            <a:r>
              <a:rPr sz="1800" dirty="0">
                <a:solidFill>
                  <a:srgbClr val="0F469B"/>
                </a:solidFill>
                <a:latin typeface="+mj-lt"/>
                <a:cs typeface="Calibri"/>
              </a:rPr>
              <a:t>the </a:t>
            </a:r>
            <a:r>
              <a:rPr sz="1800" spc="-395" dirty="0">
                <a:solidFill>
                  <a:srgbClr val="0F469B"/>
                </a:solidFill>
                <a:latin typeface="+mj-lt"/>
                <a:cs typeface="Calibri"/>
              </a:rPr>
              <a:t> </a:t>
            </a:r>
            <a:r>
              <a:rPr sz="1800" spc="-10" dirty="0">
                <a:solidFill>
                  <a:srgbClr val="0F469B"/>
                </a:solidFill>
                <a:latin typeface="+mj-lt"/>
                <a:cs typeface="Calibri"/>
              </a:rPr>
              <a:t>property</a:t>
            </a:r>
            <a:r>
              <a:rPr sz="1800" spc="-5" dirty="0">
                <a:solidFill>
                  <a:srgbClr val="0F469B"/>
                </a:solidFill>
                <a:latin typeface="+mj-lt"/>
                <a:cs typeface="Calibri"/>
              </a:rPr>
              <a:t> values</a:t>
            </a:r>
            <a:r>
              <a:rPr sz="1800" spc="5" dirty="0">
                <a:solidFill>
                  <a:srgbClr val="0F469B"/>
                </a:solidFill>
                <a:latin typeface="+mj-lt"/>
                <a:cs typeface="Calibri"/>
              </a:rPr>
              <a:t> </a:t>
            </a:r>
            <a:r>
              <a:rPr sz="1800" spc="-5" dirty="0">
                <a:solidFill>
                  <a:srgbClr val="0F469B"/>
                </a:solidFill>
                <a:latin typeface="+mj-lt"/>
                <a:cs typeface="Calibri"/>
              </a:rPr>
              <a:t>where</a:t>
            </a:r>
            <a:r>
              <a:rPr sz="1800" spc="15" dirty="0">
                <a:solidFill>
                  <a:srgbClr val="0F469B"/>
                </a:solidFill>
                <a:latin typeface="+mj-lt"/>
                <a:cs typeface="Calibri"/>
              </a:rPr>
              <a:t> </a:t>
            </a:r>
            <a:r>
              <a:rPr sz="1800" spc="-5" dirty="0">
                <a:solidFill>
                  <a:srgbClr val="0F469B"/>
                </a:solidFill>
                <a:latin typeface="+mj-lt"/>
                <a:cs typeface="Calibri"/>
              </a:rPr>
              <a:t>applicable</a:t>
            </a:r>
            <a:endParaRPr sz="1800" dirty="0">
              <a:latin typeface="+mj-lt"/>
              <a:cs typeface="Calibri"/>
            </a:endParaRPr>
          </a:p>
          <a:p>
            <a:pPr marL="245745" marR="836294" indent="-233679">
              <a:lnSpc>
                <a:spcPct val="100000"/>
              </a:lnSpc>
              <a:buFont typeface="Arial MT"/>
              <a:buChar char="•"/>
              <a:tabLst>
                <a:tab pos="245745" algn="l"/>
                <a:tab pos="246379" algn="l"/>
              </a:tabLst>
            </a:pPr>
            <a:r>
              <a:rPr sz="1800" spc="-10" dirty="0">
                <a:solidFill>
                  <a:srgbClr val="0F469B"/>
                </a:solidFill>
                <a:latin typeface="+mj-lt"/>
                <a:cs typeface="Calibri"/>
              </a:rPr>
              <a:t>Prepare</a:t>
            </a:r>
            <a:r>
              <a:rPr sz="1800" spc="15"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5" dirty="0">
                <a:solidFill>
                  <a:srgbClr val="0F469B"/>
                </a:solidFill>
                <a:latin typeface="+mj-lt"/>
                <a:cs typeface="Calibri"/>
              </a:rPr>
              <a:t>report</a:t>
            </a:r>
            <a:r>
              <a:rPr sz="1800" spc="5" dirty="0">
                <a:solidFill>
                  <a:srgbClr val="0F469B"/>
                </a:solidFill>
                <a:latin typeface="+mj-lt"/>
                <a:cs typeface="Calibri"/>
              </a:rPr>
              <a:t> </a:t>
            </a:r>
            <a:r>
              <a:rPr sz="1800" spc="-5" dirty="0">
                <a:solidFill>
                  <a:srgbClr val="0F469B"/>
                </a:solidFill>
                <a:latin typeface="+mj-lt"/>
                <a:cs typeface="Calibri"/>
              </a:rPr>
              <a:t>on</a:t>
            </a:r>
            <a:r>
              <a:rPr sz="1800" spc="10"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5" dirty="0">
                <a:solidFill>
                  <a:srgbClr val="0F469B"/>
                </a:solidFill>
                <a:latin typeface="+mj-lt"/>
                <a:cs typeface="Calibri"/>
              </a:rPr>
              <a:t>missing</a:t>
            </a:r>
            <a:r>
              <a:rPr sz="1800" spc="5" dirty="0">
                <a:solidFill>
                  <a:srgbClr val="0F469B"/>
                </a:solidFill>
                <a:latin typeface="+mj-lt"/>
                <a:cs typeface="Calibri"/>
              </a:rPr>
              <a:t> </a:t>
            </a:r>
            <a:r>
              <a:rPr sz="1800" spc="-5" dirty="0">
                <a:solidFill>
                  <a:srgbClr val="0F469B"/>
                </a:solidFill>
                <a:latin typeface="+mj-lt"/>
                <a:cs typeface="Calibri"/>
              </a:rPr>
              <a:t>mandatory</a:t>
            </a:r>
            <a:r>
              <a:rPr sz="1800" spc="-10" dirty="0">
                <a:solidFill>
                  <a:srgbClr val="0F469B"/>
                </a:solidFill>
                <a:latin typeface="+mj-lt"/>
                <a:cs typeface="Calibri"/>
              </a:rPr>
              <a:t> information</a:t>
            </a:r>
            <a:r>
              <a:rPr sz="1800" spc="15"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5" dirty="0">
                <a:solidFill>
                  <a:srgbClr val="0F469B"/>
                </a:solidFill>
                <a:latin typeface="+mj-lt"/>
                <a:cs typeface="Calibri"/>
              </a:rPr>
              <a:t>suggest/implement</a:t>
            </a:r>
            <a:r>
              <a:rPr sz="1800" spc="1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best</a:t>
            </a:r>
            <a:r>
              <a:rPr sz="1800" dirty="0">
                <a:solidFill>
                  <a:srgbClr val="0F469B"/>
                </a:solidFill>
                <a:latin typeface="+mj-lt"/>
                <a:cs typeface="Calibri"/>
              </a:rPr>
              <a:t> </a:t>
            </a:r>
            <a:r>
              <a:rPr sz="1800" spc="-5" dirty="0">
                <a:solidFill>
                  <a:srgbClr val="0F469B"/>
                </a:solidFill>
                <a:latin typeface="+mj-lt"/>
                <a:cs typeface="Calibri"/>
              </a:rPr>
              <a:t>industry</a:t>
            </a:r>
            <a:r>
              <a:rPr sz="1800" spc="10" dirty="0">
                <a:solidFill>
                  <a:srgbClr val="0F469B"/>
                </a:solidFill>
                <a:latin typeface="+mj-lt"/>
                <a:cs typeface="Calibri"/>
              </a:rPr>
              <a:t> </a:t>
            </a:r>
            <a:r>
              <a:rPr sz="1800" spc="-10" dirty="0">
                <a:solidFill>
                  <a:srgbClr val="0F469B"/>
                </a:solidFill>
                <a:latin typeface="+mj-lt"/>
                <a:cs typeface="Calibri"/>
              </a:rPr>
              <a:t>practices</a:t>
            </a:r>
            <a:r>
              <a:rPr sz="1800" spc="20" dirty="0">
                <a:solidFill>
                  <a:srgbClr val="0F469B"/>
                </a:solidFill>
                <a:latin typeface="+mj-lt"/>
                <a:cs typeface="Calibri"/>
              </a:rPr>
              <a:t> </a:t>
            </a:r>
            <a:r>
              <a:rPr sz="1800" spc="-10" dirty="0">
                <a:solidFill>
                  <a:srgbClr val="0F469B"/>
                </a:solidFill>
                <a:latin typeface="+mj-lt"/>
                <a:cs typeface="Calibri"/>
              </a:rPr>
              <a:t>to </a:t>
            </a:r>
            <a:r>
              <a:rPr sz="1800" spc="-395" dirty="0">
                <a:solidFill>
                  <a:srgbClr val="0F469B"/>
                </a:solidFill>
                <a:latin typeface="+mj-lt"/>
                <a:cs typeface="Calibri"/>
              </a:rPr>
              <a:t> </a:t>
            </a:r>
            <a:r>
              <a:rPr sz="1800" spc="-5" dirty="0">
                <a:solidFill>
                  <a:srgbClr val="0F469B"/>
                </a:solidFill>
                <a:latin typeface="+mj-lt"/>
                <a:cs typeface="Calibri"/>
              </a:rPr>
              <a:t>enhance/enrich</a:t>
            </a:r>
            <a:r>
              <a:rPr sz="1800" spc="30" dirty="0">
                <a:solidFill>
                  <a:srgbClr val="0F469B"/>
                </a:solidFill>
                <a:latin typeface="+mj-lt"/>
                <a:cs typeface="Calibri"/>
              </a:rPr>
              <a:t> </a:t>
            </a:r>
            <a:r>
              <a:rPr sz="1800" dirty="0">
                <a:solidFill>
                  <a:srgbClr val="0F469B"/>
                </a:solidFill>
                <a:latin typeface="+mj-lt"/>
                <a:cs typeface="Calibri"/>
              </a:rPr>
              <a:t>the</a:t>
            </a:r>
            <a:r>
              <a:rPr sz="1800" spc="10" dirty="0">
                <a:solidFill>
                  <a:srgbClr val="0F469B"/>
                </a:solidFill>
                <a:latin typeface="+mj-lt"/>
                <a:cs typeface="Calibri"/>
              </a:rPr>
              <a:t> </a:t>
            </a:r>
            <a:r>
              <a:rPr sz="1800" spc="-15" dirty="0">
                <a:solidFill>
                  <a:srgbClr val="0F469B"/>
                </a:solidFill>
                <a:latin typeface="+mj-lt"/>
                <a:cs typeface="Calibri"/>
              </a:rPr>
              <a:t>data</a:t>
            </a:r>
            <a:endParaRPr sz="1800" dirty="0">
              <a:latin typeface="+mj-lt"/>
              <a:cs typeface="Calibri"/>
            </a:endParaRPr>
          </a:p>
          <a:p>
            <a:pPr marL="245745" indent="-233679">
              <a:lnSpc>
                <a:spcPct val="100000"/>
              </a:lnSpc>
              <a:buFont typeface="Arial MT"/>
              <a:buChar char="•"/>
              <a:tabLst>
                <a:tab pos="245745" algn="l"/>
                <a:tab pos="246379" algn="l"/>
              </a:tabLst>
            </a:pPr>
            <a:r>
              <a:rPr sz="1800" spc="-5" dirty="0">
                <a:solidFill>
                  <a:srgbClr val="0F469B"/>
                </a:solidFill>
                <a:latin typeface="+mj-lt"/>
                <a:cs typeface="Calibri"/>
              </a:rPr>
              <a:t>Identify</a:t>
            </a:r>
            <a:r>
              <a:rPr sz="1800" spc="-1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spc="-5" dirty="0">
                <a:solidFill>
                  <a:srgbClr val="0F469B"/>
                </a:solidFill>
                <a:latin typeface="+mj-lt"/>
                <a:cs typeface="Calibri"/>
              </a:rPr>
              <a:t>where</a:t>
            </a:r>
            <a:r>
              <a:rPr sz="1800" spc="15" dirty="0">
                <a:solidFill>
                  <a:srgbClr val="0F469B"/>
                </a:solidFill>
                <a:latin typeface="+mj-lt"/>
                <a:cs typeface="Calibri"/>
              </a:rPr>
              <a:t> </a:t>
            </a:r>
            <a:r>
              <a:rPr sz="1800" spc="-5" dirty="0">
                <a:solidFill>
                  <a:srgbClr val="0F469B"/>
                </a:solidFill>
                <a:latin typeface="+mj-lt"/>
                <a:cs typeface="Calibri"/>
              </a:rPr>
              <a:t>there</a:t>
            </a:r>
            <a:r>
              <a:rPr sz="1800" spc="20" dirty="0">
                <a:solidFill>
                  <a:srgbClr val="0F469B"/>
                </a:solidFill>
                <a:latin typeface="+mj-lt"/>
                <a:cs typeface="Calibri"/>
              </a:rPr>
              <a:t> </a:t>
            </a:r>
            <a:r>
              <a:rPr sz="1800" spc="-5" dirty="0">
                <a:solidFill>
                  <a:srgbClr val="0F469B"/>
                </a:solidFill>
                <a:latin typeface="+mj-lt"/>
                <a:cs typeface="Calibri"/>
              </a:rPr>
              <a:t>is</a:t>
            </a:r>
            <a:r>
              <a:rPr sz="1800" spc="5" dirty="0">
                <a:solidFill>
                  <a:srgbClr val="0F469B"/>
                </a:solidFill>
                <a:latin typeface="+mj-lt"/>
                <a:cs typeface="Calibri"/>
              </a:rPr>
              <a:t> </a:t>
            </a:r>
            <a:r>
              <a:rPr sz="1800" spc="-10" dirty="0">
                <a:solidFill>
                  <a:srgbClr val="0F469B"/>
                </a:solidFill>
                <a:latin typeface="+mj-lt"/>
                <a:cs typeface="Calibri"/>
              </a:rPr>
              <a:t>conflicting</a:t>
            </a:r>
            <a:r>
              <a:rPr sz="1800" spc="30" dirty="0">
                <a:solidFill>
                  <a:srgbClr val="0F469B"/>
                </a:solidFill>
                <a:latin typeface="+mj-lt"/>
                <a:cs typeface="Calibri"/>
              </a:rPr>
              <a:t> </a:t>
            </a:r>
            <a:r>
              <a:rPr sz="1800" spc="-10" dirty="0">
                <a:solidFill>
                  <a:srgbClr val="0F469B"/>
                </a:solidFill>
                <a:latin typeface="+mj-lt"/>
                <a:cs typeface="Calibri"/>
              </a:rPr>
              <a:t>information</a:t>
            </a:r>
            <a:r>
              <a:rPr sz="1800" spc="20" dirty="0">
                <a:solidFill>
                  <a:srgbClr val="0F469B"/>
                </a:solidFill>
                <a:latin typeface="+mj-lt"/>
                <a:cs typeface="Calibri"/>
              </a:rPr>
              <a:t> </a:t>
            </a:r>
            <a:r>
              <a:rPr sz="1800" spc="-5" dirty="0">
                <a:solidFill>
                  <a:srgbClr val="0F469B"/>
                </a:solidFill>
                <a:latin typeface="+mj-lt"/>
                <a:cs typeface="Calibri"/>
              </a:rPr>
              <a:t>while</a:t>
            </a:r>
            <a:r>
              <a:rPr sz="1800" spc="30" dirty="0">
                <a:solidFill>
                  <a:srgbClr val="0F469B"/>
                </a:solidFill>
                <a:latin typeface="+mj-lt"/>
                <a:cs typeface="Calibri"/>
              </a:rPr>
              <a:t> </a:t>
            </a:r>
            <a:r>
              <a:rPr sz="1800" spc="-15" dirty="0">
                <a:solidFill>
                  <a:srgbClr val="0F469B"/>
                </a:solidFill>
                <a:latin typeface="+mj-lt"/>
                <a:cs typeface="Calibri"/>
              </a:rPr>
              <a:t>data</a:t>
            </a:r>
            <a:r>
              <a:rPr sz="1800" spc="5" dirty="0">
                <a:solidFill>
                  <a:srgbClr val="0F469B"/>
                </a:solidFill>
                <a:latin typeface="+mj-lt"/>
                <a:cs typeface="Calibri"/>
              </a:rPr>
              <a:t> </a:t>
            </a:r>
            <a:r>
              <a:rPr sz="1800" spc="-5" dirty="0">
                <a:solidFill>
                  <a:srgbClr val="0F469B"/>
                </a:solidFill>
                <a:latin typeface="+mj-lt"/>
                <a:cs typeface="Calibri"/>
              </a:rPr>
              <a:t>cleansing</a:t>
            </a:r>
            <a:r>
              <a:rPr sz="1800" spc="20"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5" dirty="0">
                <a:solidFill>
                  <a:srgbClr val="0F469B"/>
                </a:solidFill>
                <a:latin typeface="+mj-lt"/>
                <a:cs typeface="Calibri"/>
              </a:rPr>
              <a:t>discuss</a:t>
            </a:r>
            <a:r>
              <a:rPr sz="1800" dirty="0">
                <a:solidFill>
                  <a:srgbClr val="0F469B"/>
                </a:solidFill>
                <a:latin typeface="+mj-lt"/>
                <a:cs typeface="Calibri"/>
              </a:rPr>
              <a:t> </a:t>
            </a:r>
            <a:r>
              <a:rPr sz="1800" spc="-5" dirty="0">
                <a:solidFill>
                  <a:srgbClr val="0F469B"/>
                </a:solidFill>
                <a:latin typeface="+mj-lt"/>
                <a:cs typeface="Calibri"/>
              </a:rPr>
              <a:t>with</a:t>
            </a:r>
            <a:r>
              <a:rPr sz="1800" spc="25" dirty="0">
                <a:solidFill>
                  <a:srgbClr val="0F469B"/>
                </a:solidFill>
                <a:latin typeface="+mj-lt"/>
                <a:cs typeface="Calibri"/>
              </a:rPr>
              <a:t> </a:t>
            </a:r>
            <a:r>
              <a:rPr sz="1800" dirty="0">
                <a:solidFill>
                  <a:srgbClr val="0F469B"/>
                </a:solidFill>
                <a:latin typeface="+mj-lt"/>
                <a:cs typeface="Calibri"/>
              </a:rPr>
              <a:t>the</a:t>
            </a:r>
            <a:r>
              <a:rPr sz="1800" spc="5" dirty="0">
                <a:solidFill>
                  <a:srgbClr val="0F469B"/>
                </a:solidFill>
                <a:latin typeface="+mj-lt"/>
                <a:cs typeface="Calibri"/>
              </a:rPr>
              <a:t> </a:t>
            </a:r>
            <a:r>
              <a:rPr sz="1800" spc="-25" dirty="0">
                <a:solidFill>
                  <a:srgbClr val="0F469B"/>
                </a:solidFill>
                <a:latin typeface="+mj-lt"/>
                <a:cs typeface="Calibri"/>
              </a:rPr>
              <a:t>key</a:t>
            </a:r>
            <a:r>
              <a:rPr sz="1800" spc="10" dirty="0">
                <a:solidFill>
                  <a:srgbClr val="0F469B"/>
                </a:solidFill>
                <a:latin typeface="+mj-lt"/>
                <a:cs typeface="Calibri"/>
              </a:rPr>
              <a:t> </a:t>
            </a:r>
            <a:r>
              <a:rPr sz="1800" spc="-25" dirty="0">
                <a:solidFill>
                  <a:srgbClr val="0F469B"/>
                </a:solidFill>
                <a:latin typeface="+mj-lt"/>
                <a:cs typeface="Calibri"/>
              </a:rPr>
              <a:t>stake</a:t>
            </a:r>
            <a:r>
              <a:rPr sz="1800" spc="5" dirty="0">
                <a:solidFill>
                  <a:srgbClr val="0F469B"/>
                </a:solidFill>
                <a:latin typeface="+mj-lt"/>
                <a:cs typeface="Calibri"/>
              </a:rPr>
              <a:t> </a:t>
            </a:r>
            <a:r>
              <a:rPr sz="1800" spc="-10" dirty="0">
                <a:solidFill>
                  <a:srgbClr val="0F469B"/>
                </a:solidFill>
                <a:latin typeface="+mj-lt"/>
                <a:cs typeface="Calibri"/>
              </a:rPr>
              <a:t>holders</a:t>
            </a:r>
            <a:r>
              <a:rPr sz="1800" spc="15" dirty="0">
                <a:solidFill>
                  <a:srgbClr val="0F469B"/>
                </a:solidFill>
                <a:latin typeface="+mj-lt"/>
                <a:cs typeface="Calibri"/>
              </a:rPr>
              <a:t> </a:t>
            </a:r>
            <a:r>
              <a:rPr sz="1800" spc="-15" dirty="0">
                <a:solidFill>
                  <a:srgbClr val="0F469B"/>
                </a:solidFill>
                <a:latin typeface="+mj-lt"/>
                <a:cs typeface="Calibri"/>
              </a:rPr>
              <a:t>from</a:t>
            </a:r>
            <a:endParaRPr sz="1800" dirty="0">
              <a:latin typeface="+mj-lt"/>
              <a:cs typeface="Calibri"/>
            </a:endParaRPr>
          </a:p>
          <a:p>
            <a:pPr marL="245745">
              <a:lnSpc>
                <a:spcPct val="100000"/>
              </a:lnSpc>
              <a:spcBef>
                <a:spcPts val="5"/>
              </a:spcBef>
            </a:pPr>
            <a:r>
              <a:rPr lang="en-IN" sz="1800" spc="-10" dirty="0">
                <a:solidFill>
                  <a:srgbClr val="0F469B"/>
                </a:solidFill>
                <a:latin typeface="+mj-lt"/>
                <a:cs typeface="Calibri"/>
              </a:rPr>
              <a:t>Shree Cement</a:t>
            </a:r>
          </a:p>
          <a:p>
            <a:pPr marL="245745" indent="-233679">
              <a:lnSpc>
                <a:spcPct val="100000"/>
              </a:lnSpc>
              <a:spcBef>
                <a:spcPts val="105"/>
              </a:spcBef>
              <a:buFont typeface="Arial MT"/>
              <a:buChar char="•"/>
              <a:tabLst>
                <a:tab pos="245745" algn="l"/>
                <a:tab pos="246379" algn="l"/>
              </a:tabLst>
            </a:pPr>
            <a:r>
              <a:rPr lang="en-US" spc="-10" dirty="0">
                <a:solidFill>
                  <a:srgbClr val="0F469B"/>
                </a:solidFill>
                <a:latin typeface="+mj-lt"/>
                <a:cs typeface="Calibri"/>
              </a:rPr>
              <a:t>Customize the Short &amp; Long descriptions algorithm within the tool as per S/4 HANA&gt;</a:t>
            </a:r>
          </a:p>
          <a:p>
            <a:pPr marL="245745" indent="-233679">
              <a:lnSpc>
                <a:spcPct val="100000"/>
              </a:lnSpc>
              <a:buFont typeface="Arial MT"/>
              <a:buChar char="•"/>
              <a:tabLst>
                <a:tab pos="245745" algn="l"/>
                <a:tab pos="246379" algn="l"/>
              </a:tabLst>
            </a:pPr>
            <a:r>
              <a:rPr lang="en-US" spc="-10" dirty="0">
                <a:solidFill>
                  <a:srgbClr val="0F469B"/>
                </a:solidFill>
                <a:latin typeface="+mj-lt"/>
                <a:cs typeface="Calibri"/>
              </a:rPr>
              <a:t>Generate short &amp; long description (PO text) after cataloguing each record</a:t>
            </a:r>
          </a:p>
          <a:p>
            <a:pPr marL="245745" indent="-233679">
              <a:lnSpc>
                <a:spcPct val="100000"/>
              </a:lnSpc>
              <a:buFont typeface="Arial MT"/>
              <a:buChar char="•"/>
              <a:tabLst>
                <a:tab pos="245745" algn="l"/>
                <a:tab pos="246379" algn="l"/>
              </a:tabLst>
            </a:pPr>
            <a:r>
              <a:rPr lang="en-US" spc="-10" dirty="0">
                <a:solidFill>
                  <a:srgbClr val="0F469B"/>
                </a:solidFill>
                <a:latin typeface="+mj-lt"/>
                <a:cs typeface="Calibri"/>
              </a:rPr>
              <a:t>Identification of potential duplicates</a:t>
            </a:r>
          </a:p>
          <a:p>
            <a:pPr marL="245745">
              <a:lnSpc>
                <a:spcPct val="100000"/>
              </a:lnSpc>
              <a:spcBef>
                <a:spcPts val="5"/>
              </a:spcBef>
            </a:pPr>
            <a:endParaRPr sz="1800" dirty="0">
              <a:latin typeface="+mj-lt"/>
              <a:cs typeface="Calibri"/>
            </a:endParaRPr>
          </a:p>
        </p:txBody>
      </p:sp>
    </p:spTree>
    <p:extLst>
      <p:ext uri="{BB962C8B-B14F-4D97-AF65-F5344CB8AC3E}">
        <p14:creationId xmlns:p14="http://schemas.microsoft.com/office/powerpoint/2010/main" val="31539046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43026"/>
            <a:ext cx="6660185" cy="376555"/>
          </a:xfrm>
          <a:prstGeom prst="rect">
            <a:avLst/>
          </a:prstGeom>
        </p:spPr>
        <p:txBody>
          <a:bodyPr vert="horz" wrap="square" lIns="0" tIns="12700" rIns="0" bIns="0" rtlCol="0">
            <a:spAutoFit/>
          </a:bodyPr>
          <a:lstStyle/>
          <a:p>
            <a:pPr marL="12700">
              <a:lnSpc>
                <a:spcPct val="100000"/>
              </a:lnSpc>
              <a:spcBef>
                <a:spcPts val="100"/>
              </a:spcBef>
            </a:pPr>
            <a:r>
              <a:rPr lang="en-US" sz="2300" spc="-180" dirty="0">
                <a:solidFill>
                  <a:srgbClr val="0F469B"/>
                </a:solidFill>
                <a:latin typeface="+mj-lt"/>
              </a:rPr>
              <a:t>K</a:t>
            </a:r>
            <a:r>
              <a:rPr lang="en-US" sz="2300" spc="-165" dirty="0">
                <a:solidFill>
                  <a:srgbClr val="0F469B"/>
                </a:solidFill>
                <a:latin typeface="+mj-lt"/>
              </a:rPr>
              <a:t>e</a:t>
            </a:r>
            <a:r>
              <a:rPr lang="en-US" sz="2300" dirty="0">
                <a:solidFill>
                  <a:srgbClr val="0F469B"/>
                </a:solidFill>
                <a:latin typeface="+mj-lt"/>
              </a:rPr>
              <a:t>y</a:t>
            </a:r>
            <a:r>
              <a:rPr lang="en-US" sz="2300" spc="-295" dirty="0">
                <a:solidFill>
                  <a:srgbClr val="0F469B"/>
                </a:solidFill>
                <a:latin typeface="+mj-lt"/>
              </a:rPr>
              <a:t> </a:t>
            </a:r>
            <a:r>
              <a:rPr lang="en-US" sz="2300" spc="-145" dirty="0">
                <a:solidFill>
                  <a:srgbClr val="0F469B"/>
                </a:solidFill>
                <a:latin typeface="+mj-lt"/>
              </a:rPr>
              <a:t>D</a:t>
            </a:r>
            <a:r>
              <a:rPr lang="en-US" sz="2300" spc="-140" dirty="0">
                <a:solidFill>
                  <a:srgbClr val="0F469B"/>
                </a:solidFill>
                <a:latin typeface="+mj-lt"/>
              </a:rPr>
              <a:t>e</a:t>
            </a:r>
            <a:r>
              <a:rPr lang="en-US" sz="2300" spc="-150" dirty="0">
                <a:solidFill>
                  <a:srgbClr val="0F469B"/>
                </a:solidFill>
                <a:latin typeface="+mj-lt"/>
              </a:rPr>
              <a:t>li</a:t>
            </a:r>
            <a:r>
              <a:rPr lang="en-US" sz="2300" spc="-170" dirty="0">
                <a:solidFill>
                  <a:srgbClr val="0F469B"/>
                </a:solidFill>
                <a:latin typeface="+mj-lt"/>
              </a:rPr>
              <a:t>v</a:t>
            </a:r>
            <a:r>
              <a:rPr lang="en-US" sz="2300" spc="-140" dirty="0">
                <a:solidFill>
                  <a:srgbClr val="0F469B"/>
                </a:solidFill>
                <a:latin typeface="+mj-lt"/>
              </a:rPr>
              <a:t>e</a:t>
            </a:r>
            <a:r>
              <a:rPr lang="en-US" sz="2300" spc="-195" dirty="0">
                <a:solidFill>
                  <a:srgbClr val="0F469B"/>
                </a:solidFill>
                <a:latin typeface="+mj-lt"/>
              </a:rPr>
              <a:t>r</a:t>
            </a:r>
            <a:r>
              <a:rPr lang="en-US" sz="2300" spc="-145" dirty="0">
                <a:solidFill>
                  <a:srgbClr val="0F469B"/>
                </a:solidFill>
                <a:latin typeface="+mj-lt"/>
              </a:rPr>
              <a:t>ab</a:t>
            </a:r>
            <a:r>
              <a:rPr lang="en-US" sz="2300" spc="-150" dirty="0">
                <a:solidFill>
                  <a:srgbClr val="0F469B"/>
                </a:solidFill>
                <a:latin typeface="+mj-lt"/>
              </a:rPr>
              <a:t>l</a:t>
            </a:r>
            <a:r>
              <a:rPr lang="en-US" sz="2300" spc="-140" dirty="0">
                <a:solidFill>
                  <a:srgbClr val="0F469B"/>
                </a:solidFill>
                <a:latin typeface="+mj-lt"/>
              </a:rPr>
              <a:t>e</a:t>
            </a:r>
            <a:r>
              <a:rPr lang="en-US" sz="2300" dirty="0">
                <a:solidFill>
                  <a:srgbClr val="0F469B"/>
                </a:solidFill>
                <a:latin typeface="+mj-lt"/>
              </a:rPr>
              <a:t>s</a:t>
            </a:r>
            <a:r>
              <a:rPr lang="en-US" sz="2300" spc="-315" dirty="0">
                <a:solidFill>
                  <a:srgbClr val="0F469B"/>
                </a:solidFill>
                <a:latin typeface="+mj-lt"/>
              </a:rPr>
              <a:t> </a:t>
            </a:r>
            <a:r>
              <a:rPr lang="en-US" sz="2300" spc="-160" dirty="0">
                <a:solidFill>
                  <a:srgbClr val="0F469B"/>
                </a:solidFill>
                <a:latin typeface="+mj-lt"/>
              </a:rPr>
              <a:t>b</a:t>
            </a:r>
            <a:r>
              <a:rPr lang="en-US" sz="2300" dirty="0">
                <a:solidFill>
                  <a:srgbClr val="0F469B"/>
                </a:solidFill>
                <a:latin typeface="+mj-lt"/>
              </a:rPr>
              <a:t>y</a:t>
            </a:r>
            <a:r>
              <a:rPr lang="en-US" sz="2300" spc="-280" dirty="0">
                <a:solidFill>
                  <a:srgbClr val="0F469B"/>
                </a:solidFill>
                <a:latin typeface="+mj-lt"/>
              </a:rPr>
              <a:t> </a:t>
            </a:r>
            <a:r>
              <a:rPr lang="en-US" sz="2300" spc="-150" dirty="0">
                <a:solidFill>
                  <a:srgbClr val="0F469B"/>
                </a:solidFill>
                <a:latin typeface="+mj-lt"/>
              </a:rPr>
              <a:t>PiLo</a:t>
            </a:r>
            <a:r>
              <a:rPr lang="en-US" sz="2300" dirty="0">
                <a:solidFill>
                  <a:srgbClr val="0F469B"/>
                </a:solidFill>
                <a:latin typeface="+mj-lt"/>
              </a:rPr>
              <a:t>g (Material Master)</a:t>
            </a:r>
            <a:endParaRPr sz="2300" dirty="0">
              <a:latin typeface="+mj-lt"/>
            </a:endParaRPr>
          </a:p>
        </p:txBody>
      </p:sp>
      <p:sp>
        <p:nvSpPr>
          <p:cNvPr id="4" name="object 4"/>
          <p:cNvSpPr txBox="1"/>
          <p:nvPr/>
        </p:nvSpPr>
        <p:spPr>
          <a:xfrm>
            <a:off x="320751" y="6613194"/>
            <a:ext cx="518795" cy="254000"/>
          </a:xfrm>
          <a:prstGeom prst="rect">
            <a:avLst/>
          </a:prstGeom>
        </p:spPr>
        <p:txBody>
          <a:bodyPr vert="horz" wrap="square" lIns="0" tIns="0" rIns="0" bIns="0" rtlCol="0">
            <a:spAutoFit/>
          </a:bodyPr>
          <a:lstStyle/>
          <a:p>
            <a:pPr marL="12700">
              <a:lnSpc>
                <a:spcPts val="1810"/>
              </a:lnSpc>
            </a:pPr>
            <a:r>
              <a:rPr sz="1800" spc="-10" dirty="0">
                <a:solidFill>
                  <a:srgbClr val="FFFFFF"/>
                </a:solidFill>
                <a:latin typeface="Calibri"/>
                <a:cs typeface="Calibri"/>
              </a:rPr>
              <a:t>P</a:t>
            </a:r>
            <a:r>
              <a:rPr sz="1800" spc="-5" dirty="0">
                <a:solidFill>
                  <a:srgbClr val="FFFFFF"/>
                </a:solidFill>
                <a:latin typeface="Calibri"/>
                <a:cs typeface="Calibri"/>
              </a:rPr>
              <a:t>iLog</a:t>
            </a:r>
            <a:endParaRPr sz="18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3" name="object 3"/>
          <p:cNvSpPr txBox="1"/>
          <p:nvPr/>
        </p:nvSpPr>
        <p:spPr>
          <a:xfrm>
            <a:off x="320751" y="1295400"/>
            <a:ext cx="11464925" cy="3337452"/>
          </a:xfrm>
          <a:prstGeom prst="rect">
            <a:avLst/>
          </a:prstGeom>
        </p:spPr>
        <p:txBody>
          <a:bodyPr vert="horz" wrap="square" lIns="0" tIns="13335" rIns="0" bIns="0" rtlCol="0">
            <a:spAutoFit/>
          </a:bodyPr>
          <a:lstStyle/>
          <a:p>
            <a:pPr>
              <a:lnSpc>
                <a:spcPct val="100000"/>
              </a:lnSpc>
              <a:spcBef>
                <a:spcPts val="30"/>
              </a:spcBef>
              <a:buClr>
                <a:srgbClr val="0F469B"/>
              </a:buClr>
              <a:buFont typeface="Arial MT"/>
              <a:buChar char="•"/>
            </a:pPr>
            <a:endParaRPr spc="-10" dirty="0">
              <a:solidFill>
                <a:srgbClr val="0F469B"/>
              </a:solidFill>
              <a:latin typeface="+mj-lt"/>
              <a:cs typeface="Calibri"/>
            </a:endParaRPr>
          </a:p>
          <a:p>
            <a:pPr marL="245745" indent="-233679">
              <a:lnSpc>
                <a:spcPct val="100000"/>
              </a:lnSpc>
              <a:spcBef>
                <a:spcPts val="5"/>
              </a:spcBef>
              <a:buFont typeface="Arial MT"/>
              <a:buChar char="•"/>
              <a:tabLst>
                <a:tab pos="245745" algn="l"/>
                <a:tab pos="246379" algn="l"/>
              </a:tabLst>
            </a:pPr>
            <a:r>
              <a:rPr spc="-10" dirty="0">
                <a:solidFill>
                  <a:srgbClr val="0F469B"/>
                </a:solidFill>
                <a:latin typeface="+mj-lt"/>
                <a:cs typeface="Calibri"/>
              </a:rPr>
              <a:t>Consistency and corrections across UoM</a:t>
            </a:r>
            <a:r>
              <a:rPr lang="en-IN" spc="-10" dirty="0">
                <a:solidFill>
                  <a:srgbClr val="0F469B"/>
                </a:solidFill>
                <a:latin typeface="+mj-lt"/>
                <a:cs typeface="Calibri"/>
              </a:rPr>
              <a:t>.</a:t>
            </a:r>
          </a:p>
          <a:p>
            <a:pPr marL="245745" indent="-233679">
              <a:lnSpc>
                <a:spcPct val="100000"/>
              </a:lnSpc>
              <a:spcBef>
                <a:spcPts val="5"/>
              </a:spcBef>
              <a:buFont typeface="Arial MT"/>
              <a:buChar char="•"/>
              <a:tabLst>
                <a:tab pos="245745" algn="l"/>
                <a:tab pos="246379" algn="l"/>
              </a:tabLst>
            </a:pPr>
            <a:r>
              <a:rPr lang="en-IN" spc="-10" dirty="0">
                <a:solidFill>
                  <a:srgbClr val="0F469B"/>
                </a:solidFill>
                <a:latin typeface="+mj-lt"/>
                <a:cs typeface="Calibri"/>
              </a:rPr>
              <a:t>Assign Material groups &amp; UNSPSC for cleansed descriptions.</a:t>
            </a:r>
            <a:endParaRPr spc="-10" dirty="0">
              <a:solidFill>
                <a:srgbClr val="0F469B"/>
              </a:solidFill>
              <a:latin typeface="+mj-lt"/>
              <a:cs typeface="Calibri"/>
            </a:endParaRPr>
          </a:p>
          <a:p>
            <a:pPr marL="245745" indent="-233679">
              <a:lnSpc>
                <a:spcPct val="100000"/>
              </a:lnSpc>
              <a:buFont typeface="Arial MT"/>
              <a:buChar char="•"/>
              <a:tabLst>
                <a:tab pos="245745" algn="l"/>
                <a:tab pos="246379" algn="l"/>
              </a:tabLst>
            </a:pPr>
            <a:r>
              <a:rPr spc="-10" dirty="0">
                <a:solidFill>
                  <a:srgbClr val="0F469B"/>
                </a:solidFill>
                <a:latin typeface="+mj-lt"/>
                <a:cs typeface="Calibri"/>
              </a:rPr>
              <a:t>Generate the material code or perform codification based on the logic agreeable to </a:t>
            </a:r>
            <a:r>
              <a:rPr lang="en-IN" spc="-10" dirty="0">
                <a:solidFill>
                  <a:srgbClr val="0F469B"/>
                </a:solidFill>
                <a:latin typeface="+mj-lt"/>
                <a:cs typeface="Calibri"/>
              </a:rPr>
              <a:t>Shree Cement.</a:t>
            </a:r>
            <a:endParaRPr spc="-10" dirty="0">
              <a:solidFill>
                <a:srgbClr val="0F469B"/>
              </a:solidFill>
              <a:latin typeface="+mj-lt"/>
              <a:cs typeface="Calibri"/>
            </a:endParaRPr>
          </a:p>
          <a:p>
            <a:pPr marL="245745" indent="-233679">
              <a:lnSpc>
                <a:spcPct val="100000"/>
              </a:lnSpc>
              <a:buFont typeface="Arial MT"/>
              <a:buChar char="•"/>
              <a:tabLst>
                <a:tab pos="245745" algn="l"/>
                <a:tab pos="246379" algn="l"/>
              </a:tabLst>
            </a:pPr>
            <a:r>
              <a:rPr spc="-10" dirty="0">
                <a:solidFill>
                  <a:srgbClr val="0F469B"/>
                </a:solidFill>
                <a:latin typeface="+mj-lt"/>
                <a:cs typeface="Calibri"/>
              </a:rPr>
              <a:t>PiLog will submit a batch of items that need to be reviewed by </a:t>
            </a:r>
            <a:r>
              <a:rPr lang="en-IN" spc="-10" dirty="0">
                <a:solidFill>
                  <a:srgbClr val="0F469B"/>
                </a:solidFill>
                <a:latin typeface="+mj-lt"/>
                <a:cs typeface="Calibri"/>
              </a:rPr>
              <a:t>Shree Cement</a:t>
            </a:r>
            <a:endParaRPr spc="-10" dirty="0">
              <a:solidFill>
                <a:srgbClr val="0F469B"/>
              </a:solidFill>
              <a:latin typeface="+mj-lt"/>
              <a:cs typeface="Calibri"/>
            </a:endParaRPr>
          </a:p>
          <a:p>
            <a:pPr marL="245745" marR="5080" indent="-233679">
              <a:lnSpc>
                <a:spcPct val="100000"/>
              </a:lnSpc>
              <a:buFont typeface="Arial MT"/>
              <a:buChar char="•"/>
              <a:tabLst>
                <a:tab pos="245745" algn="l"/>
                <a:tab pos="246379" algn="l"/>
              </a:tabLst>
            </a:pPr>
            <a:r>
              <a:rPr spc="-10" dirty="0">
                <a:solidFill>
                  <a:srgbClr val="0F469B"/>
                </a:solidFill>
                <a:latin typeface="+mj-lt"/>
                <a:cs typeface="Calibri"/>
              </a:rPr>
              <a:t>Take corrective action on the feedback provided by </a:t>
            </a:r>
            <a:r>
              <a:rPr lang="en-IN" spc="-10" dirty="0">
                <a:solidFill>
                  <a:srgbClr val="0F469B"/>
                </a:solidFill>
                <a:latin typeface="+mj-lt"/>
                <a:cs typeface="Calibri"/>
              </a:rPr>
              <a:t>Shree Cement Ltd </a:t>
            </a:r>
            <a:r>
              <a:rPr spc="-10" dirty="0">
                <a:solidFill>
                  <a:srgbClr val="0F469B"/>
                </a:solidFill>
                <a:latin typeface="+mj-lt"/>
                <a:cs typeface="Calibri"/>
              </a:rPr>
              <a:t>, in case the feedback of </a:t>
            </a:r>
            <a:r>
              <a:rPr lang="en-IN" spc="-10" dirty="0">
                <a:solidFill>
                  <a:srgbClr val="0F469B"/>
                </a:solidFill>
                <a:latin typeface="+mj-lt"/>
                <a:cs typeface="Calibri"/>
              </a:rPr>
              <a:t>Shree Cement Ltd </a:t>
            </a:r>
            <a:r>
              <a:rPr spc="-10" dirty="0">
                <a:solidFill>
                  <a:srgbClr val="0F469B"/>
                </a:solidFill>
                <a:latin typeface="+mj-lt"/>
                <a:cs typeface="Calibri"/>
              </a:rPr>
              <a:t>is not as per the MM data standards, PiLog will advise  best industry practices to business</a:t>
            </a:r>
            <a:endParaRPr lang="en-IN" spc="-10" dirty="0">
              <a:solidFill>
                <a:srgbClr val="0F469B"/>
              </a:solidFill>
              <a:latin typeface="+mj-lt"/>
              <a:cs typeface="Calibri"/>
            </a:endParaRPr>
          </a:p>
          <a:p>
            <a:pPr marL="245745" marR="5080" indent="-233679">
              <a:lnSpc>
                <a:spcPct val="100000"/>
              </a:lnSpc>
              <a:buFont typeface="Arial MT"/>
              <a:buChar char="•"/>
              <a:tabLst>
                <a:tab pos="245745" algn="l"/>
                <a:tab pos="246379" algn="l"/>
              </a:tabLst>
            </a:pPr>
            <a:r>
              <a:rPr lang="en-IN" spc="-10" dirty="0">
                <a:solidFill>
                  <a:srgbClr val="0F469B"/>
                </a:solidFill>
                <a:latin typeface="+mj-lt"/>
                <a:cs typeface="Calibri"/>
              </a:rPr>
              <a:t>PiLog will provide classification data for cleansed material master records in template specified by Client.</a:t>
            </a:r>
            <a:endParaRPr spc="-10" dirty="0">
              <a:solidFill>
                <a:srgbClr val="0F469B"/>
              </a:solidFill>
              <a:latin typeface="+mj-lt"/>
              <a:cs typeface="Calibri"/>
            </a:endParaRPr>
          </a:p>
          <a:p>
            <a:pPr marL="245745" indent="-233679">
              <a:lnSpc>
                <a:spcPct val="100000"/>
              </a:lnSpc>
              <a:buFont typeface="Arial MT"/>
              <a:buChar char="•"/>
              <a:tabLst>
                <a:tab pos="245745" algn="l"/>
                <a:tab pos="246379" algn="l"/>
              </a:tabLst>
            </a:pPr>
            <a:r>
              <a:rPr spc="-10" dirty="0">
                <a:solidFill>
                  <a:srgbClr val="0F469B"/>
                </a:solidFill>
                <a:latin typeface="+mj-lt"/>
                <a:cs typeface="Calibri"/>
              </a:rPr>
              <a:t>Request </a:t>
            </a:r>
            <a:r>
              <a:rPr lang="en-IN" spc="-10" dirty="0">
                <a:solidFill>
                  <a:srgbClr val="0F469B"/>
                </a:solidFill>
                <a:latin typeface="+mj-lt"/>
                <a:cs typeface="Calibri"/>
              </a:rPr>
              <a:t>Shree Cement Ltd </a:t>
            </a:r>
            <a:r>
              <a:rPr spc="-10" dirty="0">
                <a:solidFill>
                  <a:srgbClr val="0F469B"/>
                </a:solidFill>
                <a:latin typeface="+mj-lt"/>
                <a:cs typeface="Calibri"/>
              </a:rPr>
              <a:t>to share the delta records which were created by business during the data cleansing phase</a:t>
            </a:r>
          </a:p>
          <a:p>
            <a:pPr marL="245745" marR="497840" indent="-233679">
              <a:lnSpc>
                <a:spcPct val="100000"/>
              </a:lnSpc>
              <a:buFont typeface="Arial MT"/>
              <a:buChar char="•"/>
              <a:tabLst>
                <a:tab pos="245745" algn="l"/>
                <a:tab pos="246379" algn="l"/>
              </a:tabLst>
            </a:pPr>
            <a:r>
              <a:rPr spc="-10" dirty="0">
                <a:solidFill>
                  <a:srgbClr val="0F469B"/>
                </a:solidFill>
                <a:latin typeface="+mj-lt"/>
                <a:cs typeface="Calibri"/>
              </a:rPr>
              <a:t>Once all the batches are accepted by </a:t>
            </a:r>
            <a:r>
              <a:rPr lang="en-IN" spc="-10" dirty="0">
                <a:solidFill>
                  <a:srgbClr val="0F469B"/>
                </a:solidFill>
                <a:latin typeface="+mj-lt"/>
                <a:cs typeface="Calibri"/>
              </a:rPr>
              <a:t>Shree Cement</a:t>
            </a:r>
            <a:r>
              <a:rPr spc="-10" dirty="0">
                <a:solidFill>
                  <a:srgbClr val="0F469B"/>
                </a:solidFill>
                <a:latin typeface="+mj-lt"/>
                <a:cs typeface="Calibri"/>
              </a:rPr>
              <a:t>, run the potential duplicate process on the entire set of records that are cleansed and provide the  potential duplicates list</a:t>
            </a:r>
          </a:p>
          <a:p>
            <a:pPr marL="245745" indent="-233679">
              <a:lnSpc>
                <a:spcPct val="100000"/>
              </a:lnSpc>
              <a:buFont typeface="Arial MT"/>
              <a:buChar char="•"/>
              <a:tabLst>
                <a:tab pos="245745" algn="l"/>
                <a:tab pos="246379" algn="l"/>
              </a:tabLst>
            </a:pPr>
            <a:r>
              <a:rPr spc="-10" dirty="0">
                <a:solidFill>
                  <a:srgbClr val="0F469B"/>
                </a:solidFill>
                <a:latin typeface="+mj-lt"/>
                <a:cs typeface="Calibri"/>
              </a:rPr>
              <a:t>Deliver the data quality &amp; project closeout reports</a:t>
            </a:r>
          </a:p>
        </p:txBody>
      </p:sp>
    </p:spTree>
    <p:extLst>
      <p:ext uri="{BB962C8B-B14F-4D97-AF65-F5344CB8AC3E}">
        <p14:creationId xmlns:p14="http://schemas.microsoft.com/office/powerpoint/2010/main" val="2233964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0457" y="67631"/>
            <a:ext cx="12192000" cy="6858000"/>
          </a:xfrm>
          <a:prstGeom prst="rect">
            <a:avLst/>
          </a:prstGeom>
        </p:spPr>
      </p:pic>
      <p:sp>
        <p:nvSpPr>
          <p:cNvPr id="3" name="object 3"/>
          <p:cNvSpPr txBox="1"/>
          <p:nvPr/>
        </p:nvSpPr>
        <p:spPr>
          <a:xfrm>
            <a:off x="414324" y="2817367"/>
            <a:ext cx="3914140" cy="1092607"/>
          </a:xfrm>
          <a:prstGeom prst="rect">
            <a:avLst/>
          </a:prstGeom>
        </p:spPr>
        <p:txBody>
          <a:bodyPr vert="horz" wrap="square" lIns="0" tIns="53340" rIns="0" bIns="0" rtlCol="0">
            <a:spAutoFit/>
          </a:bodyPr>
          <a:lstStyle/>
          <a:p>
            <a:pPr marL="12700" marR="5080">
              <a:lnSpc>
                <a:spcPts val="2720"/>
              </a:lnSpc>
              <a:spcBef>
                <a:spcPts val="420"/>
              </a:spcBef>
            </a:pPr>
            <a:r>
              <a:rPr sz="2500" b="1" spc="-15" dirty="0">
                <a:solidFill>
                  <a:srgbClr val="FFFFFF"/>
                </a:solidFill>
                <a:latin typeface="+mj-lt"/>
                <a:cs typeface="Calibri"/>
              </a:rPr>
              <a:t>Data </a:t>
            </a:r>
            <a:r>
              <a:rPr sz="2500" b="1" spc="-5" dirty="0">
                <a:solidFill>
                  <a:srgbClr val="FFFFFF"/>
                </a:solidFill>
                <a:latin typeface="+mj-lt"/>
                <a:cs typeface="Calibri"/>
              </a:rPr>
              <a:t>Management (Cleansing </a:t>
            </a:r>
            <a:r>
              <a:rPr sz="2500" b="1" spc="-555" dirty="0">
                <a:solidFill>
                  <a:srgbClr val="FFFFFF"/>
                </a:solidFill>
                <a:latin typeface="+mj-lt"/>
                <a:cs typeface="Calibri"/>
              </a:rPr>
              <a:t> </a:t>
            </a:r>
            <a:r>
              <a:rPr sz="2500" b="1" spc="-5" dirty="0">
                <a:solidFill>
                  <a:srgbClr val="FFFFFF"/>
                </a:solidFill>
                <a:latin typeface="+mj-lt"/>
                <a:cs typeface="Calibri"/>
              </a:rPr>
              <a:t>&amp; </a:t>
            </a:r>
            <a:r>
              <a:rPr sz="2500" b="1" spc="-10" dirty="0">
                <a:solidFill>
                  <a:srgbClr val="FFFFFF"/>
                </a:solidFill>
                <a:latin typeface="+mj-lt"/>
                <a:cs typeface="Calibri"/>
              </a:rPr>
              <a:t>Standardization</a:t>
            </a:r>
            <a:r>
              <a:rPr lang="en-IN" sz="2500" b="1" spc="-10" dirty="0">
                <a:solidFill>
                  <a:srgbClr val="FFFFFF"/>
                </a:solidFill>
                <a:latin typeface="+mj-lt"/>
                <a:cs typeface="Calibri"/>
              </a:rPr>
              <a:t> Vendor &amp; Customer Master</a:t>
            </a:r>
            <a:r>
              <a:rPr sz="2500" b="1" spc="-10" dirty="0">
                <a:solidFill>
                  <a:srgbClr val="FFFFFF"/>
                </a:solidFill>
                <a:latin typeface="+mj-lt"/>
                <a:cs typeface="Calibri"/>
              </a:rPr>
              <a:t>)</a:t>
            </a:r>
            <a:endParaRPr sz="2500" dirty="0">
              <a:latin typeface="+mj-lt"/>
              <a:cs typeface="Calibri"/>
            </a:endParaRPr>
          </a:p>
        </p:txBody>
      </p:sp>
      <p:sp>
        <p:nvSpPr>
          <p:cNvPr id="4" name="object 4"/>
          <p:cNvSpPr txBox="1"/>
          <p:nvPr/>
        </p:nvSpPr>
        <p:spPr>
          <a:xfrm>
            <a:off x="11177651" y="6329781"/>
            <a:ext cx="128270" cy="258276"/>
          </a:xfrm>
          <a:prstGeom prst="rect">
            <a:avLst/>
          </a:prstGeom>
        </p:spPr>
        <p:txBody>
          <a:bodyPr vert="horz" wrap="square" lIns="0" tIns="0" rIns="0" bIns="0" rtlCol="0">
            <a:spAutoFit/>
          </a:bodyPr>
          <a:lstStyle/>
          <a:p>
            <a:pPr>
              <a:lnSpc>
                <a:spcPts val="950"/>
              </a:lnSpc>
            </a:pPr>
            <a:r>
              <a:rPr sz="1000" spc="-10" dirty="0">
                <a:solidFill>
                  <a:srgbClr val="888888"/>
                </a:solidFill>
                <a:latin typeface="+mj-lt"/>
                <a:cs typeface="Calibri"/>
              </a:rPr>
              <a:t>14</a:t>
            </a:r>
            <a:endParaRPr sz="1000">
              <a:latin typeface="+mj-lt"/>
              <a:cs typeface="Calibri"/>
            </a:endParaRPr>
          </a:p>
        </p:txBody>
      </p:sp>
      <p:pic>
        <p:nvPicPr>
          <p:cNvPr id="5" name="object 5"/>
          <p:cNvPicPr/>
          <p:nvPr/>
        </p:nvPicPr>
        <p:blipFill>
          <a:blip r:embed="rId3" cstate="print"/>
          <a:stretch>
            <a:fillRect/>
          </a:stretch>
        </p:blipFill>
        <p:spPr>
          <a:xfrm>
            <a:off x="10949940" y="6309359"/>
            <a:ext cx="1219200" cy="542542"/>
          </a:xfrm>
          <a:prstGeom prst="rect">
            <a:avLst/>
          </a:prstGeom>
        </p:spPr>
      </p:pic>
      <p:sp>
        <p:nvSpPr>
          <p:cNvPr id="9" name="object 9"/>
          <p:cNvSpPr txBox="1"/>
          <p:nvPr/>
        </p:nvSpPr>
        <p:spPr>
          <a:xfrm>
            <a:off x="266801" y="6531965"/>
            <a:ext cx="474345" cy="258404"/>
          </a:xfrm>
          <a:prstGeom prst="rect">
            <a:avLst/>
          </a:prstGeom>
        </p:spPr>
        <p:txBody>
          <a:bodyPr vert="horz" wrap="square" lIns="0" tIns="12065" rIns="0" bIns="0" rtlCol="0">
            <a:spAutoFit/>
          </a:bodyPr>
          <a:lstStyle/>
          <a:p>
            <a:pPr marL="12700">
              <a:lnSpc>
                <a:spcPct val="100000"/>
              </a:lnSpc>
              <a:spcBef>
                <a:spcPts val="95"/>
              </a:spcBef>
            </a:pPr>
            <a:r>
              <a:rPr sz="1600" b="1" spc="-10" dirty="0">
                <a:solidFill>
                  <a:srgbClr val="1F487C"/>
                </a:solidFill>
                <a:latin typeface="+mj-lt"/>
                <a:cs typeface="Calibri"/>
              </a:rPr>
              <a:t>PiLog</a:t>
            </a:r>
            <a:endParaRPr sz="1600" dirty="0">
              <a:latin typeface="+mj-lt"/>
              <a:cs typeface="Calibri"/>
            </a:endParaRPr>
          </a:p>
        </p:txBody>
      </p:sp>
      <p:sp>
        <p:nvSpPr>
          <p:cNvPr id="10" name="object 6">
            <a:extLst>
              <a:ext uri="{FF2B5EF4-FFF2-40B4-BE49-F238E27FC236}">
                <a16:creationId xmlns:a16="http://schemas.microsoft.com/office/drawing/2014/main" id="{89E12059-A325-ABA0-6BF2-F7E2779F3A43}"/>
              </a:ext>
            </a:extLst>
          </p:cNvPr>
          <p:cNvSpPr txBox="1"/>
          <p:nvPr/>
        </p:nvSpPr>
        <p:spPr>
          <a:xfrm>
            <a:off x="6248400" y="1600200"/>
            <a:ext cx="4000500" cy="1243289"/>
          </a:xfrm>
          <a:prstGeom prst="rect">
            <a:avLst/>
          </a:prstGeom>
        </p:spPr>
        <p:txBody>
          <a:bodyPr vert="horz" wrap="square" lIns="0" tIns="12065" rIns="0" bIns="0" rtlCol="0">
            <a:spAutoFit/>
          </a:bodyPr>
          <a:lstStyle/>
          <a:p>
            <a:pPr marL="355600" indent="-342900">
              <a:lnSpc>
                <a:spcPct val="100000"/>
              </a:lnSpc>
              <a:buAutoNum type="arabicPeriod"/>
              <a:tabLst>
                <a:tab pos="354965" algn="l"/>
                <a:tab pos="355600" algn="l"/>
              </a:tabLst>
            </a:pPr>
            <a:r>
              <a:rPr sz="1600" b="1" spc="-10" dirty="0">
                <a:solidFill>
                  <a:srgbClr val="0F469B"/>
                </a:solidFill>
                <a:latin typeface="+mj-lt"/>
                <a:cs typeface="Calibri"/>
              </a:rPr>
              <a:t>Cleansing</a:t>
            </a:r>
            <a:r>
              <a:rPr sz="1600" b="1" spc="-5" dirty="0">
                <a:solidFill>
                  <a:srgbClr val="0F469B"/>
                </a:solidFill>
                <a:latin typeface="+mj-lt"/>
                <a:cs typeface="Calibri"/>
              </a:rPr>
              <a:t> of</a:t>
            </a:r>
            <a:r>
              <a:rPr sz="1600" b="1" spc="5" dirty="0">
                <a:solidFill>
                  <a:srgbClr val="0F469B"/>
                </a:solidFill>
                <a:latin typeface="+mj-lt"/>
                <a:cs typeface="Calibri"/>
              </a:rPr>
              <a:t> </a:t>
            </a:r>
            <a:r>
              <a:rPr sz="1600" b="1" spc="-10" dirty="0">
                <a:solidFill>
                  <a:srgbClr val="0F469B"/>
                </a:solidFill>
                <a:latin typeface="+mj-lt"/>
                <a:cs typeface="Calibri"/>
              </a:rPr>
              <a:t>existing</a:t>
            </a:r>
            <a:r>
              <a:rPr sz="1600" b="1" dirty="0">
                <a:solidFill>
                  <a:srgbClr val="0F469B"/>
                </a:solidFill>
                <a:latin typeface="+mj-lt"/>
                <a:cs typeface="Calibri"/>
              </a:rPr>
              <a:t> </a:t>
            </a:r>
            <a:r>
              <a:rPr sz="1600" b="1" spc="-15" dirty="0">
                <a:solidFill>
                  <a:srgbClr val="0F469B"/>
                </a:solidFill>
                <a:latin typeface="+mj-lt"/>
                <a:cs typeface="Calibri"/>
              </a:rPr>
              <a:t>data</a:t>
            </a:r>
            <a:r>
              <a:rPr sz="1600" b="1" spc="-10" dirty="0">
                <a:solidFill>
                  <a:srgbClr val="0F469B"/>
                </a:solidFill>
                <a:latin typeface="+mj-lt"/>
                <a:cs typeface="Calibri"/>
              </a:rPr>
              <a:t> for</a:t>
            </a:r>
            <a:r>
              <a:rPr sz="1600" b="1" spc="15" dirty="0">
                <a:solidFill>
                  <a:srgbClr val="0F469B"/>
                </a:solidFill>
                <a:latin typeface="+mj-lt"/>
                <a:cs typeface="Calibri"/>
              </a:rPr>
              <a:t> </a:t>
            </a:r>
            <a:r>
              <a:rPr sz="1600" b="1" spc="-5" dirty="0">
                <a:solidFill>
                  <a:srgbClr val="0F469B"/>
                </a:solidFill>
                <a:latin typeface="+mj-lt"/>
                <a:cs typeface="Calibri"/>
              </a:rPr>
              <a:t>each </a:t>
            </a:r>
            <a:r>
              <a:rPr lang="en-IN" sz="1600" b="1" spc="-10" dirty="0">
                <a:solidFill>
                  <a:srgbClr val="0F469B"/>
                </a:solidFill>
                <a:latin typeface="+mj-lt"/>
                <a:cs typeface="Calibri"/>
              </a:rPr>
              <a:t>record</a:t>
            </a:r>
            <a:endParaRPr sz="1600" dirty="0">
              <a:latin typeface="+mj-lt"/>
              <a:cs typeface="Calibri"/>
            </a:endParaRPr>
          </a:p>
          <a:p>
            <a:pPr marL="355600" indent="-342900">
              <a:lnSpc>
                <a:spcPct val="100000"/>
              </a:lnSpc>
              <a:buAutoNum type="arabicPeriod"/>
              <a:tabLst>
                <a:tab pos="354965" algn="l"/>
                <a:tab pos="355600" algn="l"/>
              </a:tabLst>
            </a:pPr>
            <a:r>
              <a:rPr sz="1600" b="1" spc="-5" dirty="0">
                <a:solidFill>
                  <a:srgbClr val="0F469B"/>
                </a:solidFill>
                <a:latin typeface="+mj-lt"/>
                <a:cs typeface="Calibri"/>
              </a:rPr>
              <a:t>Addition of</a:t>
            </a:r>
            <a:r>
              <a:rPr sz="1600" b="1" dirty="0">
                <a:solidFill>
                  <a:srgbClr val="0F469B"/>
                </a:solidFill>
                <a:latin typeface="+mj-lt"/>
                <a:cs typeface="Calibri"/>
              </a:rPr>
              <a:t> </a:t>
            </a:r>
            <a:r>
              <a:rPr sz="1600" b="1" spc="-10" dirty="0">
                <a:solidFill>
                  <a:srgbClr val="0F469B"/>
                </a:solidFill>
                <a:latin typeface="+mj-lt"/>
                <a:cs typeface="Calibri"/>
              </a:rPr>
              <a:t>missing</a:t>
            </a:r>
            <a:r>
              <a:rPr sz="1600" b="1" spc="5" dirty="0">
                <a:solidFill>
                  <a:srgbClr val="0F469B"/>
                </a:solidFill>
                <a:latin typeface="+mj-lt"/>
                <a:cs typeface="Calibri"/>
              </a:rPr>
              <a:t> </a:t>
            </a:r>
            <a:r>
              <a:rPr sz="1600" b="1" spc="-10" dirty="0">
                <a:solidFill>
                  <a:srgbClr val="0F469B"/>
                </a:solidFill>
                <a:latin typeface="+mj-lt"/>
                <a:cs typeface="Calibri"/>
              </a:rPr>
              <a:t>data</a:t>
            </a:r>
            <a:endParaRPr lang="en-IN" sz="1600" b="1" spc="-10" dirty="0">
              <a:solidFill>
                <a:srgbClr val="0F469B"/>
              </a:solidFill>
              <a:latin typeface="+mj-lt"/>
              <a:cs typeface="Calibri"/>
            </a:endParaRPr>
          </a:p>
          <a:p>
            <a:pPr marL="355600" indent="-342900">
              <a:lnSpc>
                <a:spcPct val="100000"/>
              </a:lnSpc>
              <a:buAutoNum type="arabicPeriod"/>
              <a:tabLst>
                <a:tab pos="354965" algn="l"/>
                <a:tab pos="355600" algn="l"/>
              </a:tabLst>
            </a:pPr>
            <a:r>
              <a:rPr sz="1600" b="1" spc="-10" dirty="0">
                <a:solidFill>
                  <a:srgbClr val="0F469B"/>
                </a:solidFill>
                <a:latin typeface="+mj-lt"/>
                <a:cs typeface="Calibri"/>
              </a:rPr>
              <a:t>Identification</a:t>
            </a:r>
            <a:r>
              <a:rPr sz="1600" b="1" dirty="0">
                <a:solidFill>
                  <a:srgbClr val="0F469B"/>
                </a:solidFill>
                <a:latin typeface="+mj-lt"/>
                <a:cs typeface="Calibri"/>
              </a:rPr>
              <a:t> </a:t>
            </a:r>
            <a:r>
              <a:rPr sz="1600" b="1" spc="-5" dirty="0">
                <a:solidFill>
                  <a:srgbClr val="0F469B"/>
                </a:solidFill>
                <a:latin typeface="+mj-lt"/>
                <a:cs typeface="Calibri"/>
              </a:rPr>
              <a:t>of</a:t>
            </a:r>
            <a:r>
              <a:rPr sz="1600" b="1" dirty="0">
                <a:solidFill>
                  <a:srgbClr val="0F469B"/>
                </a:solidFill>
                <a:latin typeface="+mj-lt"/>
                <a:cs typeface="Calibri"/>
              </a:rPr>
              <a:t> </a:t>
            </a:r>
            <a:r>
              <a:rPr sz="1600" b="1" spc="-10" dirty="0">
                <a:solidFill>
                  <a:srgbClr val="0F469B"/>
                </a:solidFill>
                <a:latin typeface="+mj-lt"/>
                <a:cs typeface="Calibri"/>
              </a:rPr>
              <a:t>duplicate</a:t>
            </a:r>
            <a:r>
              <a:rPr sz="1600" b="1" spc="15" dirty="0">
                <a:solidFill>
                  <a:srgbClr val="0F469B"/>
                </a:solidFill>
                <a:latin typeface="+mj-lt"/>
                <a:cs typeface="Calibri"/>
              </a:rPr>
              <a:t> </a:t>
            </a:r>
            <a:r>
              <a:rPr sz="1600" b="1" spc="-5" dirty="0">
                <a:solidFill>
                  <a:srgbClr val="0F469B"/>
                </a:solidFill>
                <a:latin typeface="+mj-lt"/>
                <a:cs typeface="Calibri"/>
              </a:rPr>
              <a:t>Codes</a:t>
            </a:r>
            <a:endParaRPr lang="en-IN" sz="1600" b="1" spc="-5" dirty="0">
              <a:solidFill>
                <a:srgbClr val="0F469B"/>
              </a:solidFill>
              <a:latin typeface="+mj-lt"/>
              <a:cs typeface="Calibri"/>
            </a:endParaRPr>
          </a:p>
          <a:p>
            <a:pPr marL="355600" indent="-342900">
              <a:lnSpc>
                <a:spcPct val="100000"/>
              </a:lnSpc>
              <a:buAutoNum type="arabicPeriod"/>
              <a:tabLst>
                <a:tab pos="354965" algn="l"/>
                <a:tab pos="355600" algn="l"/>
              </a:tabLst>
            </a:pPr>
            <a:r>
              <a:rPr lang="en-US" sz="1600" b="1" spc="-10" dirty="0">
                <a:solidFill>
                  <a:srgbClr val="0F469B"/>
                </a:solidFill>
                <a:latin typeface="+mj-lt"/>
                <a:cs typeface="Calibri"/>
              </a:rPr>
              <a:t>Creation</a:t>
            </a:r>
            <a:r>
              <a:rPr lang="en-US" sz="1600" b="1" spc="-5" dirty="0">
                <a:solidFill>
                  <a:srgbClr val="0F469B"/>
                </a:solidFill>
                <a:latin typeface="+mj-lt"/>
                <a:cs typeface="Calibri"/>
              </a:rPr>
              <a:t> of</a:t>
            </a:r>
            <a:r>
              <a:rPr lang="en-US" sz="1600" b="1" spc="15" dirty="0">
                <a:solidFill>
                  <a:srgbClr val="0F469B"/>
                </a:solidFill>
                <a:latin typeface="+mj-lt"/>
                <a:cs typeface="Calibri"/>
              </a:rPr>
              <a:t> </a:t>
            </a:r>
            <a:r>
              <a:rPr lang="en-US" sz="1600" b="1" spc="-10" dirty="0">
                <a:solidFill>
                  <a:srgbClr val="0F469B"/>
                </a:solidFill>
                <a:latin typeface="+mj-lt"/>
                <a:cs typeface="Calibri"/>
              </a:rPr>
              <a:t>standardized</a:t>
            </a:r>
            <a:r>
              <a:rPr lang="en-US" sz="1600" b="1" spc="20" dirty="0">
                <a:solidFill>
                  <a:srgbClr val="0F469B"/>
                </a:solidFill>
                <a:latin typeface="+mj-lt"/>
                <a:cs typeface="Calibri"/>
              </a:rPr>
              <a:t> data</a:t>
            </a:r>
            <a:r>
              <a:rPr lang="en-US" sz="1600" b="1" spc="-5" dirty="0">
                <a:solidFill>
                  <a:srgbClr val="0F469B"/>
                </a:solidFill>
                <a:latin typeface="+mj-lt"/>
                <a:cs typeface="Calibri"/>
              </a:rPr>
              <a:t> in</a:t>
            </a:r>
            <a:r>
              <a:rPr lang="en-US" sz="1600" b="1" spc="5" dirty="0">
                <a:solidFill>
                  <a:srgbClr val="0F469B"/>
                </a:solidFill>
                <a:latin typeface="+mj-lt"/>
                <a:cs typeface="Calibri"/>
              </a:rPr>
              <a:t> </a:t>
            </a:r>
            <a:r>
              <a:rPr lang="en-US" sz="1600" b="1" spc="-10" dirty="0">
                <a:solidFill>
                  <a:srgbClr val="0F469B"/>
                </a:solidFill>
                <a:latin typeface="+mj-lt"/>
                <a:cs typeface="Calibri"/>
              </a:rPr>
              <a:t>accordance</a:t>
            </a:r>
            <a:r>
              <a:rPr lang="en-US" sz="1600" b="1" spc="40" dirty="0">
                <a:solidFill>
                  <a:srgbClr val="0F469B"/>
                </a:solidFill>
                <a:latin typeface="+mj-lt"/>
                <a:cs typeface="Calibri"/>
              </a:rPr>
              <a:t> </a:t>
            </a:r>
            <a:r>
              <a:rPr lang="en-US" sz="1600" b="1" spc="-10" dirty="0">
                <a:solidFill>
                  <a:srgbClr val="0F469B"/>
                </a:solidFill>
                <a:latin typeface="+mj-lt"/>
                <a:cs typeface="Calibri"/>
              </a:rPr>
              <a:t>to</a:t>
            </a:r>
            <a:r>
              <a:rPr lang="en-US" sz="1600" b="1" spc="5" dirty="0">
                <a:solidFill>
                  <a:srgbClr val="0F469B"/>
                </a:solidFill>
                <a:latin typeface="+mj-lt"/>
                <a:cs typeface="Calibri"/>
              </a:rPr>
              <a:t> </a:t>
            </a:r>
            <a:r>
              <a:rPr lang="en-US" sz="1600" b="1" spc="-5" dirty="0">
                <a:solidFill>
                  <a:srgbClr val="0F469B"/>
                </a:solidFill>
                <a:latin typeface="+mj-lt"/>
                <a:cs typeface="Calibri"/>
              </a:rPr>
              <a:t>S/4 HANA requirement</a:t>
            </a:r>
            <a:endParaRPr sz="1600" dirty="0">
              <a:latin typeface="+mj-lt"/>
              <a:cs typeface="Calibri"/>
            </a:endParaRPr>
          </a:p>
        </p:txBody>
      </p:sp>
    </p:spTree>
    <p:extLst>
      <p:ext uri="{BB962C8B-B14F-4D97-AF65-F5344CB8AC3E}">
        <p14:creationId xmlns:p14="http://schemas.microsoft.com/office/powerpoint/2010/main" val="1691236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Diagram 46"/>
          <p:cNvGraphicFramePr/>
          <p:nvPr/>
        </p:nvGraphicFramePr>
        <p:xfrm>
          <a:off x="431371" y="740703"/>
          <a:ext cx="10972800" cy="59526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lowchart: Magnetic Disk 5"/>
          <p:cNvSpPr/>
          <p:nvPr/>
        </p:nvSpPr>
        <p:spPr>
          <a:xfrm>
            <a:off x="5039883" y="2514600"/>
            <a:ext cx="2235200" cy="2133600"/>
          </a:xfrm>
          <a:prstGeom prst="flowChartMagneticDisk">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133" b="1" dirty="0">
                <a:solidFill>
                  <a:srgbClr val="000000"/>
                </a:solidFill>
                <a:latin typeface="Optima"/>
                <a:ea typeface="Tahoma" pitchFamily="34" charset="0"/>
                <a:cs typeface="Optima"/>
              </a:rPr>
              <a:t>Single Version of Truth</a:t>
            </a:r>
          </a:p>
        </p:txBody>
      </p:sp>
      <p:sp>
        <p:nvSpPr>
          <p:cNvPr id="5" name="Date Placeholder 3">
            <a:extLst>
              <a:ext uri="{FF2B5EF4-FFF2-40B4-BE49-F238E27FC236}">
                <a16:creationId xmlns:a16="http://schemas.microsoft.com/office/drawing/2014/main" id="{CD1AA932-DA8E-4E9B-8982-C6899C77ABC5}"/>
              </a:ext>
            </a:extLst>
          </p:cNvPr>
          <p:cNvSpPr>
            <a:spLocks noGrp="1"/>
          </p:cNvSpPr>
          <p:nvPr>
            <p:ph type="dt" sz="half" idx="10"/>
          </p:nvPr>
        </p:nvSpPr>
        <p:spPr>
          <a:xfrm>
            <a:off x="266880" y="6622089"/>
            <a:ext cx="2844800" cy="226715"/>
          </a:xfrm>
          <a:prstGeom prst="rect">
            <a:avLst/>
          </a:prstGeom>
        </p:spPr>
        <p:txBody>
          <a:bodyPr vert="horz" lIns="91428" tIns="45718" rIns="91428" bIns="45718" rtlCol="0" anchor="ctr"/>
          <a:lstStyle>
            <a:defPPr>
              <a:defRPr lang="en-US"/>
            </a:defPPr>
            <a:lvl1pPr marL="0" algn="l" defTabSz="609491" rtl="0" eaLnBrk="1" latinLnBrk="0" hangingPunct="1">
              <a:defRPr sz="160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637F18-EC9B-4105-AD70-13C3DDE78B49}" type="datetimeFigureOut">
              <a:rPr lang="en-IN" smtClean="0"/>
              <a:pPr/>
              <a:t>25-01-2024</a:t>
            </a:fld>
            <a:endParaRPr lang="en-ZA" dirty="0"/>
          </a:p>
        </p:txBody>
      </p:sp>
      <p:sp>
        <p:nvSpPr>
          <p:cNvPr id="8" name="Slide Number Placeholder 5">
            <a:extLst>
              <a:ext uri="{FF2B5EF4-FFF2-40B4-BE49-F238E27FC236}">
                <a16:creationId xmlns:a16="http://schemas.microsoft.com/office/drawing/2014/main" id="{82AD1C85-CFDD-4FE1-B8E5-8579E17C2118}"/>
              </a:ext>
            </a:extLst>
          </p:cNvPr>
          <p:cNvSpPr>
            <a:spLocks noGrp="1"/>
          </p:cNvSpPr>
          <p:nvPr>
            <p:ph type="sldNum" sz="quarter" idx="12"/>
          </p:nvPr>
        </p:nvSpPr>
        <p:spPr>
          <a:xfrm>
            <a:off x="9342400" y="6622089"/>
            <a:ext cx="2844800" cy="226715"/>
          </a:xfrm>
          <a:prstGeom prst="rect">
            <a:avLst/>
          </a:prstGeom>
        </p:spPr>
        <p:txBody>
          <a:bodyPr vert="horz" lIns="91428" tIns="45718" rIns="35998" bIns="45718" rtlCol="0" anchor="ctr"/>
          <a:lstStyle>
            <a:defPPr>
              <a:defRPr lang="en-US"/>
            </a:defPPr>
            <a:lvl1pPr marL="0" algn="r" defTabSz="609491" rtl="0" eaLnBrk="1" latinLnBrk="0" hangingPunct="1">
              <a:defRPr sz="16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F686CC-75D6-43CF-B739-9FA460638A68}" type="slidenum">
              <a:rPr lang="en-IN" smtClean="0"/>
              <a:pPr/>
              <a:t>31</a:t>
            </a:fld>
            <a:endParaRPr lang="en-ZA"/>
          </a:p>
        </p:txBody>
      </p:sp>
      <p:sp>
        <p:nvSpPr>
          <p:cNvPr id="9" name="Title 1">
            <a:extLst>
              <a:ext uri="{FF2B5EF4-FFF2-40B4-BE49-F238E27FC236}">
                <a16:creationId xmlns:a16="http://schemas.microsoft.com/office/drawing/2014/main" id="{D689D090-32FC-4F67-8B7C-457567364CD4}"/>
              </a:ext>
            </a:extLst>
          </p:cNvPr>
          <p:cNvSpPr txBox="1">
            <a:spLocks/>
          </p:cNvSpPr>
          <p:nvPr/>
        </p:nvSpPr>
        <p:spPr>
          <a:xfrm>
            <a:off x="241926" y="1"/>
            <a:ext cx="11672869" cy="826603"/>
          </a:xfrm>
          <a:prstGeom prst="rect">
            <a:avLst/>
          </a:prstGeom>
        </p:spPr>
        <p:txBody>
          <a:bodyPr/>
          <a:lstStyle>
            <a:lvl1pPr algn="l" defTabSz="457200" rtl="0" eaLnBrk="1" latinLnBrk="0" hangingPunct="1">
              <a:spcBef>
                <a:spcPct val="0"/>
              </a:spcBef>
              <a:buNone/>
              <a:defRPr sz="2800" kern="1200" baseline="0">
                <a:solidFill>
                  <a:schemeClr val="accent1"/>
                </a:solidFill>
                <a:latin typeface="Arial"/>
                <a:ea typeface="+mj-ea"/>
                <a:cs typeface="Arial"/>
              </a:defRPr>
            </a:lvl1pPr>
          </a:lstStyle>
          <a:p>
            <a:r>
              <a:rPr lang="en-US" sz="2400" b="1" dirty="0">
                <a:solidFill>
                  <a:srgbClr val="0F469B"/>
                </a:solidFill>
                <a:latin typeface="Optima"/>
                <a:cs typeface="Calibri"/>
              </a:rPr>
              <a:t>Single Version of Truth – Vendor/Customer</a:t>
            </a:r>
          </a:p>
          <a:p>
            <a:endParaRPr lang="en-US" sz="3733" dirty="0"/>
          </a:p>
        </p:txBody>
      </p:sp>
    </p:spTree>
    <p:extLst>
      <p:ext uri="{BB962C8B-B14F-4D97-AF65-F5344CB8AC3E}">
        <p14:creationId xmlns:p14="http://schemas.microsoft.com/office/powerpoint/2010/main" val="28393179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linds(horizontal)">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7" grpId="0">
        <p:bldAsOne/>
      </p:bldGraphic>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143949" y="820440"/>
            <a:ext cx="11952817" cy="5776912"/>
          </a:xfrm>
        </p:spPr>
        <p:txBody>
          <a:bodyPr>
            <a:noAutofit/>
          </a:bodyPr>
          <a:lstStyle/>
          <a:p>
            <a:pPr>
              <a:lnSpc>
                <a:spcPct val="90000"/>
              </a:lnSpc>
            </a:pPr>
            <a:r>
              <a:rPr lang="en-US" sz="1600" b="1" dirty="0">
                <a:solidFill>
                  <a:schemeClr val="tx2"/>
                </a:solidFill>
                <a:latin typeface="Optima"/>
              </a:rPr>
              <a:t>PAN No Validations</a:t>
            </a:r>
            <a:endParaRPr lang="en-US" sz="1600" b="1" dirty="0">
              <a:solidFill>
                <a:schemeClr val="tx2"/>
              </a:solidFill>
              <a:latin typeface="Optima"/>
              <a:cs typeface="Optima"/>
            </a:endParaRPr>
          </a:p>
          <a:p>
            <a:pPr lvl="1">
              <a:lnSpc>
                <a:spcPct val="90000"/>
              </a:lnSpc>
            </a:pPr>
            <a:r>
              <a:rPr lang="en-US" sz="1600" dirty="0">
                <a:latin typeface="Optima"/>
                <a:cs typeface="Optima"/>
              </a:rPr>
              <a:t>Total Length should be:  10</a:t>
            </a:r>
          </a:p>
          <a:p>
            <a:pPr lvl="1">
              <a:lnSpc>
                <a:spcPct val="90000"/>
              </a:lnSpc>
            </a:pPr>
            <a:r>
              <a:rPr lang="en-US" sz="1600" dirty="0">
                <a:latin typeface="Optima"/>
                <a:cs typeface="Optima"/>
              </a:rPr>
              <a:t>First 5 characters must be Alphabets</a:t>
            </a:r>
          </a:p>
          <a:p>
            <a:pPr lvl="1">
              <a:lnSpc>
                <a:spcPct val="90000"/>
              </a:lnSpc>
            </a:pPr>
            <a:r>
              <a:rPr lang="en-US" sz="1600" dirty="0">
                <a:latin typeface="Optima"/>
                <a:cs typeface="Optima"/>
              </a:rPr>
              <a:t>Next 4 characters must be Numeric</a:t>
            </a:r>
          </a:p>
          <a:p>
            <a:pPr lvl="1">
              <a:lnSpc>
                <a:spcPct val="90000"/>
              </a:lnSpc>
            </a:pPr>
            <a:r>
              <a:rPr lang="en-US" sz="1600" dirty="0">
                <a:latin typeface="Optima"/>
                <a:cs typeface="Optima"/>
              </a:rPr>
              <a:t>Last Character must be Alphabet</a:t>
            </a:r>
          </a:p>
          <a:p>
            <a:pPr lvl="1">
              <a:lnSpc>
                <a:spcPct val="90000"/>
              </a:lnSpc>
            </a:pPr>
            <a:r>
              <a:rPr lang="en-IN" sz="1600" dirty="0">
                <a:latin typeface="Optima"/>
              </a:rPr>
              <a:t>Fourth character must be one of these C, P, H, F, A, T, B, L, J, G</a:t>
            </a:r>
          </a:p>
          <a:p>
            <a:pPr lvl="1">
              <a:lnSpc>
                <a:spcPct val="90000"/>
              </a:lnSpc>
            </a:pPr>
            <a:r>
              <a:rPr lang="en-IN" sz="1600" dirty="0">
                <a:latin typeface="Optima"/>
              </a:rPr>
              <a:t>Space and Special Characters not allowed</a:t>
            </a:r>
          </a:p>
          <a:p>
            <a:pPr marL="232828" lvl="1" indent="-232828">
              <a:lnSpc>
                <a:spcPct val="90000"/>
              </a:lnSpc>
              <a:buFont typeface="Arial"/>
              <a:buChar char="•"/>
            </a:pPr>
            <a:r>
              <a:rPr lang="en-US" sz="1600" b="1" dirty="0">
                <a:solidFill>
                  <a:schemeClr val="tx2"/>
                </a:solidFill>
                <a:latin typeface="Optima"/>
              </a:rPr>
              <a:t>Examples</a:t>
            </a:r>
          </a:p>
        </p:txBody>
      </p:sp>
      <p:sp>
        <p:nvSpPr>
          <p:cNvPr id="6" name="Date Placeholder 3">
            <a:extLst>
              <a:ext uri="{FF2B5EF4-FFF2-40B4-BE49-F238E27FC236}">
                <a16:creationId xmlns:a16="http://schemas.microsoft.com/office/drawing/2014/main" id="{2F306681-C045-4E1F-843D-2D7BC52D79F2}"/>
              </a:ext>
            </a:extLst>
          </p:cNvPr>
          <p:cNvSpPr>
            <a:spLocks noGrp="1"/>
          </p:cNvSpPr>
          <p:nvPr>
            <p:ph type="dt" sz="half" idx="10"/>
          </p:nvPr>
        </p:nvSpPr>
        <p:spPr>
          <a:xfrm>
            <a:off x="266880" y="6622089"/>
            <a:ext cx="2844800" cy="226715"/>
          </a:xfrm>
          <a:prstGeom prst="rect">
            <a:avLst/>
          </a:prstGeom>
        </p:spPr>
        <p:txBody>
          <a:bodyPr vert="horz" lIns="91428" tIns="45718" rIns="91428" bIns="45718" rtlCol="0" anchor="ctr"/>
          <a:lstStyle>
            <a:defPPr>
              <a:defRPr lang="en-US"/>
            </a:defPPr>
            <a:lvl1pPr marL="0" algn="l" defTabSz="609491" rtl="0" eaLnBrk="1" latinLnBrk="0" hangingPunct="1">
              <a:defRPr sz="160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637F18-EC9B-4105-AD70-13C3DDE78B49}" type="datetimeFigureOut">
              <a:rPr lang="en-IN" smtClean="0"/>
              <a:pPr/>
              <a:t>25-01-2024</a:t>
            </a:fld>
            <a:endParaRPr lang="en-ZA" dirty="0"/>
          </a:p>
        </p:txBody>
      </p:sp>
      <p:sp>
        <p:nvSpPr>
          <p:cNvPr id="8" name="Slide Number Placeholder 5">
            <a:extLst>
              <a:ext uri="{FF2B5EF4-FFF2-40B4-BE49-F238E27FC236}">
                <a16:creationId xmlns:a16="http://schemas.microsoft.com/office/drawing/2014/main" id="{CDB98C3C-04C1-4BE5-9E0E-A9601A318CF8}"/>
              </a:ext>
            </a:extLst>
          </p:cNvPr>
          <p:cNvSpPr>
            <a:spLocks noGrp="1"/>
          </p:cNvSpPr>
          <p:nvPr>
            <p:ph type="sldNum" sz="quarter" idx="12"/>
          </p:nvPr>
        </p:nvSpPr>
        <p:spPr>
          <a:xfrm>
            <a:off x="9342400" y="6622089"/>
            <a:ext cx="2844800" cy="226715"/>
          </a:xfrm>
          <a:prstGeom prst="rect">
            <a:avLst/>
          </a:prstGeom>
        </p:spPr>
        <p:txBody>
          <a:bodyPr vert="horz" lIns="91428" tIns="45718" rIns="35998" bIns="45718" rtlCol="0" anchor="ctr"/>
          <a:lstStyle>
            <a:defPPr>
              <a:defRPr lang="en-US"/>
            </a:defPPr>
            <a:lvl1pPr marL="0" algn="r" defTabSz="609491" rtl="0" eaLnBrk="1" latinLnBrk="0" hangingPunct="1">
              <a:defRPr sz="16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F686CC-75D6-43CF-B739-9FA460638A68}" type="slidenum">
              <a:rPr lang="en-IN" smtClean="0"/>
              <a:pPr/>
              <a:t>32</a:t>
            </a:fld>
            <a:endParaRPr lang="en-ZA" dirty="0"/>
          </a:p>
        </p:txBody>
      </p:sp>
      <p:sp>
        <p:nvSpPr>
          <p:cNvPr id="5" name="Title 1">
            <a:extLst>
              <a:ext uri="{FF2B5EF4-FFF2-40B4-BE49-F238E27FC236}">
                <a16:creationId xmlns:a16="http://schemas.microsoft.com/office/drawing/2014/main" id="{1E50B1B7-9746-46EB-A5B4-B92325D6282D}"/>
              </a:ext>
            </a:extLst>
          </p:cNvPr>
          <p:cNvSpPr txBox="1">
            <a:spLocks/>
          </p:cNvSpPr>
          <p:nvPr/>
        </p:nvSpPr>
        <p:spPr>
          <a:xfrm>
            <a:off x="241926" y="1"/>
            <a:ext cx="11672869" cy="643943"/>
          </a:xfrm>
          <a:prstGeom prst="rect">
            <a:avLst/>
          </a:prstGeom>
        </p:spPr>
        <p:txBody>
          <a:bodyPr/>
          <a:lstStyle>
            <a:lvl1pPr algn="l" defTabSz="457200" rtl="0" eaLnBrk="1" latinLnBrk="0" hangingPunct="1">
              <a:spcBef>
                <a:spcPct val="0"/>
              </a:spcBef>
              <a:buNone/>
              <a:defRPr sz="2800" kern="1200" baseline="0">
                <a:solidFill>
                  <a:schemeClr val="accent1"/>
                </a:solidFill>
                <a:latin typeface="Arial"/>
                <a:ea typeface="+mj-ea"/>
                <a:cs typeface="Arial"/>
              </a:defRPr>
            </a:lvl1pPr>
          </a:lstStyle>
          <a:p>
            <a:r>
              <a:rPr lang="en-US" sz="2400" b="1" dirty="0">
                <a:solidFill>
                  <a:srgbClr val="0F469B"/>
                </a:solidFill>
                <a:latin typeface="Optima"/>
                <a:cs typeface="Calibri"/>
              </a:rPr>
              <a:t>MDRM VM/CM Harmonization Protocols – (Country Specific)</a:t>
            </a:r>
          </a:p>
          <a:p>
            <a:endParaRPr lang="en-US" sz="2400" b="1" dirty="0">
              <a:solidFill>
                <a:srgbClr val="0F469B"/>
              </a:solidFill>
              <a:latin typeface="Optima"/>
              <a:cs typeface="Calibri"/>
            </a:endParaRPr>
          </a:p>
          <a:p>
            <a:endParaRPr lang="en-US" sz="3733" dirty="0"/>
          </a:p>
          <a:p>
            <a:endParaRPr lang="en-US" sz="3733" dirty="0"/>
          </a:p>
          <a:p>
            <a:endParaRPr lang="en-US" sz="3733" dirty="0"/>
          </a:p>
        </p:txBody>
      </p:sp>
      <p:graphicFrame>
        <p:nvGraphicFramePr>
          <p:cNvPr id="4" name="Table 3">
            <a:extLst>
              <a:ext uri="{FF2B5EF4-FFF2-40B4-BE49-F238E27FC236}">
                <a16:creationId xmlns:a16="http://schemas.microsoft.com/office/drawing/2014/main" id="{5ACB1B05-5879-4CBE-930C-6408B350E29E}"/>
              </a:ext>
            </a:extLst>
          </p:cNvPr>
          <p:cNvGraphicFramePr>
            <a:graphicFrameLocks noGrp="1"/>
          </p:cNvGraphicFramePr>
          <p:nvPr/>
        </p:nvGraphicFramePr>
        <p:xfrm>
          <a:off x="241924" y="3077360"/>
          <a:ext cx="11672870" cy="3048000"/>
        </p:xfrm>
        <a:graphic>
          <a:graphicData uri="http://schemas.openxmlformats.org/drawingml/2006/table">
            <a:tbl>
              <a:tblPr>
                <a:tableStyleId>{5C22544A-7EE6-4342-B048-85BDC9FD1C3A}</a:tableStyleId>
              </a:tblPr>
              <a:tblGrid>
                <a:gridCol w="4443412">
                  <a:extLst>
                    <a:ext uri="{9D8B030D-6E8A-4147-A177-3AD203B41FA5}">
                      <a16:colId xmlns:a16="http://schemas.microsoft.com/office/drawing/2014/main" val="1179117467"/>
                    </a:ext>
                  </a:extLst>
                </a:gridCol>
                <a:gridCol w="2803864">
                  <a:extLst>
                    <a:ext uri="{9D8B030D-6E8A-4147-A177-3AD203B41FA5}">
                      <a16:colId xmlns:a16="http://schemas.microsoft.com/office/drawing/2014/main" val="2030145128"/>
                    </a:ext>
                  </a:extLst>
                </a:gridCol>
                <a:gridCol w="879179">
                  <a:extLst>
                    <a:ext uri="{9D8B030D-6E8A-4147-A177-3AD203B41FA5}">
                      <a16:colId xmlns:a16="http://schemas.microsoft.com/office/drawing/2014/main" val="1734709886"/>
                    </a:ext>
                  </a:extLst>
                </a:gridCol>
                <a:gridCol w="2405859">
                  <a:extLst>
                    <a:ext uri="{9D8B030D-6E8A-4147-A177-3AD203B41FA5}">
                      <a16:colId xmlns:a16="http://schemas.microsoft.com/office/drawing/2014/main" val="908883365"/>
                    </a:ext>
                  </a:extLst>
                </a:gridCol>
                <a:gridCol w="1140556">
                  <a:extLst>
                    <a:ext uri="{9D8B030D-6E8A-4147-A177-3AD203B41FA5}">
                      <a16:colId xmlns:a16="http://schemas.microsoft.com/office/drawing/2014/main" val="3370971221"/>
                    </a:ext>
                  </a:extLst>
                </a:gridCol>
              </a:tblGrid>
              <a:tr h="254000">
                <a:tc>
                  <a:txBody>
                    <a:bodyPr/>
                    <a:lstStyle/>
                    <a:p>
                      <a:pPr algn="ctr" fontAlgn="ctr"/>
                      <a:r>
                        <a:rPr lang="en-IN" sz="1500" u="none" strike="noStrike" dirty="0">
                          <a:effectLst/>
                        </a:rPr>
                        <a:t>Vendor Name</a:t>
                      </a:r>
                      <a:endParaRPr lang="en-IN" sz="1500" b="0" i="0" u="none" strike="noStrike" dirty="0">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a:effectLst/>
                        </a:rPr>
                        <a:t>Client Provided PAN No</a:t>
                      </a:r>
                      <a:endParaRPr lang="en-IN" sz="1500" b="0" i="0" u="none" strike="noStrike">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a:effectLst/>
                        </a:rPr>
                        <a:t>Length</a:t>
                      </a:r>
                      <a:endParaRPr lang="en-IN" sz="1500" b="0" i="0" u="none" strike="noStrike">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a:effectLst/>
                        </a:rPr>
                        <a:t>Harmonized PAN No</a:t>
                      </a:r>
                      <a:endParaRPr lang="en-IN" sz="1500" b="0" i="0" u="none" strike="noStrike">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a:effectLst/>
                        </a:rPr>
                        <a:t>Length</a:t>
                      </a:r>
                      <a:endParaRPr lang="en-IN" sz="1500" b="0" i="0" u="none" strike="noStrike">
                        <a:solidFill>
                          <a:srgbClr val="000000"/>
                        </a:solidFill>
                        <a:effectLst/>
                        <a:latin typeface="Calibri" panose="020F0502020204030204" pitchFamily="34" charset="0"/>
                      </a:endParaRPr>
                    </a:p>
                  </a:txBody>
                  <a:tcPr marL="12700" marR="12700" marT="12700" marB="0" anchor="ctr"/>
                </a:tc>
                <a:extLst>
                  <a:ext uri="{0D108BD9-81ED-4DB2-BD59-A6C34878D82A}">
                    <a16:rowId xmlns:a16="http://schemas.microsoft.com/office/drawing/2014/main" val="1138010903"/>
                  </a:ext>
                </a:extLst>
              </a:tr>
              <a:tr h="254000">
                <a:tc>
                  <a:txBody>
                    <a:bodyPr/>
                    <a:lstStyle/>
                    <a:p>
                      <a:pPr algn="l" fontAlgn="b"/>
                      <a:r>
                        <a:rPr lang="en-IN" sz="1500" u="none" strike="noStrike" dirty="0">
                          <a:effectLst/>
                        </a:rPr>
                        <a:t>J K AGENCIES</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AJXPB 6391 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12</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AJXPB6391D</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530725760"/>
                  </a:ext>
                </a:extLst>
              </a:tr>
              <a:tr h="254000">
                <a:tc>
                  <a:txBody>
                    <a:bodyPr/>
                    <a:lstStyle/>
                    <a:p>
                      <a:pPr algn="l" fontAlgn="b"/>
                      <a:r>
                        <a:rPr lang="en-IN" sz="1500" u="none" strike="noStrike">
                          <a:effectLst/>
                        </a:rPr>
                        <a:t>SUDHIR REFRIGERATOR</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AQPPG-5582-Q</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12</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AQPPG5582Q</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664931206"/>
                  </a:ext>
                </a:extLst>
              </a:tr>
              <a:tr h="254000">
                <a:tc>
                  <a:txBody>
                    <a:bodyPr/>
                    <a:lstStyle/>
                    <a:p>
                      <a:pPr algn="l" fontAlgn="b"/>
                      <a:r>
                        <a:rPr lang="en-IN" sz="1500" u="none" strike="noStrike">
                          <a:effectLst/>
                        </a:rPr>
                        <a:t>SHREE SHREE WEIGHING SOLUTIONS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ADIPB 1874 E</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12</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ADIPB1874E</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050260396"/>
                  </a:ext>
                </a:extLst>
              </a:tr>
              <a:tr h="254000">
                <a:tc>
                  <a:txBody>
                    <a:bodyPr/>
                    <a:lstStyle/>
                    <a:p>
                      <a:pPr algn="l" fontAlgn="b"/>
                      <a:r>
                        <a:rPr lang="en-IN" sz="1500" u="none" strike="noStrike" dirty="0">
                          <a:effectLst/>
                        </a:rPr>
                        <a:t>MFL INDIA LIMITED</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AAACM7030K  </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12</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AAACM7030K</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311640216"/>
                  </a:ext>
                </a:extLst>
              </a:tr>
              <a:tr h="254000">
                <a:tc>
                  <a:txBody>
                    <a:bodyPr/>
                    <a:lstStyle/>
                    <a:p>
                      <a:pPr algn="l" fontAlgn="b"/>
                      <a:r>
                        <a:rPr lang="en-IN" sz="1500" u="none" strike="noStrike">
                          <a:effectLst/>
                        </a:rPr>
                        <a:t>CHIMCO BIOMEDICAL ENGG CO</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AAAFC10099B</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AAAFC1099B</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114150107"/>
                  </a:ext>
                </a:extLst>
              </a:tr>
              <a:tr h="254000">
                <a:tc>
                  <a:txBody>
                    <a:bodyPr/>
                    <a:lstStyle/>
                    <a:p>
                      <a:pPr algn="l" fontAlgn="b"/>
                      <a:r>
                        <a:rPr lang="en-IN" sz="1500" u="none" strike="noStrike">
                          <a:effectLst/>
                        </a:rPr>
                        <a:t>BRUSH INDIA MFG PVT LTD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AACCB9217 F</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AACCB9217F</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106661265"/>
                  </a:ext>
                </a:extLst>
              </a:tr>
              <a:tr h="254000">
                <a:tc>
                  <a:txBody>
                    <a:bodyPr/>
                    <a:lstStyle/>
                    <a:p>
                      <a:pPr algn="l" fontAlgn="b"/>
                      <a:r>
                        <a:rPr lang="en-IN" sz="1500" u="none" strike="noStrike">
                          <a:effectLst/>
                        </a:rPr>
                        <a:t>GUPSHUP TECHNOLOGY INDIA PVT LTD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AAACW5722AS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AAACW5722A</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354943050"/>
                  </a:ext>
                </a:extLst>
              </a:tr>
              <a:tr h="254000">
                <a:tc>
                  <a:txBody>
                    <a:bodyPr/>
                    <a:lstStyle/>
                    <a:p>
                      <a:pPr algn="l" fontAlgn="b"/>
                      <a:r>
                        <a:rPr lang="en-IN" sz="1500" u="none" strike="noStrike">
                          <a:effectLst/>
                        </a:rPr>
                        <a:t>ARCHITECTURE DNA</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AATFA3923FS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AATFA3923F</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499517930"/>
                  </a:ext>
                </a:extLst>
              </a:tr>
              <a:tr h="254000">
                <a:tc>
                  <a:txBody>
                    <a:bodyPr/>
                    <a:lstStyle/>
                    <a:p>
                      <a:pPr algn="l" fontAlgn="b"/>
                      <a:r>
                        <a:rPr lang="en-IN" sz="1500" u="none" strike="noStrike">
                          <a:effectLst/>
                        </a:rPr>
                        <a:t>SHAMBHU MYAJAR</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AEPCPK3820Q</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AECPK3820Q</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014770045"/>
                  </a:ext>
                </a:extLst>
              </a:tr>
              <a:tr h="254000">
                <a:tc>
                  <a:txBody>
                    <a:bodyPr/>
                    <a:lstStyle/>
                    <a:p>
                      <a:pPr algn="l" fontAlgn="b"/>
                      <a:r>
                        <a:rPr lang="en-IN" sz="1500" u="none" strike="noStrike">
                          <a:effectLst/>
                        </a:rPr>
                        <a:t>RAJASTHAN RENEWABLE ENERGY</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AAACL 3171C</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11</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AAACL3171C</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a:effectLst/>
                        </a:rPr>
                        <a:t>10</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4071932689"/>
                  </a:ext>
                </a:extLst>
              </a:tr>
              <a:tr h="254000">
                <a:tc>
                  <a:txBody>
                    <a:bodyPr/>
                    <a:lstStyle/>
                    <a:p>
                      <a:pPr algn="l" fontAlgn="b"/>
                      <a:r>
                        <a:rPr lang="en-IN" sz="1500" u="none" strike="noStrike" dirty="0">
                          <a:effectLst/>
                        </a:rPr>
                        <a:t>HOTEL BABY LON</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AABCH709M</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9</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300" u="none" strike="noStrike">
                          <a:effectLst/>
                        </a:rPr>
                        <a:t>AABCH2709M</a:t>
                      </a:r>
                      <a:endParaRPr lang="en-IN" sz="1300" b="0" i="0" u="none" strike="noStrike">
                        <a:solidFill>
                          <a:srgbClr val="000000"/>
                        </a:solidFill>
                        <a:effectLst/>
                        <a:latin typeface="Adani Regular"/>
                      </a:endParaRPr>
                    </a:p>
                  </a:txBody>
                  <a:tcPr marL="12700" marR="12700" marT="12700" marB="0" anchor="b"/>
                </a:tc>
                <a:tc>
                  <a:txBody>
                    <a:bodyPr/>
                    <a:lstStyle/>
                    <a:p>
                      <a:pPr algn="l" fontAlgn="b"/>
                      <a:r>
                        <a:rPr lang="en-IN" sz="1500" u="none" strike="noStrike" dirty="0">
                          <a:effectLst/>
                        </a:rPr>
                        <a:t>10</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6183451"/>
                  </a:ext>
                </a:extLst>
              </a:tr>
            </a:tbl>
          </a:graphicData>
        </a:graphic>
      </p:graphicFrame>
    </p:spTree>
    <p:extLst>
      <p:ext uri="{BB962C8B-B14F-4D97-AF65-F5344CB8AC3E}">
        <p14:creationId xmlns:p14="http://schemas.microsoft.com/office/powerpoint/2010/main" val="215343051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143949" y="820440"/>
            <a:ext cx="11952817" cy="5776912"/>
          </a:xfrm>
        </p:spPr>
        <p:txBody>
          <a:bodyPr>
            <a:noAutofit/>
          </a:bodyPr>
          <a:lstStyle/>
          <a:p>
            <a:pPr marL="232828" lvl="1" indent="-232828">
              <a:lnSpc>
                <a:spcPct val="90000"/>
              </a:lnSpc>
              <a:buFont typeface="Arial"/>
              <a:buChar char="•"/>
            </a:pPr>
            <a:r>
              <a:rPr lang="en-US" sz="1600" b="1" dirty="0">
                <a:latin typeface="Optima"/>
              </a:rPr>
              <a:t>Enrichment Protocols</a:t>
            </a:r>
          </a:p>
          <a:p>
            <a:pPr lvl="1">
              <a:lnSpc>
                <a:spcPct val="90000"/>
              </a:lnSpc>
            </a:pPr>
            <a:r>
              <a:rPr lang="en-IN" sz="1600" dirty="0">
                <a:latin typeface="Optima"/>
                <a:cs typeface="Optima"/>
              </a:rPr>
              <a:t>PAN No, Email IDs and specific Taxation details filled by Communicating with Vendor through Phone/Email</a:t>
            </a:r>
          </a:p>
          <a:p>
            <a:pPr lvl="1">
              <a:lnSpc>
                <a:spcPct val="90000"/>
              </a:lnSpc>
            </a:pPr>
            <a:r>
              <a:rPr lang="en-IN" sz="1600" dirty="0">
                <a:latin typeface="Optima"/>
                <a:cs typeface="Optima"/>
              </a:rPr>
              <a:t>Some Details updated by checking documents submitted by Vendor</a:t>
            </a:r>
          </a:p>
          <a:p>
            <a:pPr lvl="1">
              <a:lnSpc>
                <a:spcPct val="90000"/>
              </a:lnSpc>
            </a:pPr>
            <a:r>
              <a:rPr lang="en-IN" sz="1600" dirty="0">
                <a:latin typeface="Optima"/>
                <a:cs typeface="Optima"/>
              </a:rPr>
              <a:t>Enriched details by searching over Internet</a:t>
            </a:r>
            <a:endParaRPr lang="en-US" sz="1600" b="1" dirty="0">
              <a:latin typeface="Optima"/>
            </a:endParaRPr>
          </a:p>
          <a:p>
            <a:pPr marL="232828" lvl="1" indent="-232828">
              <a:lnSpc>
                <a:spcPct val="90000"/>
              </a:lnSpc>
              <a:buFont typeface="Arial"/>
              <a:buChar char="•"/>
            </a:pPr>
            <a:r>
              <a:rPr lang="en-US" sz="1600" b="1" dirty="0">
                <a:solidFill>
                  <a:schemeClr val="tx2"/>
                </a:solidFill>
                <a:latin typeface="Optima"/>
              </a:rPr>
              <a:t>Examples</a:t>
            </a:r>
          </a:p>
        </p:txBody>
      </p:sp>
      <p:sp>
        <p:nvSpPr>
          <p:cNvPr id="5" name="Title 1">
            <a:extLst>
              <a:ext uri="{FF2B5EF4-FFF2-40B4-BE49-F238E27FC236}">
                <a16:creationId xmlns:a16="http://schemas.microsoft.com/office/drawing/2014/main" id="{1E50B1B7-9746-46EB-A5B4-B92325D6282D}"/>
              </a:ext>
            </a:extLst>
          </p:cNvPr>
          <p:cNvSpPr txBox="1">
            <a:spLocks/>
          </p:cNvSpPr>
          <p:nvPr/>
        </p:nvSpPr>
        <p:spPr>
          <a:xfrm>
            <a:off x="241926" y="1"/>
            <a:ext cx="11672869" cy="826603"/>
          </a:xfrm>
          <a:prstGeom prst="rect">
            <a:avLst/>
          </a:prstGeom>
        </p:spPr>
        <p:txBody>
          <a:bodyPr/>
          <a:lstStyle>
            <a:lvl1pPr algn="l" defTabSz="457200" rtl="0" eaLnBrk="1" latinLnBrk="0" hangingPunct="1">
              <a:spcBef>
                <a:spcPct val="0"/>
              </a:spcBef>
              <a:buNone/>
              <a:defRPr sz="2800" kern="1200" baseline="0">
                <a:solidFill>
                  <a:schemeClr val="accent1"/>
                </a:solidFill>
                <a:latin typeface="Arial"/>
                <a:ea typeface="+mj-ea"/>
                <a:cs typeface="Arial"/>
              </a:defRPr>
            </a:lvl1pPr>
          </a:lstStyle>
          <a:p>
            <a:r>
              <a:rPr lang="en-US" sz="2400" b="1" dirty="0">
                <a:solidFill>
                  <a:srgbClr val="0F469B"/>
                </a:solidFill>
                <a:latin typeface="Optima"/>
                <a:cs typeface="Calibri"/>
              </a:rPr>
              <a:t>MDRM VM/CM Harmonization Protocols – (Country Specific)</a:t>
            </a:r>
          </a:p>
          <a:p>
            <a:endParaRPr lang="en-US" sz="3733" dirty="0"/>
          </a:p>
        </p:txBody>
      </p:sp>
      <p:graphicFrame>
        <p:nvGraphicFramePr>
          <p:cNvPr id="6" name="Table 5">
            <a:extLst>
              <a:ext uri="{FF2B5EF4-FFF2-40B4-BE49-F238E27FC236}">
                <a16:creationId xmlns:a16="http://schemas.microsoft.com/office/drawing/2014/main" id="{B4AEB505-E068-4EE7-9D1E-C35EB986AC7A}"/>
              </a:ext>
            </a:extLst>
          </p:cNvPr>
          <p:cNvGraphicFramePr>
            <a:graphicFrameLocks noGrp="1"/>
          </p:cNvGraphicFramePr>
          <p:nvPr/>
        </p:nvGraphicFramePr>
        <p:xfrm>
          <a:off x="231291" y="2283121"/>
          <a:ext cx="11672869" cy="3518460"/>
        </p:xfrm>
        <a:graphic>
          <a:graphicData uri="http://schemas.openxmlformats.org/drawingml/2006/table">
            <a:tbl>
              <a:tblPr>
                <a:tableStyleId>{5C22544A-7EE6-4342-B048-85BDC9FD1C3A}</a:tableStyleId>
              </a:tblPr>
              <a:tblGrid>
                <a:gridCol w="4500673">
                  <a:extLst>
                    <a:ext uri="{9D8B030D-6E8A-4147-A177-3AD203B41FA5}">
                      <a16:colId xmlns:a16="http://schemas.microsoft.com/office/drawing/2014/main" val="3958188637"/>
                    </a:ext>
                  </a:extLst>
                </a:gridCol>
                <a:gridCol w="3002745">
                  <a:extLst>
                    <a:ext uri="{9D8B030D-6E8A-4147-A177-3AD203B41FA5}">
                      <a16:colId xmlns:a16="http://schemas.microsoft.com/office/drawing/2014/main" val="401962593"/>
                    </a:ext>
                  </a:extLst>
                </a:gridCol>
                <a:gridCol w="4169451">
                  <a:extLst>
                    <a:ext uri="{9D8B030D-6E8A-4147-A177-3AD203B41FA5}">
                      <a16:colId xmlns:a16="http://schemas.microsoft.com/office/drawing/2014/main" val="4197207765"/>
                    </a:ext>
                  </a:extLst>
                </a:gridCol>
              </a:tblGrid>
              <a:tr h="319860">
                <a:tc>
                  <a:txBody>
                    <a:bodyPr/>
                    <a:lstStyle/>
                    <a:p>
                      <a:pPr algn="ctr" fontAlgn="ctr"/>
                      <a:r>
                        <a:rPr lang="en-IN" sz="1500" u="none" strike="noStrike" dirty="0">
                          <a:effectLst/>
                        </a:rPr>
                        <a:t>Vendor Name</a:t>
                      </a:r>
                      <a:endParaRPr lang="en-IN" sz="1500" b="0" i="0" u="none" strike="noStrike" dirty="0">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dirty="0">
                          <a:effectLst/>
                        </a:rPr>
                        <a:t>Client Provided Email ID</a:t>
                      </a:r>
                      <a:endParaRPr lang="en-IN" sz="1500" b="0" i="0" u="none" strike="noStrike" dirty="0">
                        <a:solidFill>
                          <a:srgbClr val="000000"/>
                        </a:solidFill>
                        <a:effectLst/>
                        <a:latin typeface="Calibri" panose="020F0502020204030204" pitchFamily="34" charset="0"/>
                      </a:endParaRPr>
                    </a:p>
                  </a:txBody>
                  <a:tcPr marL="12700" marR="12700" marT="12700" marB="0" anchor="ctr"/>
                </a:tc>
                <a:tc>
                  <a:txBody>
                    <a:bodyPr/>
                    <a:lstStyle/>
                    <a:p>
                      <a:pPr algn="ctr" fontAlgn="ctr"/>
                      <a:r>
                        <a:rPr lang="en-IN" sz="1500" u="none" strike="noStrike" dirty="0">
                          <a:effectLst/>
                        </a:rPr>
                        <a:t>Enriched Email ID</a:t>
                      </a:r>
                      <a:endParaRPr lang="en-IN" sz="1500" b="0" i="0" u="none" strike="noStrike" dirty="0">
                        <a:solidFill>
                          <a:srgbClr val="000000"/>
                        </a:solidFill>
                        <a:effectLst/>
                        <a:latin typeface="Calibri" panose="020F0502020204030204" pitchFamily="34" charset="0"/>
                      </a:endParaRPr>
                    </a:p>
                  </a:txBody>
                  <a:tcPr marL="12700" marR="12700" marT="12700" marB="0" anchor="ctr"/>
                </a:tc>
                <a:extLst>
                  <a:ext uri="{0D108BD9-81ED-4DB2-BD59-A6C34878D82A}">
                    <a16:rowId xmlns:a16="http://schemas.microsoft.com/office/drawing/2014/main" val="2153602655"/>
                  </a:ext>
                </a:extLst>
              </a:tr>
              <a:tr h="319860">
                <a:tc>
                  <a:txBody>
                    <a:bodyPr/>
                    <a:lstStyle/>
                    <a:p>
                      <a:pPr algn="l" fontAlgn="b"/>
                      <a:r>
                        <a:rPr lang="en-IN" sz="1500" u="none" strike="noStrike">
                          <a:effectLst/>
                        </a:rPr>
                        <a:t>SHETH V S GENERAL HOSPITAL</a:t>
                      </a:r>
                      <a:endParaRPr lang="en-IN" sz="1500" b="0" i="0" u="none" strike="noStrike">
                        <a:solidFill>
                          <a:srgbClr val="000000"/>
                        </a:solidFill>
                        <a:effectLst/>
                        <a:latin typeface="Calibri" panose="020F0502020204030204" pitchFamily="34" charset="0"/>
                      </a:endParaRPr>
                    </a:p>
                  </a:txBody>
                  <a:tcPr marL="12700" marR="12700" marT="12700" marB="0" anchor="b"/>
                </a:tc>
                <a:tc rowSpan="10">
                  <a:txBody>
                    <a:bodyPr/>
                    <a:lstStyle/>
                    <a:p>
                      <a:pPr algn="ctr" fontAlgn="ctr"/>
                      <a:r>
                        <a:rPr lang="en-IN" sz="1500" u="none" strike="noStrike" dirty="0">
                          <a:effectLst/>
                        </a:rPr>
                        <a:t>No Data Available</a:t>
                      </a:r>
                      <a:endParaRPr lang="en-IN" sz="1500" b="0" i="0" u="none" strike="noStrike" dirty="0">
                        <a:solidFill>
                          <a:srgbClr val="000000"/>
                        </a:solidFill>
                        <a:effectLst/>
                        <a:latin typeface="Calibri" panose="020F0502020204030204" pitchFamily="34" charset="0"/>
                      </a:endParaRPr>
                    </a:p>
                  </a:txBody>
                  <a:tcPr marL="12700" marR="12700" marT="12700" marB="0" anchor="ctr"/>
                </a:tc>
                <a:tc>
                  <a:txBody>
                    <a:bodyPr/>
                    <a:lstStyle/>
                    <a:p>
                      <a:pPr algn="l" fontAlgn="b"/>
                      <a:r>
                        <a:rPr lang="en-IN" sz="1500" u="none" strike="noStrike" dirty="0">
                          <a:effectLst/>
                          <a:hlinkClick r:id="rId2"/>
                        </a:rPr>
                        <a:t>info@vshospital.org</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062187173"/>
                  </a:ext>
                </a:extLst>
              </a:tr>
              <a:tr h="319860">
                <a:tc>
                  <a:txBody>
                    <a:bodyPr/>
                    <a:lstStyle/>
                    <a:p>
                      <a:pPr algn="l" fontAlgn="b"/>
                      <a:r>
                        <a:rPr lang="en-IN" sz="1500" u="none" strike="noStrike" dirty="0">
                          <a:effectLst/>
                        </a:rPr>
                        <a:t>RELIANCE RETAIL LTD</a:t>
                      </a:r>
                      <a:endParaRPr lang="en-IN" sz="1500" b="0" i="0" u="none" strike="noStrike" dirty="0">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3"/>
                        </a:rPr>
                        <a:t>customerservice@ril.com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987437468"/>
                  </a:ext>
                </a:extLst>
              </a:tr>
              <a:tr h="319860">
                <a:tc>
                  <a:txBody>
                    <a:bodyPr/>
                    <a:lstStyle/>
                    <a:p>
                      <a:pPr algn="l" fontAlgn="b"/>
                      <a:r>
                        <a:rPr lang="en-IN" sz="1500" u="none" strike="noStrike">
                          <a:effectLst/>
                        </a:rPr>
                        <a:t>REGULUS MARKETING PVT LTD</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4"/>
                        </a:rPr>
                        <a:t>regulus@transgeniks.com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4036798044"/>
                  </a:ext>
                </a:extLst>
              </a:tr>
              <a:tr h="319860">
                <a:tc>
                  <a:txBody>
                    <a:bodyPr/>
                    <a:lstStyle/>
                    <a:p>
                      <a:pPr algn="l" fontAlgn="b"/>
                      <a:r>
                        <a:rPr lang="en-IN" sz="1500" u="none" strike="noStrike">
                          <a:effectLst/>
                        </a:rPr>
                        <a:t>P C RATHOD &amp; CO</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5"/>
                        </a:rPr>
                        <a:t>rathodpc@hotmail.com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073847458"/>
                  </a:ext>
                </a:extLst>
              </a:tr>
              <a:tr h="319860">
                <a:tc>
                  <a:txBody>
                    <a:bodyPr/>
                    <a:lstStyle/>
                    <a:p>
                      <a:pPr algn="l" fontAlgn="b"/>
                      <a:r>
                        <a:rPr lang="en-IN" sz="1500" u="none" strike="noStrike">
                          <a:effectLst/>
                        </a:rPr>
                        <a:t>HEALTH INDIA TPA SERVICES PVT LTD</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6"/>
                        </a:rPr>
                        <a:t>crm@healthindiatpa.com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034402661"/>
                  </a:ext>
                </a:extLst>
              </a:tr>
              <a:tr h="319860">
                <a:tc>
                  <a:txBody>
                    <a:bodyPr/>
                    <a:lstStyle/>
                    <a:p>
                      <a:pPr algn="l" fontAlgn="b"/>
                      <a:r>
                        <a:rPr lang="en-IN" sz="1500" u="none" strike="noStrike" dirty="0">
                          <a:effectLst/>
                        </a:rPr>
                        <a:t>HCL SERVICES LTD</a:t>
                      </a:r>
                      <a:endParaRPr lang="en-IN" sz="1500" b="0" i="0" u="none" strike="noStrike" dirty="0">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7"/>
                        </a:rPr>
                        <a:t>oahd@hcl.com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226803661"/>
                  </a:ext>
                </a:extLst>
              </a:tr>
              <a:tr h="319860">
                <a:tc>
                  <a:txBody>
                    <a:bodyPr/>
                    <a:lstStyle/>
                    <a:p>
                      <a:pPr algn="l" fontAlgn="b"/>
                      <a:r>
                        <a:rPr lang="en-IN" sz="1500" u="none" strike="noStrike">
                          <a:effectLst/>
                        </a:rPr>
                        <a:t>ROLEX ENGINEERS (INDIA)</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marL="0" algn="l" defTabSz="457200" rtl="0" eaLnBrk="1" fontAlgn="b" latinLnBrk="0" hangingPunct="1"/>
                      <a:r>
                        <a:rPr lang="en-IN" sz="1500" u="none" strike="noStrike" kern="1200" dirty="0">
                          <a:solidFill>
                            <a:schemeClr val="dk1"/>
                          </a:solidFill>
                          <a:effectLst/>
                          <a:latin typeface="+mn-lt"/>
                          <a:ea typeface="+mn-ea"/>
                          <a:cs typeface="+mn-cs"/>
                          <a:hlinkClick r:id="rId8"/>
                        </a:rPr>
                        <a:t>info@rolexindia.in</a:t>
                      </a:r>
                      <a:endParaRPr lang="en-IN" sz="1500" u="none" strike="noStrike" kern="1200" dirty="0">
                        <a:solidFill>
                          <a:schemeClr val="dk1"/>
                        </a:solidFill>
                        <a:effectLst/>
                        <a:latin typeface="+mn-lt"/>
                        <a:ea typeface="+mn-ea"/>
                        <a:cs typeface="+mn-cs"/>
                      </a:endParaRPr>
                    </a:p>
                  </a:txBody>
                  <a:tcPr marL="12700" marR="12700" marT="12700" marB="0" anchor="b"/>
                </a:tc>
                <a:extLst>
                  <a:ext uri="{0D108BD9-81ED-4DB2-BD59-A6C34878D82A}">
                    <a16:rowId xmlns:a16="http://schemas.microsoft.com/office/drawing/2014/main" val="3973397584"/>
                  </a:ext>
                </a:extLst>
              </a:tr>
              <a:tr h="319860">
                <a:tc>
                  <a:txBody>
                    <a:bodyPr/>
                    <a:lstStyle/>
                    <a:p>
                      <a:pPr algn="l" fontAlgn="b"/>
                      <a:r>
                        <a:rPr lang="en-IN" sz="1500" u="none" strike="noStrike">
                          <a:effectLst/>
                        </a:rPr>
                        <a:t>SHREE ENTERPRISE</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9"/>
                        </a:rPr>
                        <a:t>oshovyas@gmail.com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873129269"/>
                  </a:ext>
                </a:extLst>
              </a:tr>
              <a:tr h="319860">
                <a:tc>
                  <a:txBody>
                    <a:bodyPr/>
                    <a:lstStyle/>
                    <a:p>
                      <a:pPr algn="l" fontAlgn="b"/>
                      <a:r>
                        <a:rPr lang="en-IN" sz="1500" u="none" strike="noStrike">
                          <a:effectLst/>
                        </a:rPr>
                        <a:t>LIFE SURGICALS</a:t>
                      </a:r>
                      <a:endParaRPr lang="en-IN" sz="1500" b="0" i="0" u="none" strike="noStrike">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10"/>
                        </a:rPr>
                        <a:t>inf0@lifesurgicals.com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914225431"/>
                  </a:ext>
                </a:extLst>
              </a:tr>
              <a:tr h="319860">
                <a:tc>
                  <a:txBody>
                    <a:bodyPr/>
                    <a:lstStyle/>
                    <a:p>
                      <a:pPr algn="l" fontAlgn="b"/>
                      <a:r>
                        <a:rPr lang="en-IN" sz="1500" u="none" strike="noStrike" dirty="0">
                          <a:effectLst/>
                        </a:rPr>
                        <a:t>LIFE SIGHT SURGICALS PVT LTD</a:t>
                      </a:r>
                      <a:endParaRPr lang="en-IN" sz="1500" b="0" i="0" u="none" strike="noStrike" dirty="0">
                        <a:solidFill>
                          <a:srgbClr val="000000"/>
                        </a:solidFill>
                        <a:effectLst/>
                        <a:latin typeface="Calibri" panose="020F0502020204030204" pitchFamily="34" charset="0"/>
                      </a:endParaRPr>
                    </a:p>
                  </a:txBody>
                  <a:tcPr marL="12700" marR="12700" marT="12700" marB="0" anchor="b"/>
                </a:tc>
                <a:tc vMerge="1">
                  <a:txBody>
                    <a:bodyPr/>
                    <a:lstStyle/>
                    <a:p>
                      <a:endParaRPr lang="en-IN"/>
                    </a:p>
                  </a:txBody>
                  <a:tcPr/>
                </a:tc>
                <a:tc>
                  <a:txBody>
                    <a:bodyPr/>
                    <a:lstStyle/>
                    <a:p>
                      <a:pPr algn="l" fontAlgn="b"/>
                      <a:r>
                        <a:rPr lang="en-IN" sz="1500" u="none" strike="noStrike" dirty="0">
                          <a:effectLst/>
                          <a:hlinkClick r:id="rId11"/>
                        </a:rPr>
                        <a:t>info@lifesurgicals.com</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625433135"/>
                  </a:ext>
                </a:extLst>
              </a:tr>
            </a:tbl>
          </a:graphicData>
        </a:graphic>
      </p:graphicFrame>
      <p:sp>
        <p:nvSpPr>
          <p:cNvPr id="8" name="Date Placeholder 3">
            <a:extLst>
              <a:ext uri="{FF2B5EF4-FFF2-40B4-BE49-F238E27FC236}">
                <a16:creationId xmlns:a16="http://schemas.microsoft.com/office/drawing/2014/main" id="{7C8B0CB7-A7AC-4258-9CB7-06A0D1F88493}"/>
              </a:ext>
            </a:extLst>
          </p:cNvPr>
          <p:cNvSpPr>
            <a:spLocks noGrp="1"/>
          </p:cNvSpPr>
          <p:nvPr>
            <p:ph type="dt" sz="half" idx="10"/>
          </p:nvPr>
        </p:nvSpPr>
        <p:spPr>
          <a:xfrm>
            <a:off x="266880" y="6622089"/>
            <a:ext cx="2844800" cy="226715"/>
          </a:xfrm>
          <a:prstGeom prst="rect">
            <a:avLst/>
          </a:prstGeom>
        </p:spPr>
        <p:txBody>
          <a:bodyPr vert="horz" lIns="91428" tIns="45718" rIns="91428" bIns="45718" rtlCol="0" anchor="ctr"/>
          <a:lstStyle>
            <a:defPPr>
              <a:defRPr lang="en-US"/>
            </a:defPPr>
            <a:lvl1pPr marL="0" algn="l" defTabSz="609491" rtl="0" eaLnBrk="1" latinLnBrk="0" hangingPunct="1">
              <a:defRPr sz="160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637F18-EC9B-4105-AD70-13C3DDE78B49}" type="datetimeFigureOut">
              <a:rPr lang="en-IN" smtClean="0"/>
              <a:pPr/>
              <a:t>25-01-2024</a:t>
            </a:fld>
            <a:endParaRPr lang="en-ZA" dirty="0"/>
          </a:p>
        </p:txBody>
      </p:sp>
      <p:sp>
        <p:nvSpPr>
          <p:cNvPr id="9" name="Slide Number Placeholder 5">
            <a:extLst>
              <a:ext uri="{FF2B5EF4-FFF2-40B4-BE49-F238E27FC236}">
                <a16:creationId xmlns:a16="http://schemas.microsoft.com/office/drawing/2014/main" id="{DE61C7B9-6ECB-4066-ABEE-4899AEA4A172}"/>
              </a:ext>
            </a:extLst>
          </p:cNvPr>
          <p:cNvSpPr>
            <a:spLocks noGrp="1"/>
          </p:cNvSpPr>
          <p:nvPr>
            <p:ph type="sldNum" sz="quarter" idx="12"/>
          </p:nvPr>
        </p:nvSpPr>
        <p:spPr>
          <a:xfrm>
            <a:off x="9342400" y="6622089"/>
            <a:ext cx="2844800" cy="226715"/>
          </a:xfrm>
          <a:prstGeom prst="rect">
            <a:avLst/>
          </a:prstGeom>
        </p:spPr>
        <p:txBody>
          <a:bodyPr vert="horz" lIns="91428" tIns="45718" rIns="35998" bIns="45718" rtlCol="0" anchor="ctr"/>
          <a:lstStyle>
            <a:defPPr>
              <a:defRPr lang="en-US"/>
            </a:defPPr>
            <a:lvl1pPr marL="0" algn="r" defTabSz="609491" rtl="0" eaLnBrk="1" latinLnBrk="0" hangingPunct="1">
              <a:defRPr sz="16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F686CC-75D6-43CF-B739-9FA460638A68}" type="slidenum">
              <a:rPr lang="en-IN" smtClean="0"/>
              <a:pPr/>
              <a:t>33</a:t>
            </a:fld>
            <a:endParaRPr lang="en-ZA" dirty="0"/>
          </a:p>
        </p:txBody>
      </p:sp>
    </p:spTree>
    <p:extLst>
      <p:ext uri="{BB962C8B-B14F-4D97-AF65-F5344CB8AC3E}">
        <p14:creationId xmlns:p14="http://schemas.microsoft.com/office/powerpoint/2010/main" val="384887734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body" idx="1"/>
          </p:nvPr>
        </p:nvSpPr>
        <p:spPr>
          <a:xfrm>
            <a:off x="143949" y="820440"/>
            <a:ext cx="11952817" cy="5776912"/>
          </a:xfrm>
        </p:spPr>
        <p:txBody>
          <a:bodyPr>
            <a:noAutofit/>
          </a:bodyPr>
          <a:lstStyle/>
          <a:p>
            <a:pPr marL="232828" lvl="1" indent="-232828">
              <a:lnSpc>
                <a:spcPct val="90000"/>
              </a:lnSpc>
              <a:buFont typeface="Arial"/>
              <a:buChar char="•"/>
            </a:pPr>
            <a:r>
              <a:rPr lang="en-US" sz="1600" b="1" dirty="0">
                <a:latin typeface="Optima"/>
              </a:rPr>
              <a:t>Enrichment Protocols</a:t>
            </a:r>
          </a:p>
          <a:p>
            <a:pPr lvl="1">
              <a:lnSpc>
                <a:spcPct val="90000"/>
              </a:lnSpc>
            </a:pPr>
            <a:r>
              <a:rPr lang="en-IN" sz="1600" dirty="0">
                <a:latin typeface="Optima"/>
                <a:cs typeface="Optima"/>
              </a:rPr>
              <a:t>GST No, system forwarded mails to each Vendor for updating GST No</a:t>
            </a:r>
          </a:p>
          <a:p>
            <a:pPr lvl="1">
              <a:lnSpc>
                <a:spcPct val="90000"/>
              </a:lnSpc>
            </a:pPr>
            <a:endParaRPr lang="en-IN" sz="1600" dirty="0">
              <a:latin typeface="Optima"/>
              <a:cs typeface="Optima"/>
            </a:endParaRPr>
          </a:p>
          <a:p>
            <a:pPr marL="232828" lvl="1" indent="-232828">
              <a:lnSpc>
                <a:spcPct val="90000"/>
              </a:lnSpc>
              <a:buFont typeface="Arial"/>
              <a:buChar char="•"/>
            </a:pPr>
            <a:r>
              <a:rPr lang="en-IN" sz="1600" b="1" dirty="0">
                <a:solidFill>
                  <a:schemeClr val="tx2"/>
                </a:solidFill>
                <a:latin typeface="Optima"/>
              </a:rPr>
              <a:t>GST No Validation</a:t>
            </a:r>
          </a:p>
          <a:p>
            <a:pPr lvl="1">
              <a:lnSpc>
                <a:spcPct val="90000"/>
              </a:lnSpc>
            </a:pPr>
            <a:r>
              <a:rPr lang="en-IN" sz="1600" dirty="0">
                <a:latin typeface="Optima"/>
                <a:cs typeface="Optima"/>
              </a:rPr>
              <a:t>Total Length should be : 15</a:t>
            </a:r>
          </a:p>
          <a:p>
            <a:pPr lvl="1">
              <a:lnSpc>
                <a:spcPct val="90000"/>
              </a:lnSpc>
            </a:pPr>
            <a:r>
              <a:rPr lang="en-IN" sz="1600" dirty="0">
                <a:latin typeface="Optima"/>
                <a:cs typeface="Optima"/>
              </a:rPr>
              <a:t>First 2 characters must be Numeric (State Code)</a:t>
            </a:r>
          </a:p>
          <a:p>
            <a:pPr lvl="1">
              <a:lnSpc>
                <a:spcPct val="90000"/>
              </a:lnSpc>
            </a:pPr>
            <a:r>
              <a:rPr lang="en-IN" sz="1600" dirty="0">
                <a:latin typeface="Optima"/>
                <a:cs typeface="Optima"/>
              </a:rPr>
              <a:t>Next 10 characters Alpha Numeric (PAN No)</a:t>
            </a:r>
          </a:p>
          <a:p>
            <a:pPr lvl="1">
              <a:lnSpc>
                <a:spcPct val="90000"/>
              </a:lnSpc>
            </a:pPr>
            <a:r>
              <a:rPr lang="en-IN" sz="1600" dirty="0">
                <a:latin typeface="Optima"/>
                <a:cs typeface="Optima"/>
              </a:rPr>
              <a:t>Next 1 character must be Alpha Numeric</a:t>
            </a:r>
          </a:p>
          <a:p>
            <a:pPr lvl="1">
              <a:lnSpc>
                <a:spcPct val="90000"/>
              </a:lnSpc>
            </a:pPr>
            <a:r>
              <a:rPr lang="en-IN" sz="1600" dirty="0">
                <a:latin typeface="Optima"/>
                <a:cs typeface="Optima"/>
              </a:rPr>
              <a:t>Next 1 character must be Alphabet</a:t>
            </a:r>
          </a:p>
          <a:p>
            <a:pPr lvl="1">
              <a:lnSpc>
                <a:spcPct val="90000"/>
              </a:lnSpc>
            </a:pPr>
            <a:r>
              <a:rPr lang="en-IN" sz="1600" dirty="0">
                <a:latin typeface="Optima"/>
                <a:cs typeface="Optima"/>
              </a:rPr>
              <a:t>Next 1 character must be Alpha Numeric</a:t>
            </a:r>
          </a:p>
          <a:p>
            <a:pPr marL="232828" lvl="1" indent="-232828">
              <a:lnSpc>
                <a:spcPct val="90000"/>
              </a:lnSpc>
              <a:buFont typeface="Arial"/>
              <a:buChar char="•"/>
            </a:pPr>
            <a:r>
              <a:rPr lang="en-US" sz="1600" b="1" dirty="0">
                <a:latin typeface="Optima"/>
              </a:rPr>
              <a:t>Examples</a:t>
            </a:r>
          </a:p>
        </p:txBody>
      </p:sp>
      <p:sp>
        <p:nvSpPr>
          <p:cNvPr id="7" name="TextBox 6"/>
          <p:cNvSpPr txBox="1"/>
          <p:nvPr/>
        </p:nvSpPr>
        <p:spPr>
          <a:xfrm>
            <a:off x="5080031" y="6535579"/>
            <a:ext cx="1975391" cy="256545"/>
          </a:xfrm>
          <a:prstGeom prst="rect">
            <a:avLst/>
          </a:prstGeom>
          <a:noFill/>
        </p:spPr>
        <p:txBody>
          <a:bodyPr wrap="square" rtlCol="0">
            <a:spAutoFit/>
          </a:bodyPr>
          <a:lstStyle/>
          <a:p>
            <a:r>
              <a:rPr lang="en-US" sz="1067" dirty="0">
                <a:solidFill>
                  <a:prstClr val="black"/>
                </a:solidFill>
                <a:latin typeface="Optima" charset="0"/>
                <a:ea typeface="Optima" charset="0"/>
                <a:cs typeface="Optima" charset="0"/>
              </a:rPr>
              <a:t>Copyright © 2016 PiLog</a:t>
            </a:r>
          </a:p>
        </p:txBody>
      </p:sp>
      <p:sp>
        <p:nvSpPr>
          <p:cNvPr id="5" name="Title 1">
            <a:extLst>
              <a:ext uri="{FF2B5EF4-FFF2-40B4-BE49-F238E27FC236}">
                <a16:creationId xmlns:a16="http://schemas.microsoft.com/office/drawing/2014/main" id="{1E50B1B7-9746-46EB-A5B4-B92325D6282D}"/>
              </a:ext>
            </a:extLst>
          </p:cNvPr>
          <p:cNvSpPr txBox="1">
            <a:spLocks/>
          </p:cNvSpPr>
          <p:nvPr/>
        </p:nvSpPr>
        <p:spPr>
          <a:xfrm>
            <a:off x="167426" y="2"/>
            <a:ext cx="11747370" cy="721216"/>
          </a:xfrm>
          <a:prstGeom prst="rect">
            <a:avLst/>
          </a:prstGeom>
        </p:spPr>
        <p:txBody>
          <a:bodyPr/>
          <a:lstStyle>
            <a:lvl1pPr algn="l" defTabSz="457200" rtl="0" eaLnBrk="1" latinLnBrk="0" hangingPunct="1">
              <a:spcBef>
                <a:spcPct val="0"/>
              </a:spcBef>
              <a:buNone/>
              <a:defRPr sz="2800" kern="1200" baseline="0">
                <a:solidFill>
                  <a:schemeClr val="accent1"/>
                </a:solidFill>
                <a:latin typeface="Arial"/>
                <a:ea typeface="+mj-ea"/>
                <a:cs typeface="Arial"/>
              </a:defRPr>
            </a:lvl1pPr>
          </a:lstStyle>
          <a:p>
            <a:r>
              <a:rPr lang="en-US" sz="2400" b="1" dirty="0">
                <a:solidFill>
                  <a:srgbClr val="0F469B"/>
                </a:solidFill>
                <a:latin typeface="Optima"/>
                <a:cs typeface="Calibri"/>
              </a:rPr>
              <a:t>MDRM VM/CM Harmonization Protocols – (Country Specific)</a:t>
            </a:r>
          </a:p>
          <a:p>
            <a:endParaRPr lang="en-US" sz="3733" dirty="0"/>
          </a:p>
        </p:txBody>
      </p:sp>
      <p:sp>
        <p:nvSpPr>
          <p:cNvPr id="8" name="Date Placeholder 3">
            <a:extLst>
              <a:ext uri="{FF2B5EF4-FFF2-40B4-BE49-F238E27FC236}">
                <a16:creationId xmlns:a16="http://schemas.microsoft.com/office/drawing/2014/main" id="{7C8B0CB7-A7AC-4258-9CB7-06A0D1F88493}"/>
              </a:ext>
            </a:extLst>
          </p:cNvPr>
          <p:cNvSpPr>
            <a:spLocks noGrp="1"/>
          </p:cNvSpPr>
          <p:nvPr>
            <p:ph type="dt" sz="half" idx="10"/>
          </p:nvPr>
        </p:nvSpPr>
        <p:spPr>
          <a:xfrm>
            <a:off x="266880" y="6622089"/>
            <a:ext cx="2844800" cy="226715"/>
          </a:xfrm>
          <a:prstGeom prst="rect">
            <a:avLst/>
          </a:prstGeom>
        </p:spPr>
        <p:txBody>
          <a:bodyPr vert="horz" lIns="91428" tIns="45718" rIns="91428" bIns="45718" rtlCol="0" anchor="ctr"/>
          <a:lstStyle>
            <a:defPPr>
              <a:defRPr lang="en-US"/>
            </a:defPPr>
            <a:lvl1pPr marL="0" algn="l" defTabSz="609491" rtl="0" eaLnBrk="1" latinLnBrk="0" hangingPunct="1">
              <a:defRPr sz="1600" kern="1200">
                <a:solidFill>
                  <a:schemeClr val="bg1"/>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637F18-EC9B-4105-AD70-13C3DDE78B49}" type="datetimeFigureOut">
              <a:rPr lang="en-IN" smtClean="0"/>
              <a:pPr/>
              <a:t>25-01-2024</a:t>
            </a:fld>
            <a:endParaRPr lang="en-ZA" dirty="0"/>
          </a:p>
        </p:txBody>
      </p:sp>
      <p:sp>
        <p:nvSpPr>
          <p:cNvPr id="9" name="Slide Number Placeholder 5">
            <a:extLst>
              <a:ext uri="{FF2B5EF4-FFF2-40B4-BE49-F238E27FC236}">
                <a16:creationId xmlns:a16="http://schemas.microsoft.com/office/drawing/2014/main" id="{DE61C7B9-6ECB-4066-ABEE-4899AEA4A172}"/>
              </a:ext>
            </a:extLst>
          </p:cNvPr>
          <p:cNvSpPr>
            <a:spLocks noGrp="1"/>
          </p:cNvSpPr>
          <p:nvPr>
            <p:ph type="sldNum" sz="quarter" idx="12"/>
          </p:nvPr>
        </p:nvSpPr>
        <p:spPr>
          <a:xfrm>
            <a:off x="9342400" y="6622089"/>
            <a:ext cx="2844800" cy="226715"/>
          </a:xfrm>
          <a:prstGeom prst="rect">
            <a:avLst/>
          </a:prstGeom>
        </p:spPr>
        <p:txBody>
          <a:bodyPr vert="horz" lIns="91428" tIns="45718" rIns="35998" bIns="45718" rtlCol="0" anchor="ctr"/>
          <a:lstStyle>
            <a:defPPr>
              <a:defRPr lang="en-US"/>
            </a:defPPr>
            <a:lvl1pPr marL="0" algn="r" defTabSz="609491" rtl="0" eaLnBrk="1" latinLnBrk="0" hangingPunct="1">
              <a:defRPr sz="16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F686CC-75D6-43CF-B739-9FA460638A68}" type="slidenum">
              <a:rPr lang="en-IN" smtClean="0"/>
              <a:pPr/>
              <a:t>34</a:t>
            </a:fld>
            <a:endParaRPr lang="en-ZA" dirty="0"/>
          </a:p>
        </p:txBody>
      </p:sp>
      <p:graphicFrame>
        <p:nvGraphicFramePr>
          <p:cNvPr id="2" name="Table 1">
            <a:extLst>
              <a:ext uri="{FF2B5EF4-FFF2-40B4-BE49-F238E27FC236}">
                <a16:creationId xmlns:a16="http://schemas.microsoft.com/office/drawing/2014/main" id="{C24FC969-329D-4D58-A948-DADF7EA24422}"/>
              </a:ext>
            </a:extLst>
          </p:cNvPr>
          <p:cNvGraphicFramePr>
            <a:graphicFrameLocks noGrp="1"/>
          </p:cNvGraphicFramePr>
          <p:nvPr/>
        </p:nvGraphicFramePr>
        <p:xfrm>
          <a:off x="2202288" y="3709115"/>
          <a:ext cx="6595000" cy="2654300"/>
        </p:xfrm>
        <a:graphic>
          <a:graphicData uri="http://schemas.openxmlformats.org/drawingml/2006/table">
            <a:tbl>
              <a:tblPr>
                <a:tableStyleId>{5C22544A-7EE6-4342-B048-85BDC9FD1C3A}</a:tableStyleId>
              </a:tblPr>
              <a:tblGrid>
                <a:gridCol w="4596097">
                  <a:extLst>
                    <a:ext uri="{9D8B030D-6E8A-4147-A177-3AD203B41FA5}">
                      <a16:colId xmlns:a16="http://schemas.microsoft.com/office/drawing/2014/main" val="882644245"/>
                    </a:ext>
                  </a:extLst>
                </a:gridCol>
                <a:gridCol w="1998903">
                  <a:extLst>
                    <a:ext uri="{9D8B030D-6E8A-4147-A177-3AD203B41FA5}">
                      <a16:colId xmlns:a16="http://schemas.microsoft.com/office/drawing/2014/main" val="3740746057"/>
                    </a:ext>
                  </a:extLst>
                </a:gridCol>
              </a:tblGrid>
              <a:tr h="217923">
                <a:tc>
                  <a:txBody>
                    <a:bodyPr/>
                    <a:lstStyle/>
                    <a:p>
                      <a:pPr algn="ctr" fontAlgn="b"/>
                      <a:r>
                        <a:rPr lang="en-IN" sz="1500" u="none" strike="noStrike" dirty="0">
                          <a:effectLst/>
                        </a:rPr>
                        <a:t>Supplier/Vendor Name</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ctr" fontAlgn="b"/>
                      <a:r>
                        <a:rPr lang="en-IN" sz="1500" u="none" strike="noStrike">
                          <a:effectLst/>
                        </a:rPr>
                        <a:t>GST Number</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638613558"/>
                  </a:ext>
                </a:extLst>
              </a:tr>
              <a:tr h="217923">
                <a:tc>
                  <a:txBody>
                    <a:bodyPr/>
                    <a:lstStyle/>
                    <a:p>
                      <a:pPr algn="l" fontAlgn="b"/>
                      <a:r>
                        <a:rPr lang="en-IN" sz="1500" u="none" strike="noStrike">
                          <a:effectLst/>
                        </a:rPr>
                        <a:t>ADINATH PETROCHEMICALS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08AASFA1893R1ZG</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928884082"/>
                  </a:ext>
                </a:extLst>
              </a:tr>
              <a:tr h="217923">
                <a:tc>
                  <a:txBody>
                    <a:bodyPr/>
                    <a:lstStyle/>
                    <a:p>
                      <a:pPr algn="l" fontAlgn="b"/>
                      <a:r>
                        <a:rPr lang="en-IN" sz="1500" u="none" strike="noStrike">
                          <a:effectLst/>
                        </a:rPr>
                        <a:t>ADITYA ELECTRONICS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dirty="0">
                          <a:effectLst/>
                        </a:rPr>
                        <a:t>22ACCPC0164F1ZI</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866814061"/>
                  </a:ext>
                </a:extLst>
              </a:tr>
              <a:tr h="217923">
                <a:tc>
                  <a:txBody>
                    <a:bodyPr/>
                    <a:lstStyle/>
                    <a:p>
                      <a:pPr algn="l" fontAlgn="b"/>
                      <a:r>
                        <a:rPr lang="en-IN" sz="1500" u="none" strike="noStrike">
                          <a:effectLst/>
                        </a:rPr>
                        <a:t>AFMC LUBRICATION PRIVATE LIMITED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19AADCA3544M1ZG</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853110796"/>
                  </a:ext>
                </a:extLst>
              </a:tr>
              <a:tr h="217923">
                <a:tc>
                  <a:txBody>
                    <a:bodyPr/>
                    <a:lstStyle/>
                    <a:p>
                      <a:pPr algn="l" fontAlgn="b"/>
                      <a:r>
                        <a:rPr lang="en-IN" sz="1500" u="none" strike="noStrike" dirty="0">
                          <a:effectLst/>
                        </a:rPr>
                        <a:t>AGARWAL EARTHMOVING ENTERPRISES</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07AALPG2743F1ZW</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348782363"/>
                  </a:ext>
                </a:extLst>
              </a:tr>
              <a:tr h="217923">
                <a:tc>
                  <a:txBody>
                    <a:bodyPr/>
                    <a:lstStyle/>
                    <a:p>
                      <a:pPr algn="l" fontAlgn="b"/>
                      <a:r>
                        <a:rPr lang="en-IN" sz="1500" u="none" strike="noStrike">
                          <a:effectLst/>
                        </a:rPr>
                        <a:t>ALFRED ENGINEERING INDUSTRIES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19AAJFA3415A1ZZ</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855860856"/>
                  </a:ext>
                </a:extLst>
              </a:tr>
              <a:tr h="217923">
                <a:tc>
                  <a:txBody>
                    <a:bodyPr/>
                    <a:lstStyle/>
                    <a:p>
                      <a:pPr algn="l" fontAlgn="b"/>
                      <a:r>
                        <a:rPr lang="en-IN" sz="1500" u="none" strike="noStrike">
                          <a:effectLst/>
                        </a:rPr>
                        <a:t>AMC SERVICES &amp; ENGINEERS PVT LTD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19AAFCA5993C1ZI</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801346777"/>
                  </a:ext>
                </a:extLst>
              </a:tr>
              <a:tr h="217923">
                <a:tc>
                  <a:txBody>
                    <a:bodyPr/>
                    <a:lstStyle/>
                    <a:p>
                      <a:pPr algn="l" fontAlgn="b"/>
                      <a:r>
                        <a:rPr lang="en-IN" sz="1500" u="none" strike="noStrike">
                          <a:effectLst/>
                        </a:rPr>
                        <a:t>ANAND INDUSTRIAL &amp; SPARES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19ARNPK0263B1ZZ</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37616803"/>
                  </a:ext>
                </a:extLst>
              </a:tr>
              <a:tr h="217923">
                <a:tc>
                  <a:txBody>
                    <a:bodyPr/>
                    <a:lstStyle/>
                    <a:p>
                      <a:pPr algn="l" fontAlgn="b"/>
                      <a:r>
                        <a:rPr lang="en-IN" sz="1500" u="none" strike="noStrike">
                          <a:effectLst/>
                        </a:rPr>
                        <a:t>ANKITA ENTERPRISES</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07AAIPK2384H1ZM</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1506222017"/>
                  </a:ext>
                </a:extLst>
              </a:tr>
              <a:tr h="217923">
                <a:tc>
                  <a:txBody>
                    <a:bodyPr/>
                    <a:lstStyle/>
                    <a:p>
                      <a:pPr algn="l" fontAlgn="b"/>
                      <a:r>
                        <a:rPr lang="en-IN" sz="1500" u="none" strike="noStrike">
                          <a:effectLst/>
                        </a:rPr>
                        <a:t>APOLLO CONVEYOR PVT. LTD.</a:t>
                      </a:r>
                      <a:endParaRPr lang="en-IN" sz="1500" b="0" i="0" u="none" strike="noStrike">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a:effectLst/>
                        </a:rPr>
                        <a:t>24AAICA8960A1ZV</a:t>
                      </a:r>
                      <a:endParaRPr lang="en-IN" sz="1500" b="0" i="0" u="none" strike="noStrike">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518081024"/>
                  </a:ext>
                </a:extLst>
              </a:tr>
              <a:tr h="217923">
                <a:tc>
                  <a:txBody>
                    <a:bodyPr/>
                    <a:lstStyle/>
                    <a:p>
                      <a:pPr algn="l" fontAlgn="b"/>
                      <a:r>
                        <a:rPr lang="en-IN" sz="1500" u="none" strike="noStrike" dirty="0">
                          <a:effectLst/>
                        </a:rPr>
                        <a:t>ARIHANT BEARING SERVICES PVT.LTD.</a:t>
                      </a:r>
                      <a:endParaRPr lang="en-IN" sz="1500" b="0" i="0" u="none" strike="noStrike" dirty="0">
                        <a:solidFill>
                          <a:srgbClr val="000000"/>
                        </a:solidFill>
                        <a:effectLst/>
                        <a:latin typeface="Calibri" panose="020F0502020204030204" pitchFamily="34" charset="0"/>
                      </a:endParaRPr>
                    </a:p>
                  </a:txBody>
                  <a:tcPr marL="12700" marR="12700" marT="12700" marB="0" anchor="b"/>
                </a:tc>
                <a:tc>
                  <a:txBody>
                    <a:bodyPr/>
                    <a:lstStyle/>
                    <a:p>
                      <a:pPr algn="l" fontAlgn="b"/>
                      <a:r>
                        <a:rPr lang="en-IN" sz="1500" u="none" strike="noStrike" dirty="0">
                          <a:effectLst/>
                        </a:rPr>
                        <a:t>08AABCA4220G1Z7</a:t>
                      </a:r>
                      <a:endParaRPr lang="en-IN" sz="1500" b="0" i="0" u="none" strike="noStrike" dirty="0">
                        <a:solidFill>
                          <a:srgbClr val="000000"/>
                        </a:solidFill>
                        <a:effectLst/>
                        <a:latin typeface="Calibri" panose="020F0502020204030204" pitchFamily="34" charset="0"/>
                      </a:endParaRPr>
                    </a:p>
                  </a:txBody>
                  <a:tcPr marL="12700" marR="12700" marT="12700" marB="0" anchor="b"/>
                </a:tc>
                <a:extLst>
                  <a:ext uri="{0D108BD9-81ED-4DB2-BD59-A6C34878D82A}">
                    <a16:rowId xmlns:a16="http://schemas.microsoft.com/office/drawing/2014/main" val="2354415988"/>
                  </a:ext>
                </a:extLst>
              </a:tr>
            </a:tbl>
          </a:graphicData>
        </a:graphic>
      </p:graphicFrame>
    </p:spTree>
    <p:extLst>
      <p:ext uri="{BB962C8B-B14F-4D97-AF65-F5344CB8AC3E}">
        <p14:creationId xmlns:p14="http://schemas.microsoft.com/office/powerpoint/2010/main" val="162812952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43026"/>
            <a:ext cx="6660185" cy="376555"/>
          </a:xfrm>
          <a:prstGeom prst="rect">
            <a:avLst/>
          </a:prstGeom>
        </p:spPr>
        <p:txBody>
          <a:bodyPr vert="horz" wrap="square" lIns="0" tIns="12700" rIns="0" bIns="0" rtlCol="0">
            <a:spAutoFit/>
          </a:bodyPr>
          <a:lstStyle/>
          <a:p>
            <a:pPr marL="12700">
              <a:lnSpc>
                <a:spcPct val="100000"/>
              </a:lnSpc>
              <a:spcBef>
                <a:spcPts val="100"/>
              </a:spcBef>
            </a:pPr>
            <a:r>
              <a:rPr lang="en-US" sz="2300" spc="-180" dirty="0">
                <a:solidFill>
                  <a:srgbClr val="0F469B"/>
                </a:solidFill>
                <a:latin typeface="+mj-lt"/>
              </a:rPr>
              <a:t>K</a:t>
            </a:r>
            <a:r>
              <a:rPr lang="en-US" sz="2300" spc="-165" dirty="0">
                <a:solidFill>
                  <a:srgbClr val="0F469B"/>
                </a:solidFill>
                <a:latin typeface="+mj-lt"/>
              </a:rPr>
              <a:t>e</a:t>
            </a:r>
            <a:r>
              <a:rPr lang="en-US" sz="2300" dirty="0">
                <a:solidFill>
                  <a:srgbClr val="0F469B"/>
                </a:solidFill>
                <a:latin typeface="+mj-lt"/>
              </a:rPr>
              <a:t>y</a:t>
            </a:r>
            <a:r>
              <a:rPr lang="en-US" sz="2300" spc="-295" dirty="0">
                <a:solidFill>
                  <a:srgbClr val="0F469B"/>
                </a:solidFill>
                <a:latin typeface="+mj-lt"/>
              </a:rPr>
              <a:t> </a:t>
            </a:r>
            <a:r>
              <a:rPr lang="en-US" sz="2300" spc="-145" dirty="0">
                <a:solidFill>
                  <a:srgbClr val="0F469B"/>
                </a:solidFill>
                <a:latin typeface="+mj-lt"/>
              </a:rPr>
              <a:t>D</a:t>
            </a:r>
            <a:r>
              <a:rPr lang="en-US" sz="2300" spc="-140" dirty="0">
                <a:solidFill>
                  <a:srgbClr val="0F469B"/>
                </a:solidFill>
                <a:latin typeface="+mj-lt"/>
              </a:rPr>
              <a:t>e</a:t>
            </a:r>
            <a:r>
              <a:rPr lang="en-US" sz="2300" spc="-150" dirty="0">
                <a:solidFill>
                  <a:srgbClr val="0F469B"/>
                </a:solidFill>
                <a:latin typeface="+mj-lt"/>
              </a:rPr>
              <a:t>li</a:t>
            </a:r>
            <a:r>
              <a:rPr lang="en-US" sz="2300" spc="-170" dirty="0">
                <a:solidFill>
                  <a:srgbClr val="0F469B"/>
                </a:solidFill>
                <a:latin typeface="+mj-lt"/>
              </a:rPr>
              <a:t>v</a:t>
            </a:r>
            <a:r>
              <a:rPr lang="en-US" sz="2300" spc="-140" dirty="0">
                <a:solidFill>
                  <a:srgbClr val="0F469B"/>
                </a:solidFill>
                <a:latin typeface="+mj-lt"/>
              </a:rPr>
              <a:t>e</a:t>
            </a:r>
            <a:r>
              <a:rPr lang="en-US" sz="2300" spc="-195" dirty="0">
                <a:solidFill>
                  <a:srgbClr val="0F469B"/>
                </a:solidFill>
                <a:latin typeface="+mj-lt"/>
              </a:rPr>
              <a:t>r</a:t>
            </a:r>
            <a:r>
              <a:rPr lang="en-US" sz="2300" spc="-145" dirty="0">
                <a:solidFill>
                  <a:srgbClr val="0F469B"/>
                </a:solidFill>
                <a:latin typeface="+mj-lt"/>
              </a:rPr>
              <a:t>ab</a:t>
            </a:r>
            <a:r>
              <a:rPr lang="en-US" sz="2300" spc="-150" dirty="0">
                <a:solidFill>
                  <a:srgbClr val="0F469B"/>
                </a:solidFill>
                <a:latin typeface="+mj-lt"/>
              </a:rPr>
              <a:t>l</a:t>
            </a:r>
            <a:r>
              <a:rPr lang="en-US" sz="2300" spc="-140" dirty="0">
                <a:solidFill>
                  <a:srgbClr val="0F469B"/>
                </a:solidFill>
                <a:latin typeface="+mj-lt"/>
              </a:rPr>
              <a:t>e</a:t>
            </a:r>
            <a:r>
              <a:rPr lang="en-US" sz="2300" dirty="0">
                <a:solidFill>
                  <a:srgbClr val="0F469B"/>
                </a:solidFill>
                <a:latin typeface="+mj-lt"/>
              </a:rPr>
              <a:t>s</a:t>
            </a:r>
            <a:r>
              <a:rPr lang="en-US" sz="2300" spc="-315" dirty="0">
                <a:solidFill>
                  <a:srgbClr val="0F469B"/>
                </a:solidFill>
                <a:latin typeface="+mj-lt"/>
              </a:rPr>
              <a:t> </a:t>
            </a:r>
            <a:r>
              <a:rPr lang="en-US" sz="2300" spc="-160" dirty="0">
                <a:solidFill>
                  <a:srgbClr val="0F469B"/>
                </a:solidFill>
                <a:latin typeface="+mj-lt"/>
              </a:rPr>
              <a:t>b</a:t>
            </a:r>
            <a:r>
              <a:rPr lang="en-US" sz="2300" dirty="0">
                <a:solidFill>
                  <a:srgbClr val="0F469B"/>
                </a:solidFill>
                <a:latin typeface="+mj-lt"/>
              </a:rPr>
              <a:t>y</a:t>
            </a:r>
            <a:r>
              <a:rPr lang="en-US" sz="2300" spc="-280" dirty="0">
                <a:solidFill>
                  <a:srgbClr val="0F469B"/>
                </a:solidFill>
                <a:latin typeface="+mj-lt"/>
              </a:rPr>
              <a:t> </a:t>
            </a:r>
            <a:r>
              <a:rPr lang="en-US" sz="2300" spc="-150" dirty="0">
                <a:solidFill>
                  <a:srgbClr val="0F469B"/>
                </a:solidFill>
                <a:latin typeface="+mj-lt"/>
              </a:rPr>
              <a:t>PiLo</a:t>
            </a:r>
            <a:r>
              <a:rPr lang="en-US" sz="2300" dirty="0">
                <a:solidFill>
                  <a:srgbClr val="0F469B"/>
                </a:solidFill>
                <a:latin typeface="+mj-lt"/>
              </a:rPr>
              <a:t>g (Vendor &amp; Customer Master)</a:t>
            </a:r>
            <a:endParaRPr sz="2300" dirty="0">
              <a:latin typeface="+mj-lt"/>
            </a:endParaRPr>
          </a:p>
        </p:txBody>
      </p:sp>
      <p:sp>
        <p:nvSpPr>
          <p:cNvPr id="4" name="object 4"/>
          <p:cNvSpPr txBox="1"/>
          <p:nvPr/>
        </p:nvSpPr>
        <p:spPr>
          <a:xfrm>
            <a:off x="320751" y="6613194"/>
            <a:ext cx="518795" cy="254000"/>
          </a:xfrm>
          <a:prstGeom prst="rect">
            <a:avLst/>
          </a:prstGeom>
        </p:spPr>
        <p:txBody>
          <a:bodyPr vert="horz" wrap="square" lIns="0" tIns="0" rIns="0" bIns="0" rtlCol="0">
            <a:spAutoFit/>
          </a:bodyPr>
          <a:lstStyle/>
          <a:p>
            <a:pPr marL="12700">
              <a:lnSpc>
                <a:spcPts val="1810"/>
              </a:lnSpc>
            </a:pPr>
            <a:r>
              <a:rPr sz="1800" spc="-10" dirty="0">
                <a:solidFill>
                  <a:srgbClr val="FFFFFF"/>
                </a:solidFill>
                <a:latin typeface="Calibri"/>
                <a:cs typeface="Calibri"/>
              </a:rPr>
              <a:t>P</a:t>
            </a:r>
            <a:r>
              <a:rPr sz="1800" spc="-5" dirty="0">
                <a:solidFill>
                  <a:srgbClr val="FFFFFF"/>
                </a:solidFill>
                <a:latin typeface="Calibri"/>
                <a:cs typeface="Calibri"/>
              </a:rPr>
              <a:t>iLog</a:t>
            </a:r>
            <a:endParaRPr sz="18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3" name="object 3"/>
          <p:cNvSpPr txBox="1"/>
          <p:nvPr/>
        </p:nvSpPr>
        <p:spPr>
          <a:xfrm>
            <a:off x="277164" y="860806"/>
            <a:ext cx="11464925" cy="5771452"/>
          </a:xfrm>
          <a:prstGeom prst="rect">
            <a:avLst/>
          </a:prstGeom>
        </p:spPr>
        <p:txBody>
          <a:bodyPr vert="horz" wrap="square" lIns="0" tIns="13335" rIns="0" bIns="0" rtlCol="0">
            <a:spAutoFit/>
          </a:bodyPr>
          <a:lstStyle/>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Consolidate, profile &amp; merge the data from various sources into single repository for processing</a:t>
            </a:r>
          </a:p>
          <a:p>
            <a:pPr marL="12066">
              <a:lnSpc>
                <a:spcPct val="100000"/>
              </a:lnSpc>
              <a:spcBef>
                <a:spcPts val="100"/>
              </a:spcBef>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Conduct workshop with business users to identify Mandatory/optional fields for data cleansing and enrichment</a:t>
            </a:r>
          </a:p>
          <a:p>
            <a:pPr marL="12066">
              <a:lnSpc>
                <a:spcPct val="100000"/>
              </a:lnSpc>
              <a:spcBef>
                <a:spcPts val="100"/>
              </a:spcBef>
              <a:tabLst>
                <a:tab pos="245745" algn="l"/>
                <a:tab pos="246379" algn="l"/>
              </a:tabLst>
            </a:pPr>
            <a:endParaRPr lang="en-US" spc="-10" dirty="0">
              <a:solidFill>
                <a:srgbClr val="0F469B"/>
              </a:solidFill>
              <a:latin typeface="+mj-lt"/>
              <a:cs typeface="Calibri"/>
            </a:endParaRPr>
          </a:p>
          <a:p>
            <a:pPr marL="245745" indent="-233679">
              <a:lnSpc>
                <a:spcPct val="100000"/>
              </a:lnSpc>
              <a:buFont typeface="Arial MT"/>
              <a:buChar char="•"/>
              <a:tabLst>
                <a:tab pos="245745" algn="l"/>
                <a:tab pos="246379" algn="l"/>
              </a:tabLst>
            </a:pPr>
            <a:r>
              <a:rPr lang="en-US" sz="1800" spc="-5" dirty="0">
                <a:solidFill>
                  <a:srgbClr val="0F469B"/>
                </a:solidFill>
                <a:latin typeface="+mj-lt"/>
                <a:cs typeface="Calibri"/>
              </a:rPr>
              <a:t>Analyze</a:t>
            </a:r>
            <a:r>
              <a:rPr lang="en-US" sz="1800" spc="-10" dirty="0">
                <a:solidFill>
                  <a:srgbClr val="0F469B"/>
                </a:solidFill>
                <a:latin typeface="+mj-lt"/>
                <a:cs typeface="Calibri"/>
              </a:rPr>
              <a:t> </a:t>
            </a:r>
            <a:r>
              <a:rPr lang="en-US" sz="1800" dirty="0">
                <a:solidFill>
                  <a:srgbClr val="0F469B"/>
                </a:solidFill>
                <a:latin typeface="+mj-lt"/>
                <a:cs typeface="Calibri"/>
              </a:rPr>
              <a:t>the</a:t>
            </a:r>
            <a:r>
              <a:rPr lang="en-US" sz="1800" spc="5" dirty="0">
                <a:solidFill>
                  <a:srgbClr val="0F469B"/>
                </a:solidFill>
                <a:latin typeface="+mj-lt"/>
                <a:cs typeface="Calibri"/>
              </a:rPr>
              <a:t> </a:t>
            </a:r>
            <a:r>
              <a:rPr lang="en-US" sz="1800" spc="-10" dirty="0">
                <a:solidFill>
                  <a:srgbClr val="0F469B"/>
                </a:solidFill>
                <a:latin typeface="+mj-lt"/>
                <a:cs typeface="Calibri"/>
              </a:rPr>
              <a:t>master</a:t>
            </a:r>
            <a:r>
              <a:rPr lang="en-US" sz="1800" spc="5" dirty="0">
                <a:solidFill>
                  <a:srgbClr val="0F469B"/>
                </a:solidFill>
                <a:latin typeface="+mj-lt"/>
                <a:cs typeface="Calibri"/>
              </a:rPr>
              <a:t> </a:t>
            </a:r>
            <a:r>
              <a:rPr lang="en-US" sz="1800" spc="-15" dirty="0">
                <a:solidFill>
                  <a:srgbClr val="0F469B"/>
                </a:solidFill>
                <a:latin typeface="+mj-lt"/>
                <a:cs typeface="Calibri"/>
              </a:rPr>
              <a:t>records</a:t>
            </a:r>
            <a:r>
              <a:rPr lang="en-US" sz="1800" spc="20" dirty="0">
                <a:solidFill>
                  <a:srgbClr val="0F469B"/>
                </a:solidFill>
                <a:latin typeface="+mj-lt"/>
                <a:cs typeface="Calibri"/>
              </a:rPr>
              <a:t> </a:t>
            </a:r>
            <a:r>
              <a:rPr lang="en-US" sz="1800" dirty="0">
                <a:solidFill>
                  <a:srgbClr val="0F469B"/>
                </a:solidFill>
                <a:latin typeface="+mj-lt"/>
                <a:cs typeface="Calibri"/>
              </a:rPr>
              <a:t>and</a:t>
            </a:r>
            <a:r>
              <a:rPr lang="en-US" sz="1800" spc="5" dirty="0">
                <a:solidFill>
                  <a:srgbClr val="0F469B"/>
                </a:solidFill>
                <a:latin typeface="+mj-lt"/>
                <a:cs typeface="Calibri"/>
              </a:rPr>
              <a:t> </a:t>
            </a:r>
            <a:r>
              <a:rPr lang="en-US" sz="1800" spc="-5" dirty="0">
                <a:solidFill>
                  <a:srgbClr val="0F469B"/>
                </a:solidFill>
                <a:latin typeface="+mj-lt"/>
                <a:cs typeface="Calibri"/>
              </a:rPr>
              <a:t>determine</a:t>
            </a:r>
            <a:r>
              <a:rPr lang="en-US" sz="1800" spc="30" dirty="0">
                <a:solidFill>
                  <a:srgbClr val="0F469B"/>
                </a:solidFill>
                <a:latin typeface="+mj-lt"/>
                <a:cs typeface="Calibri"/>
              </a:rPr>
              <a:t> </a:t>
            </a:r>
            <a:r>
              <a:rPr lang="en-US" sz="1800" dirty="0">
                <a:solidFill>
                  <a:srgbClr val="0F469B"/>
                </a:solidFill>
                <a:latin typeface="+mj-lt"/>
                <a:cs typeface="Calibri"/>
              </a:rPr>
              <a:t>the</a:t>
            </a:r>
            <a:r>
              <a:rPr lang="en-US" sz="1800" spc="15" dirty="0">
                <a:solidFill>
                  <a:srgbClr val="0F469B"/>
                </a:solidFill>
                <a:latin typeface="+mj-lt"/>
                <a:cs typeface="Calibri"/>
              </a:rPr>
              <a:t> </a:t>
            </a:r>
            <a:r>
              <a:rPr lang="en-US" sz="1800" spc="-20" dirty="0">
                <a:solidFill>
                  <a:srgbClr val="0F469B"/>
                </a:solidFill>
                <a:latin typeface="+mj-lt"/>
                <a:cs typeface="Calibri"/>
              </a:rPr>
              <a:t>Key</a:t>
            </a:r>
            <a:r>
              <a:rPr lang="en-US" sz="1800" spc="5" dirty="0">
                <a:solidFill>
                  <a:srgbClr val="0F469B"/>
                </a:solidFill>
                <a:latin typeface="+mj-lt"/>
                <a:cs typeface="Calibri"/>
              </a:rPr>
              <a:t> </a:t>
            </a:r>
            <a:r>
              <a:rPr lang="en-US" sz="1800" spc="-5" dirty="0">
                <a:solidFill>
                  <a:srgbClr val="0F469B"/>
                </a:solidFill>
                <a:latin typeface="+mj-lt"/>
                <a:cs typeface="Calibri"/>
              </a:rPr>
              <a:t>fields</a:t>
            </a:r>
            <a:r>
              <a:rPr lang="en-US" sz="1800" spc="20" dirty="0">
                <a:solidFill>
                  <a:srgbClr val="0F469B"/>
                </a:solidFill>
                <a:latin typeface="+mj-lt"/>
                <a:cs typeface="Calibri"/>
              </a:rPr>
              <a:t> </a:t>
            </a:r>
            <a:r>
              <a:rPr lang="en-US" sz="1800" spc="-10" dirty="0">
                <a:solidFill>
                  <a:srgbClr val="0F469B"/>
                </a:solidFill>
                <a:latin typeface="+mj-lt"/>
                <a:cs typeface="Calibri"/>
              </a:rPr>
              <a:t>to</a:t>
            </a:r>
            <a:r>
              <a:rPr lang="en-US" sz="1800" dirty="0">
                <a:solidFill>
                  <a:srgbClr val="0F469B"/>
                </a:solidFill>
                <a:latin typeface="+mj-lt"/>
                <a:cs typeface="Calibri"/>
              </a:rPr>
              <a:t> </a:t>
            </a:r>
            <a:r>
              <a:rPr lang="en-US" sz="1800" spc="-5" dirty="0">
                <a:solidFill>
                  <a:srgbClr val="0F469B"/>
                </a:solidFill>
                <a:latin typeface="+mj-lt"/>
                <a:cs typeface="Calibri"/>
              </a:rPr>
              <a:t>identify</a:t>
            </a:r>
            <a:r>
              <a:rPr lang="en-US" sz="1800" spc="5" dirty="0">
                <a:solidFill>
                  <a:srgbClr val="0F469B"/>
                </a:solidFill>
                <a:latin typeface="+mj-lt"/>
                <a:cs typeface="Calibri"/>
              </a:rPr>
              <a:t> </a:t>
            </a:r>
            <a:r>
              <a:rPr lang="en-US" sz="1800" dirty="0">
                <a:solidFill>
                  <a:srgbClr val="0F469B"/>
                </a:solidFill>
                <a:latin typeface="+mj-lt"/>
                <a:cs typeface="Calibri"/>
              </a:rPr>
              <a:t>the</a:t>
            </a:r>
            <a:r>
              <a:rPr lang="en-US" sz="1800" spc="15" dirty="0">
                <a:solidFill>
                  <a:srgbClr val="0F469B"/>
                </a:solidFill>
                <a:latin typeface="+mj-lt"/>
                <a:cs typeface="Calibri"/>
              </a:rPr>
              <a:t> </a:t>
            </a:r>
            <a:r>
              <a:rPr lang="en-US" sz="1800" spc="-10" dirty="0">
                <a:solidFill>
                  <a:srgbClr val="0F469B"/>
                </a:solidFill>
                <a:latin typeface="+mj-lt"/>
                <a:cs typeface="Calibri"/>
              </a:rPr>
              <a:t>duplicates</a:t>
            </a:r>
            <a:r>
              <a:rPr lang="en-US" sz="1800" spc="20" dirty="0">
                <a:solidFill>
                  <a:srgbClr val="0F469B"/>
                </a:solidFill>
                <a:latin typeface="+mj-lt"/>
                <a:cs typeface="Calibri"/>
              </a:rPr>
              <a:t> </a:t>
            </a:r>
            <a:r>
              <a:rPr lang="en-US" sz="1800" spc="-5" dirty="0">
                <a:solidFill>
                  <a:srgbClr val="0F469B"/>
                </a:solidFill>
                <a:latin typeface="+mj-lt"/>
                <a:cs typeface="Calibri"/>
              </a:rPr>
              <a:t>within</a:t>
            </a:r>
            <a:r>
              <a:rPr lang="en-US" sz="1800" spc="15" dirty="0">
                <a:solidFill>
                  <a:srgbClr val="0F469B"/>
                </a:solidFill>
                <a:latin typeface="+mj-lt"/>
                <a:cs typeface="Calibri"/>
              </a:rPr>
              <a:t> </a:t>
            </a:r>
            <a:r>
              <a:rPr lang="en-US" sz="1800" dirty="0">
                <a:solidFill>
                  <a:srgbClr val="0F469B"/>
                </a:solidFill>
                <a:latin typeface="+mj-lt"/>
                <a:cs typeface="Calibri"/>
              </a:rPr>
              <a:t>the</a:t>
            </a:r>
            <a:r>
              <a:rPr lang="en-US" sz="1800" spc="15" dirty="0">
                <a:solidFill>
                  <a:srgbClr val="0F469B"/>
                </a:solidFill>
                <a:latin typeface="+mj-lt"/>
                <a:cs typeface="Calibri"/>
              </a:rPr>
              <a:t> </a:t>
            </a:r>
            <a:r>
              <a:rPr lang="en-US" sz="1800" spc="-10" dirty="0">
                <a:solidFill>
                  <a:srgbClr val="0F469B"/>
                </a:solidFill>
                <a:latin typeface="+mj-lt"/>
                <a:cs typeface="Calibri"/>
              </a:rPr>
              <a:t>source</a:t>
            </a:r>
            <a:r>
              <a:rPr lang="en-US" sz="1800" spc="5" dirty="0">
                <a:solidFill>
                  <a:srgbClr val="0F469B"/>
                </a:solidFill>
                <a:latin typeface="+mj-lt"/>
                <a:cs typeface="Calibri"/>
              </a:rPr>
              <a:t> </a:t>
            </a:r>
            <a:r>
              <a:rPr lang="en-US" sz="1800" spc="-10" dirty="0">
                <a:solidFill>
                  <a:srgbClr val="0F469B"/>
                </a:solidFill>
                <a:latin typeface="+mj-lt"/>
                <a:cs typeface="Calibri"/>
              </a:rPr>
              <a:t>data,</a:t>
            </a:r>
            <a:r>
              <a:rPr lang="en-US" sz="1800" spc="10" dirty="0">
                <a:solidFill>
                  <a:srgbClr val="0F469B"/>
                </a:solidFill>
                <a:latin typeface="+mj-lt"/>
                <a:cs typeface="Calibri"/>
              </a:rPr>
              <a:t> </a:t>
            </a:r>
            <a:r>
              <a:rPr lang="en-US" sz="1800" dirty="0">
                <a:solidFill>
                  <a:srgbClr val="0F469B"/>
                </a:solidFill>
                <a:latin typeface="+mj-lt"/>
                <a:cs typeface="Calibri"/>
              </a:rPr>
              <a:t>assess</a:t>
            </a:r>
            <a:endParaRPr lang="en-US" sz="1800" dirty="0">
              <a:latin typeface="+mj-lt"/>
              <a:cs typeface="Calibri"/>
            </a:endParaRPr>
          </a:p>
          <a:p>
            <a:pPr marL="245745">
              <a:lnSpc>
                <a:spcPct val="100000"/>
              </a:lnSpc>
              <a:spcBef>
                <a:spcPts val="5"/>
              </a:spcBef>
            </a:pPr>
            <a:r>
              <a:rPr lang="en-US" sz="1800" dirty="0">
                <a:solidFill>
                  <a:srgbClr val="0F469B"/>
                </a:solidFill>
                <a:latin typeface="+mj-lt"/>
                <a:cs typeface="Calibri"/>
              </a:rPr>
              <a:t>the</a:t>
            </a:r>
            <a:r>
              <a:rPr lang="en-US" sz="1800" spc="5" dirty="0">
                <a:solidFill>
                  <a:srgbClr val="0F469B"/>
                </a:solidFill>
                <a:latin typeface="+mj-lt"/>
                <a:cs typeface="Calibri"/>
              </a:rPr>
              <a:t> </a:t>
            </a:r>
            <a:r>
              <a:rPr lang="en-US" sz="1800" spc="-15" dirty="0">
                <a:solidFill>
                  <a:srgbClr val="0F469B"/>
                </a:solidFill>
                <a:latin typeface="+mj-lt"/>
                <a:cs typeface="Calibri"/>
              </a:rPr>
              <a:t>data</a:t>
            </a:r>
            <a:r>
              <a:rPr lang="en-US" sz="1800" spc="-5" dirty="0">
                <a:solidFill>
                  <a:srgbClr val="0F469B"/>
                </a:solidFill>
                <a:latin typeface="+mj-lt"/>
                <a:cs typeface="Calibri"/>
              </a:rPr>
              <a:t> quality</a:t>
            </a:r>
            <a:r>
              <a:rPr lang="en-US" sz="1800" dirty="0">
                <a:solidFill>
                  <a:srgbClr val="0F469B"/>
                </a:solidFill>
                <a:latin typeface="+mj-lt"/>
                <a:cs typeface="Calibri"/>
              </a:rPr>
              <a:t> and</a:t>
            </a:r>
            <a:r>
              <a:rPr lang="en-US" sz="1800" spc="5" dirty="0">
                <a:solidFill>
                  <a:srgbClr val="0F469B"/>
                </a:solidFill>
                <a:latin typeface="+mj-lt"/>
                <a:cs typeface="Calibri"/>
              </a:rPr>
              <a:t> </a:t>
            </a:r>
            <a:r>
              <a:rPr lang="en-US" sz="1800" spc="-5" dirty="0">
                <a:solidFill>
                  <a:srgbClr val="0F469B"/>
                </a:solidFill>
                <a:latin typeface="+mj-lt"/>
                <a:cs typeface="Calibri"/>
              </a:rPr>
              <a:t>present</a:t>
            </a:r>
            <a:r>
              <a:rPr lang="en-US" sz="1800" dirty="0">
                <a:solidFill>
                  <a:srgbClr val="0F469B"/>
                </a:solidFill>
                <a:latin typeface="+mj-lt"/>
                <a:cs typeface="Calibri"/>
              </a:rPr>
              <a:t> the</a:t>
            </a:r>
            <a:r>
              <a:rPr lang="en-US" sz="1800" spc="5" dirty="0">
                <a:solidFill>
                  <a:srgbClr val="0F469B"/>
                </a:solidFill>
                <a:latin typeface="+mj-lt"/>
                <a:cs typeface="Calibri"/>
              </a:rPr>
              <a:t> </a:t>
            </a:r>
            <a:r>
              <a:rPr lang="en-US" sz="1800" spc="-10" dirty="0">
                <a:solidFill>
                  <a:srgbClr val="0F469B"/>
                </a:solidFill>
                <a:latin typeface="+mj-lt"/>
                <a:cs typeface="Calibri"/>
              </a:rPr>
              <a:t>reports</a:t>
            </a:r>
            <a:r>
              <a:rPr lang="en-US" sz="1800" dirty="0">
                <a:solidFill>
                  <a:srgbClr val="0F469B"/>
                </a:solidFill>
                <a:latin typeface="+mj-lt"/>
                <a:cs typeface="Calibri"/>
              </a:rPr>
              <a:t> </a:t>
            </a:r>
            <a:r>
              <a:rPr lang="en-US" sz="1800" spc="-5" dirty="0">
                <a:solidFill>
                  <a:srgbClr val="0F469B"/>
                </a:solidFill>
                <a:latin typeface="+mj-lt"/>
                <a:cs typeface="Calibri"/>
              </a:rPr>
              <a:t>of</a:t>
            </a:r>
            <a:r>
              <a:rPr lang="en-US" sz="1800" spc="-10" dirty="0">
                <a:solidFill>
                  <a:srgbClr val="0F469B"/>
                </a:solidFill>
                <a:latin typeface="+mj-lt"/>
                <a:cs typeface="Calibri"/>
              </a:rPr>
              <a:t> </a:t>
            </a:r>
            <a:r>
              <a:rPr lang="en-US" sz="1800" spc="5" dirty="0">
                <a:solidFill>
                  <a:srgbClr val="0F469B"/>
                </a:solidFill>
                <a:latin typeface="+mj-lt"/>
                <a:cs typeface="Calibri"/>
              </a:rPr>
              <a:t>AS-IS</a:t>
            </a:r>
            <a:r>
              <a:rPr lang="en-US" sz="1800" spc="-10" dirty="0">
                <a:solidFill>
                  <a:srgbClr val="0F469B"/>
                </a:solidFill>
                <a:latin typeface="+mj-lt"/>
                <a:cs typeface="Calibri"/>
              </a:rPr>
              <a:t> </a:t>
            </a:r>
            <a:r>
              <a:rPr lang="en-US" sz="1800" spc="-15" dirty="0">
                <a:solidFill>
                  <a:srgbClr val="0F469B"/>
                </a:solidFill>
                <a:latin typeface="+mj-lt"/>
                <a:cs typeface="Calibri"/>
              </a:rPr>
              <a:t>data.</a:t>
            </a:r>
            <a:endParaRPr lang="en-US" spc="-10" dirty="0">
              <a:solidFill>
                <a:srgbClr val="0F469B"/>
              </a:solidFill>
              <a:latin typeface="+mj-lt"/>
              <a:cs typeface="Calibri"/>
            </a:endParaRPr>
          </a:p>
          <a:p>
            <a:pPr marL="12066">
              <a:lnSpc>
                <a:spcPct val="100000"/>
              </a:lnSpc>
              <a:spcBef>
                <a:spcPts val="100"/>
              </a:spcBef>
              <a:tabLst>
                <a:tab pos="245745" algn="l"/>
                <a:tab pos="246379" algn="l"/>
              </a:tabLst>
            </a:pPr>
            <a:endParaRPr lang="en-US" spc="-15"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Address Verification for each Vendor/Customer record based on GST number.</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Compare existing address details with GST address and enrich data for missing key fields.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GST and PAN number validation and identify any inconsistency.</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Analyze and prepare report on missing mandatory fields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Trigger emails for each vendor/customer asking for missing details along with relevant attachments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Set up support team to contact individual vendor/customer to update missing information based on priority list.</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p:txBody>
      </p:sp>
    </p:spTree>
    <p:extLst>
      <p:ext uri="{BB962C8B-B14F-4D97-AF65-F5344CB8AC3E}">
        <p14:creationId xmlns:p14="http://schemas.microsoft.com/office/powerpoint/2010/main" val="1346401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343026"/>
            <a:ext cx="6660185" cy="376555"/>
          </a:xfrm>
          <a:prstGeom prst="rect">
            <a:avLst/>
          </a:prstGeom>
        </p:spPr>
        <p:txBody>
          <a:bodyPr vert="horz" wrap="square" lIns="0" tIns="12700" rIns="0" bIns="0" rtlCol="0">
            <a:spAutoFit/>
          </a:bodyPr>
          <a:lstStyle/>
          <a:p>
            <a:pPr marL="12700">
              <a:lnSpc>
                <a:spcPct val="100000"/>
              </a:lnSpc>
              <a:spcBef>
                <a:spcPts val="100"/>
              </a:spcBef>
            </a:pPr>
            <a:r>
              <a:rPr lang="en-US" sz="2300" spc="-180" dirty="0">
                <a:solidFill>
                  <a:srgbClr val="0F469B"/>
                </a:solidFill>
                <a:latin typeface="+mj-lt"/>
              </a:rPr>
              <a:t>K</a:t>
            </a:r>
            <a:r>
              <a:rPr lang="en-US" sz="2300" spc="-165" dirty="0">
                <a:solidFill>
                  <a:srgbClr val="0F469B"/>
                </a:solidFill>
                <a:latin typeface="+mj-lt"/>
              </a:rPr>
              <a:t>e</a:t>
            </a:r>
            <a:r>
              <a:rPr lang="en-US" sz="2300" dirty="0">
                <a:solidFill>
                  <a:srgbClr val="0F469B"/>
                </a:solidFill>
                <a:latin typeface="+mj-lt"/>
              </a:rPr>
              <a:t>y</a:t>
            </a:r>
            <a:r>
              <a:rPr lang="en-US" sz="2300" spc="-295" dirty="0">
                <a:solidFill>
                  <a:srgbClr val="0F469B"/>
                </a:solidFill>
                <a:latin typeface="+mj-lt"/>
              </a:rPr>
              <a:t> </a:t>
            </a:r>
            <a:r>
              <a:rPr lang="en-US" sz="2300" spc="-145" dirty="0">
                <a:solidFill>
                  <a:srgbClr val="0F469B"/>
                </a:solidFill>
                <a:latin typeface="+mj-lt"/>
              </a:rPr>
              <a:t>D</a:t>
            </a:r>
            <a:r>
              <a:rPr lang="en-US" sz="2300" spc="-140" dirty="0">
                <a:solidFill>
                  <a:srgbClr val="0F469B"/>
                </a:solidFill>
                <a:latin typeface="+mj-lt"/>
              </a:rPr>
              <a:t>e</a:t>
            </a:r>
            <a:r>
              <a:rPr lang="en-US" sz="2300" spc="-150" dirty="0">
                <a:solidFill>
                  <a:srgbClr val="0F469B"/>
                </a:solidFill>
                <a:latin typeface="+mj-lt"/>
              </a:rPr>
              <a:t>li</a:t>
            </a:r>
            <a:r>
              <a:rPr lang="en-US" sz="2300" spc="-170" dirty="0">
                <a:solidFill>
                  <a:srgbClr val="0F469B"/>
                </a:solidFill>
                <a:latin typeface="+mj-lt"/>
              </a:rPr>
              <a:t>v</a:t>
            </a:r>
            <a:r>
              <a:rPr lang="en-US" sz="2300" spc="-140" dirty="0">
                <a:solidFill>
                  <a:srgbClr val="0F469B"/>
                </a:solidFill>
                <a:latin typeface="+mj-lt"/>
              </a:rPr>
              <a:t>e</a:t>
            </a:r>
            <a:r>
              <a:rPr lang="en-US" sz="2300" spc="-195" dirty="0">
                <a:solidFill>
                  <a:srgbClr val="0F469B"/>
                </a:solidFill>
                <a:latin typeface="+mj-lt"/>
              </a:rPr>
              <a:t>r</a:t>
            </a:r>
            <a:r>
              <a:rPr lang="en-US" sz="2300" spc="-145" dirty="0">
                <a:solidFill>
                  <a:srgbClr val="0F469B"/>
                </a:solidFill>
                <a:latin typeface="+mj-lt"/>
              </a:rPr>
              <a:t>ab</a:t>
            </a:r>
            <a:r>
              <a:rPr lang="en-US" sz="2300" spc="-150" dirty="0">
                <a:solidFill>
                  <a:srgbClr val="0F469B"/>
                </a:solidFill>
                <a:latin typeface="+mj-lt"/>
              </a:rPr>
              <a:t>l</a:t>
            </a:r>
            <a:r>
              <a:rPr lang="en-US" sz="2300" spc="-140" dirty="0">
                <a:solidFill>
                  <a:srgbClr val="0F469B"/>
                </a:solidFill>
                <a:latin typeface="+mj-lt"/>
              </a:rPr>
              <a:t>e</a:t>
            </a:r>
            <a:r>
              <a:rPr lang="en-US" sz="2300" dirty="0">
                <a:solidFill>
                  <a:srgbClr val="0F469B"/>
                </a:solidFill>
                <a:latin typeface="+mj-lt"/>
              </a:rPr>
              <a:t>s</a:t>
            </a:r>
            <a:r>
              <a:rPr lang="en-US" sz="2300" spc="-315" dirty="0">
                <a:solidFill>
                  <a:srgbClr val="0F469B"/>
                </a:solidFill>
                <a:latin typeface="+mj-lt"/>
              </a:rPr>
              <a:t> </a:t>
            </a:r>
            <a:r>
              <a:rPr lang="en-US" sz="2300" spc="-160" dirty="0">
                <a:solidFill>
                  <a:srgbClr val="0F469B"/>
                </a:solidFill>
                <a:latin typeface="+mj-lt"/>
              </a:rPr>
              <a:t>b</a:t>
            </a:r>
            <a:r>
              <a:rPr lang="en-US" sz="2300" dirty="0">
                <a:solidFill>
                  <a:srgbClr val="0F469B"/>
                </a:solidFill>
                <a:latin typeface="+mj-lt"/>
              </a:rPr>
              <a:t>y</a:t>
            </a:r>
            <a:r>
              <a:rPr lang="en-US" sz="2300" spc="-280" dirty="0">
                <a:solidFill>
                  <a:srgbClr val="0F469B"/>
                </a:solidFill>
                <a:latin typeface="+mj-lt"/>
              </a:rPr>
              <a:t> </a:t>
            </a:r>
            <a:r>
              <a:rPr lang="en-US" sz="2300" spc="-150" dirty="0">
                <a:solidFill>
                  <a:srgbClr val="0F469B"/>
                </a:solidFill>
                <a:latin typeface="+mj-lt"/>
              </a:rPr>
              <a:t>PiLo</a:t>
            </a:r>
            <a:r>
              <a:rPr lang="en-US" sz="2300" dirty="0">
                <a:solidFill>
                  <a:srgbClr val="0F469B"/>
                </a:solidFill>
                <a:latin typeface="+mj-lt"/>
              </a:rPr>
              <a:t>g (Vendor &amp; Customer Master)</a:t>
            </a:r>
            <a:endParaRPr sz="2300" dirty="0">
              <a:latin typeface="+mj-lt"/>
            </a:endParaRPr>
          </a:p>
        </p:txBody>
      </p:sp>
      <p:sp>
        <p:nvSpPr>
          <p:cNvPr id="4" name="object 4"/>
          <p:cNvSpPr txBox="1"/>
          <p:nvPr/>
        </p:nvSpPr>
        <p:spPr>
          <a:xfrm>
            <a:off x="320751" y="6613194"/>
            <a:ext cx="518795" cy="254000"/>
          </a:xfrm>
          <a:prstGeom prst="rect">
            <a:avLst/>
          </a:prstGeom>
        </p:spPr>
        <p:txBody>
          <a:bodyPr vert="horz" wrap="square" lIns="0" tIns="0" rIns="0" bIns="0" rtlCol="0">
            <a:spAutoFit/>
          </a:bodyPr>
          <a:lstStyle/>
          <a:p>
            <a:pPr marL="12700">
              <a:lnSpc>
                <a:spcPts val="1810"/>
              </a:lnSpc>
            </a:pPr>
            <a:r>
              <a:rPr sz="1800" spc="-10" dirty="0">
                <a:solidFill>
                  <a:srgbClr val="FFFFFF"/>
                </a:solidFill>
                <a:latin typeface="Calibri"/>
                <a:cs typeface="Calibri"/>
              </a:rPr>
              <a:t>P</a:t>
            </a:r>
            <a:r>
              <a:rPr sz="1800" spc="-5" dirty="0">
                <a:solidFill>
                  <a:srgbClr val="FFFFFF"/>
                </a:solidFill>
                <a:latin typeface="Calibri"/>
                <a:cs typeface="Calibri"/>
              </a:rPr>
              <a:t>iLog</a:t>
            </a:r>
            <a:endParaRPr sz="1800" dirty="0">
              <a:latin typeface="Calibri"/>
              <a:cs typeface="Calibri"/>
            </a:endParaRPr>
          </a:p>
        </p:txBody>
      </p:sp>
      <p:sp>
        <p:nvSpPr>
          <p:cNvPr id="5" name="object 5"/>
          <p:cNvSpPr txBox="1"/>
          <p:nvPr/>
        </p:nvSpPr>
        <p:spPr>
          <a:xfrm>
            <a:off x="5211826" y="6620915"/>
            <a:ext cx="1769110" cy="227965"/>
          </a:xfrm>
          <a:prstGeom prst="rect">
            <a:avLst/>
          </a:prstGeom>
        </p:spPr>
        <p:txBody>
          <a:bodyPr vert="horz" wrap="square" lIns="0" tIns="13335" rIns="0" bIns="0" rtlCol="0">
            <a:spAutoFit/>
          </a:bodyPr>
          <a:lstStyle/>
          <a:p>
            <a:pPr marL="12700">
              <a:lnSpc>
                <a:spcPct val="100000"/>
              </a:lnSpc>
              <a:spcBef>
                <a:spcPts val="10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6" name="object 3">
            <a:extLst>
              <a:ext uri="{FF2B5EF4-FFF2-40B4-BE49-F238E27FC236}">
                <a16:creationId xmlns:a16="http://schemas.microsoft.com/office/drawing/2014/main" id="{F3FD9850-CEE2-1F33-52C4-B98B2BF463CC}"/>
              </a:ext>
            </a:extLst>
          </p:cNvPr>
          <p:cNvSpPr txBox="1"/>
          <p:nvPr/>
        </p:nvSpPr>
        <p:spPr>
          <a:xfrm>
            <a:off x="277164" y="860806"/>
            <a:ext cx="11464925" cy="7220566"/>
          </a:xfrm>
          <a:prstGeom prst="rect">
            <a:avLst/>
          </a:prstGeom>
        </p:spPr>
        <p:txBody>
          <a:bodyPr vert="horz" wrap="square" lIns="0" tIns="13335" rIns="0" bIns="0" rtlCol="0">
            <a:spAutoFit/>
          </a:bodyPr>
          <a:lstStyle/>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Standardize general fields (Vendor Names, Address, Contact numbers, Email Address etc..)</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Eliminate duplicates if any across all the fields so that the data is harmonized according to ISO standards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Identify duplicates across Vendor &amp; Customer master records and suggestions for BP creation (Same BP number can be maintained for both vendor &amp; customer record in S/4 HANA in case of having common details)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IFSC data validation along with Bank names.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MSME Verification and category update.</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Einvoicing verification using GST number</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r>
              <a:rPr lang="en-US" spc="-10" dirty="0">
                <a:solidFill>
                  <a:srgbClr val="0F469B"/>
                </a:solidFill>
                <a:latin typeface="+mj-lt"/>
                <a:cs typeface="Calibri"/>
              </a:rPr>
              <a:t>Shift the data which is lying in wrong areas to appropriate areas and ensure that all the data are captured in right places</a:t>
            </a: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spcBef>
                <a:spcPts val="100"/>
              </a:spcBef>
              <a:buFont typeface="Arial MT"/>
              <a:buChar char="•"/>
              <a:tabLst>
                <a:tab pos="245745" algn="l"/>
                <a:tab pos="246379" algn="l"/>
              </a:tabLst>
            </a:pPr>
            <a:r>
              <a:rPr lang="en-US" spc="-10" dirty="0">
                <a:solidFill>
                  <a:srgbClr val="0F469B"/>
                </a:solidFill>
                <a:latin typeface="+mj-lt"/>
                <a:cs typeface="Calibri"/>
              </a:rPr>
              <a:t>It is absolutely important to make sure that the available data is complete in all aspects. The available data should be reviewed and corrective action should be taken wherever necessary.</a:t>
            </a:r>
          </a:p>
          <a:p>
            <a:pPr marL="245745" indent="-233679">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spcBef>
                <a:spcPts val="100"/>
              </a:spcBef>
              <a:buFont typeface="Arial MT"/>
              <a:buChar char="•"/>
              <a:tabLst>
                <a:tab pos="245745" algn="l"/>
                <a:tab pos="246379" algn="l"/>
              </a:tabLst>
            </a:pPr>
            <a:r>
              <a:rPr lang="en-US" spc="-10" dirty="0">
                <a:solidFill>
                  <a:srgbClr val="0F469B"/>
                </a:solidFill>
                <a:latin typeface="+mj-lt"/>
                <a:cs typeface="Calibri"/>
              </a:rPr>
              <a:t>Verification of data with available respective attachments (Bank Details, tax data etc..)</a:t>
            </a:r>
            <a:endParaRPr lang="en-IN"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a:p>
            <a:pPr marL="12066">
              <a:lnSpc>
                <a:spcPct val="100000"/>
              </a:lnSpc>
              <a:spcBef>
                <a:spcPts val="100"/>
              </a:spcBef>
              <a:tabLst>
                <a:tab pos="245745" algn="l"/>
                <a:tab pos="246379" algn="l"/>
              </a:tabLst>
            </a:pPr>
            <a:endParaRPr lang="en-US" spc="-10" dirty="0">
              <a:solidFill>
                <a:srgbClr val="0F469B"/>
              </a:solidFill>
              <a:latin typeface="+mj-lt"/>
              <a:cs typeface="Calibri"/>
            </a:endParaRPr>
          </a:p>
          <a:p>
            <a:pPr marL="12066">
              <a:lnSpc>
                <a:spcPct val="100000"/>
              </a:lnSpc>
              <a:spcBef>
                <a:spcPts val="100"/>
              </a:spcBef>
              <a:tabLst>
                <a:tab pos="245745" algn="l"/>
                <a:tab pos="246379" algn="l"/>
              </a:tabLst>
            </a:pPr>
            <a:endParaRPr lang="en-US" spc="-10" dirty="0">
              <a:solidFill>
                <a:srgbClr val="0F469B"/>
              </a:solidFill>
              <a:latin typeface="+mj-lt"/>
              <a:cs typeface="Calibri"/>
            </a:endParaRPr>
          </a:p>
          <a:p>
            <a:pPr marL="245745" indent="-233679">
              <a:lnSpc>
                <a:spcPct val="100000"/>
              </a:lnSpc>
              <a:spcBef>
                <a:spcPts val="100"/>
              </a:spcBef>
              <a:buFont typeface="Arial MT"/>
              <a:buChar char="•"/>
              <a:tabLst>
                <a:tab pos="245745" algn="l"/>
                <a:tab pos="246379" algn="l"/>
              </a:tabLst>
            </a:pPr>
            <a:endParaRPr lang="en-US" spc="-10" dirty="0">
              <a:solidFill>
                <a:srgbClr val="0F469B"/>
              </a:solidFill>
              <a:latin typeface="+mj-lt"/>
              <a:cs typeface="Calibri"/>
            </a:endParaRPr>
          </a:p>
        </p:txBody>
      </p:sp>
    </p:spTree>
    <p:extLst>
      <p:ext uri="{BB962C8B-B14F-4D97-AF65-F5344CB8AC3E}">
        <p14:creationId xmlns:p14="http://schemas.microsoft.com/office/powerpoint/2010/main" val="184777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5706" y="272541"/>
            <a:ext cx="1916430" cy="391160"/>
          </a:xfrm>
          <a:prstGeom prst="rect">
            <a:avLst/>
          </a:prstGeom>
        </p:spPr>
        <p:txBody>
          <a:bodyPr vert="horz" wrap="square" lIns="0" tIns="12700" rIns="0" bIns="0" rtlCol="0">
            <a:spAutoFit/>
          </a:bodyPr>
          <a:lstStyle/>
          <a:p>
            <a:pPr marL="12700">
              <a:lnSpc>
                <a:spcPct val="100000"/>
              </a:lnSpc>
              <a:spcBef>
                <a:spcPts val="100"/>
              </a:spcBef>
            </a:pPr>
            <a:r>
              <a:rPr sz="2400" spc="-165" dirty="0">
                <a:solidFill>
                  <a:srgbClr val="0F469B"/>
                </a:solidFill>
                <a:latin typeface="+mj-lt"/>
              </a:rPr>
              <a:t>K</a:t>
            </a:r>
            <a:r>
              <a:rPr sz="2400" spc="-155" dirty="0">
                <a:solidFill>
                  <a:srgbClr val="0F469B"/>
                </a:solidFill>
                <a:latin typeface="+mj-lt"/>
              </a:rPr>
              <a:t>e</a:t>
            </a:r>
            <a:r>
              <a:rPr sz="2400" dirty="0">
                <a:solidFill>
                  <a:srgbClr val="0F469B"/>
                </a:solidFill>
                <a:latin typeface="+mj-lt"/>
              </a:rPr>
              <a:t>y</a:t>
            </a:r>
            <a:r>
              <a:rPr sz="2400" spc="-290" dirty="0">
                <a:solidFill>
                  <a:srgbClr val="0F469B"/>
                </a:solidFill>
                <a:latin typeface="+mj-lt"/>
              </a:rPr>
              <a:t> </a:t>
            </a:r>
            <a:r>
              <a:rPr sz="2400" spc="-160" dirty="0">
                <a:solidFill>
                  <a:srgbClr val="0F469B"/>
                </a:solidFill>
                <a:latin typeface="+mj-lt"/>
              </a:rPr>
              <a:t>A</a:t>
            </a:r>
            <a:r>
              <a:rPr sz="2400" spc="-155" dirty="0">
                <a:solidFill>
                  <a:srgbClr val="0F469B"/>
                </a:solidFill>
                <a:latin typeface="+mj-lt"/>
              </a:rPr>
              <a:t>ss</a:t>
            </a:r>
            <a:r>
              <a:rPr sz="2400" spc="-160" dirty="0">
                <a:solidFill>
                  <a:srgbClr val="0F469B"/>
                </a:solidFill>
                <a:latin typeface="+mj-lt"/>
              </a:rPr>
              <a:t>u</a:t>
            </a:r>
            <a:r>
              <a:rPr sz="2400" spc="-155" dirty="0">
                <a:solidFill>
                  <a:srgbClr val="0F469B"/>
                </a:solidFill>
                <a:latin typeface="+mj-lt"/>
              </a:rPr>
              <a:t>m</a:t>
            </a:r>
            <a:r>
              <a:rPr sz="2400" spc="-160" dirty="0">
                <a:solidFill>
                  <a:srgbClr val="0F469B"/>
                </a:solidFill>
                <a:latin typeface="+mj-lt"/>
              </a:rPr>
              <a:t>pti</a:t>
            </a:r>
            <a:r>
              <a:rPr sz="2400" spc="-155" dirty="0">
                <a:solidFill>
                  <a:srgbClr val="0F469B"/>
                </a:solidFill>
                <a:latin typeface="+mj-lt"/>
              </a:rPr>
              <a:t>o</a:t>
            </a:r>
            <a:r>
              <a:rPr sz="2400" spc="-160" dirty="0">
                <a:solidFill>
                  <a:srgbClr val="0F469B"/>
                </a:solidFill>
                <a:latin typeface="+mj-lt"/>
              </a:rPr>
              <a:t>n</a:t>
            </a:r>
            <a:r>
              <a:rPr sz="2400" dirty="0">
                <a:solidFill>
                  <a:srgbClr val="0F469B"/>
                </a:solidFill>
                <a:latin typeface="+mj-lt"/>
              </a:rPr>
              <a:t>s</a:t>
            </a:r>
            <a:endParaRPr sz="2400" dirty="0">
              <a:latin typeface="+mj-lt"/>
            </a:endParaRPr>
          </a:p>
        </p:txBody>
      </p:sp>
      <p:sp>
        <p:nvSpPr>
          <p:cNvPr id="3" name="object 3"/>
          <p:cNvSpPr txBox="1"/>
          <p:nvPr/>
        </p:nvSpPr>
        <p:spPr>
          <a:xfrm>
            <a:off x="341477" y="6583781"/>
            <a:ext cx="382905" cy="223520"/>
          </a:xfrm>
          <a:prstGeom prst="rect">
            <a:avLst/>
          </a:prstGeom>
        </p:spPr>
        <p:txBody>
          <a:bodyPr vert="horz" wrap="square" lIns="0" tIns="12065" rIns="0" bIns="0" rtlCol="0">
            <a:spAutoFit/>
          </a:bodyPr>
          <a:lstStyle/>
          <a:p>
            <a:pPr marL="12700">
              <a:lnSpc>
                <a:spcPct val="100000"/>
              </a:lnSpc>
              <a:spcBef>
                <a:spcPts val="95"/>
              </a:spcBef>
            </a:pPr>
            <a:r>
              <a:rPr sz="1300" spc="-5" dirty="0">
                <a:solidFill>
                  <a:srgbClr val="FFFFFF"/>
                </a:solidFill>
                <a:latin typeface="Calibri"/>
                <a:cs typeface="Calibri"/>
              </a:rPr>
              <a:t>PiLog</a:t>
            </a:r>
            <a:endParaRPr sz="1300" dirty="0">
              <a:latin typeface="Calibri"/>
              <a:cs typeface="Calibri"/>
            </a:endParaRPr>
          </a:p>
        </p:txBody>
      </p:sp>
      <p:sp>
        <p:nvSpPr>
          <p:cNvPr id="4" name="object 4"/>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001F5F"/>
                </a:solidFill>
                <a:latin typeface="Verdana"/>
                <a:cs typeface="Verdana"/>
                <a:hlinkClick r:id="rId2"/>
              </a:rPr>
              <a:t>ww</a:t>
            </a:r>
            <a:r>
              <a:rPr sz="1300" dirty="0">
                <a:solidFill>
                  <a:srgbClr val="001F5F"/>
                </a:solidFill>
                <a:latin typeface="Verdana"/>
                <a:cs typeface="Verdana"/>
                <a:hlinkClick r:id="rId2"/>
              </a:rPr>
              <a:t>w</a:t>
            </a:r>
            <a:r>
              <a:rPr sz="1300" spc="-130" dirty="0">
                <a:solidFill>
                  <a:srgbClr val="001F5F"/>
                </a:solidFill>
                <a:latin typeface="Verdana"/>
                <a:cs typeface="Verdana"/>
                <a:hlinkClick r:id="rId2"/>
              </a:rPr>
              <a:t>.</a:t>
            </a:r>
            <a:r>
              <a:rPr sz="1300" spc="-20" dirty="0">
                <a:solidFill>
                  <a:srgbClr val="001F5F"/>
                </a:solidFill>
                <a:latin typeface="Verdana"/>
                <a:cs typeface="Verdana"/>
                <a:hlinkClick r:id="rId2"/>
              </a:rPr>
              <a:t>p</a:t>
            </a:r>
            <a:r>
              <a:rPr sz="1300" spc="5" dirty="0">
                <a:solidFill>
                  <a:srgbClr val="001F5F"/>
                </a:solidFill>
                <a:latin typeface="Verdana"/>
                <a:cs typeface="Verdana"/>
                <a:hlinkClick r:id="rId2"/>
              </a:rPr>
              <a:t>i</a:t>
            </a:r>
            <a:r>
              <a:rPr sz="1300" spc="-100" dirty="0">
                <a:solidFill>
                  <a:srgbClr val="001F5F"/>
                </a:solidFill>
                <a:latin typeface="Verdana"/>
                <a:cs typeface="Verdana"/>
                <a:hlinkClick r:id="rId2"/>
              </a:rPr>
              <a:t>l</a:t>
            </a:r>
            <a:r>
              <a:rPr sz="1300" spc="60" dirty="0">
                <a:solidFill>
                  <a:srgbClr val="001F5F"/>
                </a:solidFill>
                <a:latin typeface="Verdana"/>
                <a:cs typeface="Verdana"/>
                <a:hlinkClick r:id="rId2"/>
              </a:rPr>
              <a:t>og</a:t>
            </a:r>
            <a:r>
              <a:rPr sz="1300" spc="65" dirty="0">
                <a:solidFill>
                  <a:srgbClr val="001F5F"/>
                </a:solidFill>
                <a:latin typeface="Verdana"/>
                <a:cs typeface="Verdana"/>
                <a:hlinkClick r:id="rId2"/>
              </a:rPr>
              <a:t>g</a:t>
            </a:r>
            <a:r>
              <a:rPr sz="1300" spc="-175" dirty="0">
                <a:solidFill>
                  <a:srgbClr val="001F5F"/>
                </a:solidFill>
                <a:latin typeface="Verdana"/>
                <a:cs typeface="Verdana"/>
                <a:hlinkClick r:id="rId2"/>
              </a:rPr>
              <a:t>r</a:t>
            </a:r>
            <a:r>
              <a:rPr sz="1300" spc="10" dirty="0">
                <a:solidFill>
                  <a:srgbClr val="001F5F"/>
                </a:solidFill>
                <a:latin typeface="Verdana"/>
                <a:cs typeface="Verdana"/>
                <a:hlinkClick r:id="rId2"/>
              </a:rPr>
              <a:t>ou</a:t>
            </a:r>
            <a:r>
              <a:rPr sz="1300" spc="-30" dirty="0">
                <a:solidFill>
                  <a:srgbClr val="001F5F"/>
                </a:solidFill>
                <a:latin typeface="Verdana"/>
                <a:cs typeface="Verdana"/>
                <a:hlinkClick r:id="rId2"/>
              </a:rPr>
              <a:t>p</a:t>
            </a:r>
            <a:r>
              <a:rPr sz="1300" spc="-25" dirty="0">
                <a:solidFill>
                  <a:srgbClr val="001F5F"/>
                </a:solidFill>
                <a:latin typeface="Verdana"/>
                <a:cs typeface="Verdana"/>
                <a:hlinkClick r:id="rId2"/>
              </a:rPr>
              <a:t>.</a:t>
            </a:r>
            <a:r>
              <a:rPr sz="1300" spc="55" dirty="0">
                <a:solidFill>
                  <a:srgbClr val="001F5F"/>
                </a:solidFill>
                <a:latin typeface="Verdana"/>
                <a:cs typeface="Verdana"/>
                <a:hlinkClick r:id="rId2"/>
              </a:rPr>
              <a:t>com</a:t>
            </a:r>
            <a:endParaRPr sz="1300">
              <a:latin typeface="Verdana"/>
              <a:cs typeface="Verdana"/>
            </a:endParaRPr>
          </a:p>
        </p:txBody>
      </p:sp>
      <p:sp>
        <p:nvSpPr>
          <p:cNvPr id="5" name="object 5"/>
          <p:cNvSpPr txBox="1"/>
          <p:nvPr/>
        </p:nvSpPr>
        <p:spPr>
          <a:xfrm>
            <a:off x="189992" y="1095883"/>
            <a:ext cx="11089005" cy="5575885"/>
          </a:xfrm>
          <a:prstGeom prst="rect">
            <a:avLst/>
          </a:prstGeom>
        </p:spPr>
        <p:txBody>
          <a:bodyPr vert="horz" wrap="square" lIns="0" tIns="12700" rIns="0" bIns="0" rtlCol="0">
            <a:spAutoFit/>
          </a:bodyPr>
          <a:lstStyle/>
          <a:p>
            <a:pPr marL="299085" indent="-287020">
              <a:lnSpc>
                <a:spcPct val="100000"/>
              </a:lnSpc>
              <a:spcBef>
                <a:spcPts val="100"/>
              </a:spcBef>
              <a:buFont typeface="Arial MT"/>
              <a:buChar char="•"/>
              <a:tabLst>
                <a:tab pos="299085" algn="l"/>
                <a:tab pos="299720" algn="l"/>
              </a:tabLst>
            </a:pPr>
            <a:r>
              <a:rPr sz="1800" spc="-5" dirty="0">
                <a:solidFill>
                  <a:srgbClr val="0F469B"/>
                </a:solidFill>
                <a:latin typeface="+mj-lt"/>
                <a:cs typeface="Calibri"/>
              </a:rPr>
              <a:t>Design</a:t>
            </a:r>
            <a:r>
              <a:rPr sz="1800" spc="10" dirty="0">
                <a:solidFill>
                  <a:srgbClr val="0F469B"/>
                </a:solidFill>
                <a:latin typeface="+mj-lt"/>
                <a:cs typeface="Calibri"/>
              </a:rPr>
              <a:t> </a:t>
            </a:r>
            <a:r>
              <a:rPr sz="1800" spc="-5" dirty="0">
                <a:solidFill>
                  <a:srgbClr val="0F469B"/>
                </a:solidFill>
                <a:latin typeface="+mj-lt"/>
                <a:cs typeface="Calibri"/>
              </a:rPr>
              <a:t>decisions</a:t>
            </a:r>
            <a:r>
              <a:rPr sz="1800" spc="20" dirty="0">
                <a:solidFill>
                  <a:srgbClr val="0F469B"/>
                </a:solidFill>
                <a:latin typeface="+mj-lt"/>
                <a:cs typeface="Calibri"/>
              </a:rPr>
              <a:t> </a:t>
            </a:r>
            <a:r>
              <a:rPr sz="1800" spc="-5" dirty="0">
                <a:solidFill>
                  <a:srgbClr val="0F469B"/>
                </a:solidFill>
                <a:latin typeface="+mj-lt"/>
                <a:cs typeface="Calibri"/>
              </a:rPr>
              <a:t>business rules</a:t>
            </a:r>
            <a:r>
              <a:rPr sz="1800" spc="10" dirty="0">
                <a:solidFill>
                  <a:srgbClr val="0F469B"/>
                </a:solidFill>
                <a:latin typeface="+mj-lt"/>
                <a:cs typeface="Calibri"/>
              </a:rPr>
              <a:t> </a:t>
            </a:r>
            <a:r>
              <a:rPr sz="1800" spc="-15" dirty="0">
                <a:solidFill>
                  <a:srgbClr val="0F469B"/>
                </a:solidFill>
                <a:latin typeface="+mj-lt"/>
                <a:cs typeface="Calibri"/>
              </a:rPr>
              <a:t>for</a:t>
            </a:r>
            <a:r>
              <a:rPr sz="1800" spc="10" dirty="0">
                <a:solidFill>
                  <a:srgbClr val="0F469B"/>
                </a:solidFill>
                <a:latin typeface="+mj-lt"/>
                <a:cs typeface="Calibri"/>
              </a:rPr>
              <a:t> </a:t>
            </a:r>
            <a:r>
              <a:rPr sz="1800" spc="-15" dirty="0">
                <a:solidFill>
                  <a:srgbClr val="0F469B"/>
                </a:solidFill>
                <a:latin typeface="+mj-lt"/>
                <a:cs typeface="Calibri"/>
              </a:rPr>
              <a:t>data</a:t>
            </a:r>
            <a:r>
              <a:rPr sz="1800" dirty="0">
                <a:solidFill>
                  <a:srgbClr val="0F469B"/>
                </a:solidFill>
                <a:latin typeface="+mj-lt"/>
                <a:cs typeface="Calibri"/>
              </a:rPr>
              <a:t> </a:t>
            </a:r>
            <a:r>
              <a:rPr sz="1800" spc="-10" dirty="0">
                <a:solidFill>
                  <a:srgbClr val="0F469B"/>
                </a:solidFill>
                <a:latin typeface="+mj-lt"/>
                <a:cs typeface="Calibri"/>
              </a:rPr>
              <a:t>validation,</a:t>
            </a:r>
            <a:r>
              <a:rPr sz="1800" spc="10" dirty="0">
                <a:solidFill>
                  <a:srgbClr val="0F469B"/>
                </a:solidFill>
                <a:latin typeface="+mj-lt"/>
                <a:cs typeface="Calibri"/>
              </a:rPr>
              <a:t> </a:t>
            </a:r>
            <a:r>
              <a:rPr sz="1800" spc="-5" dirty="0">
                <a:solidFill>
                  <a:srgbClr val="0F469B"/>
                </a:solidFill>
                <a:latin typeface="+mj-lt"/>
                <a:cs typeface="Calibri"/>
              </a:rPr>
              <a:t>cleansing</a:t>
            </a:r>
            <a:r>
              <a:rPr sz="1800" spc="15"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5" dirty="0">
                <a:solidFill>
                  <a:srgbClr val="0F469B"/>
                </a:solidFill>
                <a:latin typeface="+mj-lt"/>
                <a:cs typeface="Calibri"/>
              </a:rPr>
              <a:t>enrichment</a:t>
            </a:r>
            <a:r>
              <a:rPr sz="1800" spc="10" dirty="0">
                <a:solidFill>
                  <a:srgbClr val="0F469B"/>
                </a:solidFill>
                <a:latin typeface="+mj-lt"/>
                <a:cs typeface="Calibri"/>
              </a:rPr>
              <a:t> </a:t>
            </a:r>
            <a:r>
              <a:rPr sz="1800" spc="-5" dirty="0">
                <a:solidFill>
                  <a:srgbClr val="0F469B"/>
                </a:solidFill>
                <a:latin typeface="+mj-lt"/>
                <a:cs typeface="Calibri"/>
              </a:rPr>
              <a:t>will</a:t>
            </a:r>
            <a:r>
              <a:rPr sz="1800" spc="20" dirty="0">
                <a:solidFill>
                  <a:srgbClr val="0F469B"/>
                </a:solidFill>
                <a:latin typeface="+mj-lt"/>
                <a:cs typeface="Calibri"/>
              </a:rPr>
              <a:t> </a:t>
            </a:r>
            <a:r>
              <a:rPr sz="1800" spc="-5" dirty="0">
                <a:solidFill>
                  <a:srgbClr val="0F469B"/>
                </a:solidFill>
                <a:latin typeface="+mj-lt"/>
                <a:cs typeface="Calibri"/>
              </a:rPr>
              <a:t>be</a:t>
            </a:r>
            <a:r>
              <a:rPr sz="1800" dirty="0">
                <a:solidFill>
                  <a:srgbClr val="0F469B"/>
                </a:solidFill>
                <a:latin typeface="+mj-lt"/>
                <a:cs typeface="Calibri"/>
              </a:rPr>
              <a:t> </a:t>
            </a:r>
            <a:r>
              <a:rPr sz="1800" spc="-5" dirty="0">
                <a:solidFill>
                  <a:srgbClr val="0F469B"/>
                </a:solidFill>
                <a:latin typeface="+mj-lt"/>
                <a:cs typeface="Calibri"/>
              </a:rPr>
              <a:t>decided</a:t>
            </a:r>
            <a:r>
              <a:rPr sz="1800" spc="30" dirty="0">
                <a:solidFill>
                  <a:srgbClr val="0F469B"/>
                </a:solidFill>
                <a:latin typeface="+mj-lt"/>
                <a:cs typeface="Calibri"/>
              </a:rPr>
              <a:t> </a:t>
            </a:r>
            <a:r>
              <a:rPr sz="1800" dirty="0">
                <a:solidFill>
                  <a:srgbClr val="0F469B"/>
                </a:solidFill>
                <a:latin typeface="+mj-lt"/>
                <a:cs typeface="Calibri"/>
              </a:rPr>
              <a:t>and</a:t>
            </a:r>
            <a:r>
              <a:rPr sz="1800" spc="20" dirty="0">
                <a:solidFill>
                  <a:srgbClr val="0F469B"/>
                </a:solidFill>
                <a:latin typeface="+mj-lt"/>
                <a:cs typeface="Calibri"/>
              </a:rPr>
              <a:t> </a:t>
            </a:r>
            <a:r>
              <a:rPr sz="1800" spc="-20" dirty="0">
                <a:solidFill>
                  <a:srgbClr val="0F469B"/>
                </a:solidFill>
                <a:latin typeface="+mj-lt"/>
                <a:cs typeface="Calibri"/>
              </a:rPr>
              <a:t>frozen</a:t>
            </a:r>
            <a:r>
              <a:rPr sz="1800" spc="10" dirty="0">
                <a:solidFill>
                  <a:srgbClr val="0F469B"/>
                </a:solidFill>
                <a:latin typeface="+mj-lt"/>
                <a:cs typeface="Calibri"/>
              </a:rPr>
              <a:t> </a:t>
            </a:r>
            <a:r>
              <a:rPr sz="1800" spc="-5" dirty="0">
                <a:solidFill>
                  <a:srgbClr val="0F469B"/>
                </a:solidFill>
                <a:latin typeface="+mj-lt"/>
                <a:cs typeface="Calibri"/>
              </a:rPr>
              <a:t>during</a:t>
            </a:r>
            <a:r>
              <a:rPr sz="1800" spc="20" dirty="0">
                <a:solidFill>
                  <a:srgbClr val="0F469B"/>
                </a:solidFill>
                <a:latin typeface="+mj-lt"/>
                <a:cs typeface="Calibri"/>
              </a:rPr>
              <a:t> </a:t>
            </a:r>
            <a:r>
              <a:rPr sz="1800" dirty="0">
                <a:solidFill>
                  <a:srgbClr val="0F469B"/>
                </a:solidFill>
                <a:latin typeface="+mj-lt"/>
                <a:cs typeface="Calibri"/>
              </a:rPr>
              <a:t>the</a:t>
            </a:r>
            <a:endParaRPr sz="1800" dirty="0">
              <a:latin typeface="+mj-lt"/>
              <a:cs typeface="Calibri"/>
            </a:endParaRPr>
          </a:p>
          <a:p>
            <a:pPr marL="299085">
              <a:lnSpc>
                <a:spcPct val="100000"/>
              </a:lnSpc>
            </a:pPr>
            <a:r>
              <a:rPr sz="1800" spc="-5" dirty="0">
                <a:solidFill>
                  <a:srgbClr val="0F469B"/>
                </a:solidFill>
                <a:latin typeface="+mj-lt"/>
                <a:cs typeface="Calibri"/>
              </a:rPr>
              <a:t>Business</a:t>
            </a:r>
            <a:r>
              <a:rPr sz="1800" spc="-10" dirty="0">
                <a:solidFill>
                  <a:srgbClr val="0F469B"/>
                </a:solidFill>
                <a:latin typeface="+mj-lt"/>
                <a:cs typeface="Calibri"/>
              </a:rPr>
              <a:t> process</a:t>
            </a:r>
            <a:r>
              <a:rPr sz="1800" spc="10" dirty="0">
                <a:solidFill>
                  <a:srgbClr val="0F469B"/>
                </a:solidFill>
                <a:latin typeface="+mj-lt"/>
                <a:cs typeface="Calibri"/>
              </a:rPr>
              <a:t> </a:t>
            </a:r>
            <a:r>
              <a:rPr sz="1800" spc="-5" dirty="0">
                <a:solidFill>
                  <a:srgbClr val="0F469B"/>
                </a:solidFill>
                <a:latin typeface="+mj-lt"/>
                <a:cs typeface="Calibri"/>
              </a:rPr>
              <a:t>Analysis session </a:t>
            </a:r>
            <a:r>
              <a:rPr sz="1800" dirty="0">
                <a:solidFill>
                  <a:srgbClr val="0F469B"/>
                </a:solidFill>
                <a:latin typeface="+mj-lt"/>
                <a:cs typeface="Calibri"/>
              </a:rPr>
              <a:t>(Planning,</a:t>
            </a:r>
            <a:r>
              <a:rPr sz="1800" spc="25" dirty="0">
                <a:solidFill>
                  <a:srgbClr val="0F469B"/>
                </a:solidFill>
                <a:latin typeface="+mj-lt"/>
                <a:cs typeface="Calibri"/>
              </a:rPr>
              <a:t> </a:t>
            </a:r>
            <a:r>
              <a:rPr sz="1800" spc="-10" dirty="0">
                <a:solidFill>
                  <a:srgbClr val="0F469B"/>
                </a:solidFill>
                <a:latin typeface="+mj-lt"/>
                <a:cs typeface="Calibri"/>
              </a:rPr>
              <a:t>Discovery</a:t>
            </a:r>
            <a:r>
              <a:rPr sz="1800" spc="10" dirty="0">
                <a:solidFill>
                  <a:srgbClr val="0F469B"/>
                </a:solidFill>
                <a:latin typeface="+mj-lt"/>
                <a:cs typeface="Calibri"/>
              </a:rPr>
              <a:t> </a:t>
            </a:r>
            <a:r>
              <a:rPr sz="1800" dirty="0">
                <a:solidFill>
                  <a:srgbClr val="0F469B"/>
                </a:solidFill>
                <a:latin typeface="+mj-lt"/>
                <a:cs typeface="Calibri"/>
              </a:rPr>
              <a:t>&amp;</a:t>
            </a:r>
            <a:r>
              <a:rPr sz="1800" spc="15" dirty="0">
                <a:solidFill>
                  <a:srgbClr val="0F469B"/>
                </a:solidFill>
                <a:latin typeface="+mj-lt"/>
                <a:cs typeface="Calibri"/>
              </a:rPr>
              <a:t> </a:t>
            </a:r>
            <a:r>
              <a:rPr sz="1800" spc="-10" dirty="0">
                <a:solidFill>
                  <a:srgbClr val="0F469B"/>
                </a:solidFill>
                <a:latin typeface="+mj-lt"/>
                <a:cs typeface="Calibri"/>
              </a:rPr>
              <a:t>Diagnostics</a:t>
            </a:r>
            <a:r>
              <a:rPr sz="1800" spc="20" dirty="0">
                <a:solidFill>
                  <a:srgbClr val="0F469B"/>
                </a:solidFill>
                <a:latin typeface="+mj-lt"/>
                <a:cs typeface="Calibri"/>
              </a:rPr>
              <a:t> </a:t>
            </a:r>
            <a:r>
              <a:rPr sz="1800" spc="-5" dirty="0">
                <a:solidFill>
                  <a:srgbClr val="0F469B"/>
                </a:solidFill>
                <a:latin typeface="+mj-lt"/>
                <a:cs typeface="Calibri"/>
              </a:rPr>
              <a:t>Phase)</a:t>
            </a:r>
            <a:endParaRPr sz="1800" dirty="0">
              <a:latin typeface="+mj-lt"/>
              <a:cs typeface="Calibri"/>
            </a:endParaRPr>
          </a:p>
          <a:p>
            <a:pPr>
              <a:lnSpc>
                <a:spcPct val="100000"/>
              </a:lnSpc>
              <a:spcBef>
                <a:spcPts val="25"/>
              </a:spcBef>
            </a:pPr>
            <a:endParaRPr sz="1750" dirty="0">
              <a:latin typeface="+mj-lt"/>
              <a:cs typeface="Calibri"/>
            </a:endParaRPr>
          </a:p>
          <a:p>
            <a:pPr marL="299085" indent="-287020">
              <a:lnSpc>
                <a:spcPct val="100000"/>
              </a:lnSpc>
              <a:buFont typeface="Arial MT"/>
              <a:buChar char="•"/>
              <a:tabLst>
                <a:tab pos="299085" algn="l"/>
                <a:tab pos="299720" algn="l"/>
              </a:tabLst>
            </a:pPr>
            <a:r>
              <a:rPr sz="1800" spc="-10" dirty="0">
                <a:solidFill>
                  <a:srgbClr val="0F469B"/>
                </a:solidFill>
                <a:latin typeface="+mj-lt"/>
                <a:cs typeface="Calibri"/>
              </a:rPr>
              <a:t>Any</a:t>
            </a:r>
            <a:r>
              <a:rPr sz="1800" dirty="0">
                <a:solidFill>
                  <a:srgbClr val="0F469B"/>
                </a:solidFill>
                <a:latin typeface="+mj-lt"/>
                <a:cs typeface="Calibri"/>
              </a:rPr>
              <a:t> </a:t>
            </a:r>
            <a:r>
              <a:rPr sz="1800" spc="-5" dirty="0">
                <a:solidFill>
                  <a:srgbClr val="0F469B"/>
                </a:solidFill>
                <a:latin typeface="+mj-lt"/>
                <a:cs typeface="Calibri"/>
              </a:rPr>
              <a:t>other</a:t>
            </a:r>
            <a:r>
              <a:rPr sz="1800" spc="15" dirty="0">
                <a:solidFill>
                  <a:srgbClr val="0F469B"/>
                </a:solidFill>
                <a:latin typeface="+mj-lt"/>
                <a:cs typeface="Calibri"/>
              </a:rPr>
              <a:t> </a:t>
            </a:r>
            <a:r>
              <a:rPr sz="1800" spc="-5" dirty="0">
                <a:solidFill>
                  <a:srgbClr val="0F469B"/>
                </a:solidFill>
                <a:latin typeface="+mj-lt"/>
                <a:cs typeface="Calibri"/>
              </a:rPr>
              <a:t>activity</a:t>
            </a:r>
            <a:r>
              <a:rPr sz="1800" spc="15" dirty="0">
                <a:solidFill>
                  <a:srgbClr val="0F469B"/>
                </a:solidFill>
                <a:latin typeface="+mj-lt"/>
                <a:cs typeface="Calibri"/>
              </a:rPr>
              <a:t> </a:t>
            </a:r>
            <a:r>
              <a:rPr sz="1800" dirty="0">
                <a:solidFill>
                  <a:srgbClr val="0F469B"/>
                </a:solidFill>
                <a:latin typeface="+mj-lt"/>
                <a:cs typeface="Calibri"/>
              </a:rPr>
              <a:t>and</a:t>
            </a:r>
            <a:r>
              <a:rPr sz="1800" spc="10" dirty="0">
                <a:solidFill>
                  <a:srgbClr val="0F469B"/>
                </a:solidFill>
                <a:latin typeface="+mj-lt"/>
                <a:cs typeface="Calibri"/>
              </a:rPr>
              <a:t> </a:t>
            </a:r>
            <a:r>
              <a:rPr sz="1800" spc="-10" dirty="0">
                <a:solidFill>
                  <a:srgbClr val="0F469B"/>
                </a:solidFill>
                <a:latin typeface="+mj-lt"/>
                <a:cs typeface="Calibri"/>
              </a:rPr>
              <a:t>deliverables</a:t>
            </a:r>
            <a:r>
              <a:rPr sz="1800" spc="20" dirty="0">
                <a:solidFill>
                  <a:srgbClr val="0F469B"/>
                </a:solidFill>
                <a:latin typeface="+mj-lt"/>
                <a:cs typeface="Calibri"/>
              </a:rPr>
              <a:t> </a:t>
            </a:r>
            <a:r>
              <a:rPr sz="1800" spc="-5" dirty="0">
                <a:solidFill>
                  <a:srgbClr val="0F469B"/>
                </a:solidFill>
                <a:latin typeface="+mj-lt"/>
                <a:cs typeface="Calibri"/>
              </a:rPr>
              <a:t>not</a:t>
            </a:r>
            <a:r>
              <a:rPr sz="1800" dirty="0">
                <a:solidFill>
                  <a:srgbClr val="0F469B"/>
                </a:solidFill>
                <a:latin typeface="+mj-lt"/>
                <a:cs typeface="Calibri"/>
              </a:rPr>
              <a:t> </a:t>
            </a:r>
            <a:r>
              <a:rPr sz="1800" spc="-20" dirty="0">
                <a:solidFill>
                  <a:srgbClr val="0F469B"/>
                </a:solidFill>
                <a:latin typeface="+mj-lt"/>
                <a:cs typeface="Calibri"/>
              </a:rPr>
              <a:t>stated</a:t>
            </a:r>
            <a:r>
              <a:rPr sz="1800" spc="20" dirty="0">
                <a:solidFill>
                  <a:srgbClr val="0F469B"/>
                </a:solidFill>
                <a:latin typeface="+mj-lt"/>
                <a:cs typeface="Calibri"/>
              </a:rPr>
              <a:t> </a:t>
            </a:r>
            <a:r>
              <a:rPr sz="1800" spc="-5" dirty="0">
                <a:solidFill>
                  <a:srgbClr val="0F469B"/>
                </a:solidFill>
                <a:latin typeface="+mj-lt"/>
                <a:cs typeface="Calibri"/>
              </a:rPr>
              <a:t>in</a:t>
            </a:r>
            <a:r>
              <a:rPr sz="1800" dirty="0">
                <a:solidFill>
                  <a:srgbClr val="0F469B"/>
                </a:solidFill>
                <a:latin typeface="+mj-lt"/>
                <a:cs typeface="Calibri"/>
              </a:rPr>
              <a:t> the</a:t>
            </a:r>
            <a:r>
              <a:rPr sz="1800" spc="20" dirty="0">
                <a:solidFill>
                  <a:srgbClr val="0F469B"/>
                </a:solidFill>
                <a:latin typeface="+mj-lt"/>
                <a:cs typeface="Calibri"/>
              </a:rPr>
              <a:t> </a:t>
            </a:r>
            <a:r>
              <a:rPr sz="1800" spc="-5" dirty="0">
                <a:solidFill>
                  <a:srgbClr val="0F469B"/>
                </a:solidFill>
                <a:latin typeface="+mj-lt"/>
                <a:cs typeface="Calibri"/>
              </a:rPr>
              <a:t>document</a:t>
            </a:r>
            <a:r>
              <a:rPr sz="1800" spc="10" dirty="0">
                <a:solidFill>
                  <a:srgbClr val="0F469B"/>
                </a:solidFill>
                <a:latin typeface="+mj-lt"/>
                <a:cs typeface="Calibri"/>
              </a:rPr>
              <a:t> </a:t>
            </a:r>
            <a:r>
              <a:rPr sz="1800" spc="-10" dirty="0">
                <a:solidFill>
                  <a:srgbClr val="0F469B"/>
                </a:solidFill>
                <a:latin typeface="+mj-lt"/>
                <a:cs typeface="Calibri"/>
              </a:rPr>
              <a:t>are</a:t>
            </a:r>
            <a:r>
              <a:rPr sz="1800" spc="5" dirty="0">
                <a:solidFill>
                  <a:srgbClr val="0F469B"/>
                </a:solidFill>
                <a:latin typeface="+mj-lt"/>
                <a:cs typeface="Calibri"/>
              </a:rPr>
              <a:t> </a:t>
            </a:r>
            <a:r>
              <a:rPr sz="1800" spc="-10" dirty="0">
                <a:solidFill>
                  <a:srgbClr val="0F469B"/>
                </a:solidFill>
                <a:latin typeface="+mj-lt"/>
                <a:cs typeface="Calibri"/>
              </a:rPr>
              <a:t>considered</a:t>
            </a:r>
            <a:r>
              <a:rPr sz="1800" spc="30" dirty="0">
                <a:solidFill>
                  <a:srgbClr val="0F469B"/>
                </a:solidFill>
                <a:latin typeface="+mj-lt"/>
                <a:cs typeface="Calibri"/>
              </a:rPr>
              <a:t> </a:t>
            </a:r>
            <a:r>
              <a:rPr sz="1800" spc="-5" dirty="0">
                <a:solidFill>
                  <a:srgbClr val="0F469B"/>
                </a:solidFill>
                <a:latin typeface="+mj-lt"/>
                <a:cs typeface="Calibri"/>
              </a:rPr>
              <a:t>out</a:t>
            </a:r>
            <a:r>
              <a:rPr sz="1800" dirty="0">
                <a:solidFill>
                  <a:srgbClr val="0F469B"/>
                </a:solidFill>
                <a:latin typeface="+mj-lt"/>
                <a:cs typeface="Calibri"/>
              </a:rPr>
              <a:t> </a:t>
            </a:r>
            <a:r>
              <a:rPr sz="1800" spc="-5" dirty="0">
                <a:solidFill>
                  <a:srgbClr val="0F469B"/>
                </a:solidFill>
                <a:latin typeface="+mj-lt"/>
                <a:cs typeface="Calibri"/>
              </a:rPr>
              <a:t>of</a:t>
            </a:r>
            <a:r>
              <a:rPr sz="1800" spc="15" dirty="0">
                <a:solidFill>
                  <a:srgbClr val="0F469B"/>
                </a:solidFill>
                <a:latin typeface="+mj-lt"/>
                <a:cs typeface="Calibri"/>
              </a:rPr>
              <a:t> </a:t>
            </a:r>
            <a:r>
              <a:rPr sz="1800" spc="-10" dirty="0">
                <a:solidFill>
                  <a:srgbClr val="0F469B"/>
                </a:solidFill>
                <a:latin typeface="+mj-lt"/>
                <a:cs typeface="Calibri"/>
              </a:rPr>
              <a:t>scope</a:t>
            </a:r>
            <a:endParaRPr sz="1800" dirty="0">
              <a:latin typeface="+mj-lt"/>
              <a:cs typeface="Calibri"/>
            </a:endParaRPr>
          </a:p>
          <a:p>
            <a:pPr>
              <a:lnSpc>
                <a:spcPct val="100000"/>
              </a:lnSpc>
              <a:spcBef>
                <a:spcPts val="20"/>
              </a:spcBef>
              <a:buClr>
                <a:srgbClr val="0F469B"/>
              </a:buClr>
              <a:buFont typeface="Arial MT"/>
              <a:buChar char="•"/>
            </a:pPr>
            <a:endParaRPr sz="1750" dirty="0">
              <a:latin typeface="+mj-lt"/>
              <a:cs typeface="Calibri"/>
            </a:endParaRPr>
          </a:p>
          <a:p>
            <a:pPr marL="299085" indent="-287020">
              <a:lnSpc>
                <a:spcPct val="100000"/>
              </a:lnSpc>
              <a:spcBef>
                <a:spcPts val="5"/>
              </a:spcBef>
              <a:buFont typeface="Arial MT"/>
              <a:buChar char="•"/>
              <a:tabLst>
                <a:tab pos="299085" algn="l"/>
                <a:tab pos="299720" algn="l"/>
              </a:tabLst>
            </a:pPr>
            <a:r>
              <a:rPr sz="1800" spc="-15" dirty="0">
                <a:solidFill>
                  <a:srgbClr val="0F469B"/>
                </a:solidFill>
                <a:latin typeface="+mj-lt"/>
                <a:cs typeface="Calibri"/>
              </a:rPr>
              <a:t>Data</a:t>
            </a:r>
            <a:r>
              <a:rPr sz="1800" spc="10" dirty="0">
                <a:solidFill>
                  <a:srgbClr val="0F469B"/>
                </a:solidFill>
                <a:latin typeface="+mj-lt"/>
                <a:cs typeface="Calibri"/>
              </a:rPr>
              <a:t> </a:t>
            </a:r>
            <a:r>
              <a:rPr sz="1800" spc="-10" dirty="0">
                <a:solidFill>
                  <a:srgbClr val="0F469B"/>
                </a:solidFill>
                <a:latin typeface="+mj-lt"/>
                <a:cs typeface="Calibri"/>
              </a:rPr>
              <a:t>to</a:t>
            </a:r>
            <a:r>
              <a:rPr sz="1800" spc="-5" dirty="0">
                <a:solidFill>
                  <a:srgbClr val="0F469B"/>
                </a:solidFill>
                <a:latin typeface="+mj-lt"/>
                <a:cs typeface="Calibri"/>
              </a:rPr>
              <a:t> be Cleansed</a:t>
            </a:r>
            <a:r>
              <a:rPr sz="1800" spc="15" dirty="0">
                <a:solidFill>
                  <a:srgbClr val="0F469B"/>
                </a:solidFill>
                <a:latin typeface="+mj-lt"/>
                <a:cs typeface="Calibri"/>
              </a:rPr>
              <a:t> </a:t>
            </a:r>
            <a:r>
              <a:rPr sz="1800" spc="-10" dirty="0">
                <a:solidFill>
                  <a:srgbClr val="0F469B"/>
                </a:solidFill>
                <a:latin typeface="+mj-lt"/>
                <a:cs typeface="Calibri"/>
              </a:rPr>
              <a:t>will</a:t>
            </a:r>
            <a:r>
              <a:rPr sz="1800" spc="15" dirty="0">
                <a:solidFill>
                  <a:srgbClr val="0F469B"/>
                </a:solidFill>
                <a:latin typeface="+mj-lt"/>
                <a:cs typeface="Calibri"/>
              </a:rPr>
              <a:t> </a:t>
            </a:r>
            <a:r>
              <a:rPr sz="1800" spc="-5" dirty="0">
                <a:solidFill>
                  <a:srgbClr val="0F469B"/>
                </a:solidFill>
                <a:latin typeface="+mj-lt"/>
                <a:cs typeface="Calibri"/>
              </a:rPr>
              <a:t>be shared</a:t>
            </a:r>
            <a:r>
              <a:rPr sz="1800" spc="5" dirty="0">
                <a:solidFill>
                  <a:srgbClr val="0F469B"/>
                </a:solidFill>
                <a:latin typeface="+mj-lt"/>
                <a:cs typeface="Calibri"/>
              </a:rPr>
              <a:t> </a:t>
            </a:r>
            <a:r>
              <a:rPr sz="1800" spc="-5" dirty="0">
                <a:solidFill>
                  <a:srgbClr val="0F469B"/>
                </a:solidFill>
                <a:latin typeface="+mj-lt"/>
                <a:cs typeface="Calibri"/>
              </a:rPr>
              <a:t>with</a:t>
            </a:r>
            <a:r>
              <a:rPr sz="1800" spc="5" dirty="0">
                <a:solidFill>
                  <a:srgbClr val="0F469B"/>
                </a:solidFill>
                <a:latin typeface="+mj-lt"/>
                <a:cs typeface="Calibri"/>
              </a:rPr>
              <a:t> </a:t>
            </a:r>
            <a:r>
              <a:rPr sz="1800" spc="-5" dirty="0">
                <a:solidFill>
                  <a:srgbClr val="0F469B"/>
                </a:solidFill>
                <a:latin typeface="+mj-lt"/>
                <a:cs typeface="Calibri"/>
              </a:rPr>
              <a:t>PiLog</a:t>
            </a:r>
            <a:r>
              <a:rPr sz="1800" spc="20" dirty="0">
                <a:solidFill>
                  <a:srgbClr val="0F469B"/>
                </a:solidFill>
                <a:latin typeface="+mj-lt"/>
                <a:cs typeface="Calibri"/>
              </a:rPr>
              <a:t> </a:t>
            </a:r>
            <a:r>
              <a:rPr sz="1800" spc="-5" dirty="0">
                <a:solidFill>
                  <a:srgbClr val="0F469B"/>
                </a:solidFill>
                <a:latin typeface="+mj-lt"/>
                <a:cs typeface="Calibri"/>
              </a:rPr>
              <a:t>in</a:t>
            </a:r>
            <a:r>
              <a:rPr sz="1800" spc="10" dirty="0">
                <a:solidFill>
                  <a:srgbClr val="0F469B"/>
                </a:solidFill>
                <a:latin typeface="+mj-lt"/>
                <a:cs typeface="Calibri"/>
              </a:rPr>
              <a:t> </a:t>
            </a:r>
            <a:r>
              <a:rPr sz="1800" spc="-15" dirty="0">
                <a:solidFill>
                  <a:srgbClr val="0F469B"/>
                </a:solidFill>
                <a:latin typeface="+mj-lt"/>
                <a:cs typeface="Calibri"/>
              </a:rPr>
              <a:t>excel</a:t>
            </a:r>
            <a:r>
              <a:rPr sz="1800" spc="5" dirty="0">
                <a:solidFill>
                  <a:srgbClr val="0F469B"/>
                </a:solidFill>
                <a:latin typeface="+mj-lt"/>
                <a:cs typeface="Calibri"/>
              </a:rPr>
              <a:t> </a:t>
            </a:r>
            <a:r>
              <a:rPr sz="1800" spc="-15" dirty="0">
                <a:solidFill>
                  <a:srgbClr val="0F469B"/>
                </a:solidFill>
                <a:latin typeface="+mj-lt"/>
                <a:cs typeface="Calibri"/>
              </a:rPr>
              <a:t>format</a:t>
            </a:r>
            <a:endParaRPr lang="en-IN" sz="1800" spc="-15" dirty="0">
              <a:solidFill>
                <a:srgbClr val="0F469B"/>
              </a:solidFill>
              <a:latin typeface="+mj-lt"/>
              <a:cs typeface="Calibri"/>
            </a:endParaRPr>
          </a:p>
          <a:p>
            <a:pPr marL="299085" indent="-287020">
              <a:lnSpc>
                <a:spcPct val="100000"/>
              </a:lnSpc>
              <a:spcBef>
                <a:spcPts val="5"/>
              </a:spcBef>
              <a:buFont typeface="Arial MT"/>
              <a:buChar char="•"/>
              <a:tabLst>
                <a:tab pos="299085" algn="l"/>
                <a:tab pos="299720" algn="l"/>
              </a:tabLst>
            </a:pPr>
            <a:endParaRPr lang="en-IN" spc="-15" dirty="0">
              <a:solidFill>
                <a:srgbClr val="0F469B"/>
              </a:solidFill>
              <a:latin typeface="+mj-lt"/>
              <a:cs typeface="Calibri"/>
            </a:endParaRPr>
          </a:p>
          <a:p>
            <a:pPr marL="299085" indent="-287020">
              <a:lnSpc>
                <a:spcPct val="100000"/>
              </a:lnSpc>
              <a:spcBef>
                <a:spcPts val="5"/>
              </a:spcBef>
              <a:buFont typeface="Arial MT"/>
              <a:buChar char="•"/>
              <a:tabLst>
                <a:tab pos="299085" algn="l"/>
                <a:tab pos="299720" algn="l"/>
              </a:tabLst>
            </a:pPr>
            <a:r>
              <a:rPr lang="en-US" sz="1800" spc="-10" dirty="0">
                <a:solidFill>
                  <a:srgbClr val="0F469B"/>
                </a:solidFill>
                <a:latin typeface="+mj-lt"/>
                <a:cs typeface="Calibri"/>
              </a:rPr>
              <a:t>Project</a:t>
            </a:r>
            <a:r>
              <a:rPr lang="en-US" sz="1800" dirty="0">
                <a:solidFill>
                  <a:srgbClr val="0F469B"/>
                </a:solidFill>
                <a:latin typeface="+mj-lt"/>
                <a:cs typeface="Calibri"/>
              </a:rPr>
              <a:t> </a:t>
            </a:r>
            <a:r>
              <a:rPr lang="en-US" sz="1800" spc="-5" dirty="0">
                <a:solidFill>
                  <a:srgbClr val="0F469B"/>
                </a:solidFill>
                <a:latin typeface="+mj-lt"/>
                <a:cs typeface="Calibri"/>
              </a:rPr>
              <a:t>will</a:t>
            </a:r>
            <a:r>
              <a:rPr lang="en-US" sz="1800" spc="25" dirty="0">
                <a:solidFill>
                  <a:srgbClr val="0F469B"/>
                </a:solidFill>
                <a:latin typeface="+mj-lt"/>
                <a:cs typeface="Calibri"/>
              </a:rPr>
              <a:t> </a:t>
            </a:r>
            <a:r>
              <a:rPr lang="en-US" sz="1800" dirty="0">
                <a:solidFill>
                  <a:srgbClr val="0F469B"/>
                </a:solidFill>
                <a:latin typeface="+mj-lt"/>
                <a:cs typeface="Calibri"/>
              </a:rPr>
              <a:t>be</a:t>
            </a:r>
            <a:r>
              <a:rPr lang="en-US" sz="1800" spc="15" dirty="0">
                <a:solidFill>
                  <a:srgbClr val="0F469B"/>
                </a:solidFill>
                <a:latin typeface="+mj-lt"/>
                <a:cs typeface="Calibri"/>
              </a:rPr>
              <a:t> </a:t>
            </a:r>
            <a:r>
              <a:rPr lang="en-US" sz="1800" spc="-15" dirty="0">
                <a:solidFill>
                  <a:srgbClr val="0F469B"/>
                </a:solidFill>
                <a:latin typeface="+mj-lt"/>
                <a:cs typeface="Calibri"/>
              </a:rPr>
              <a:t>executed</a:t>
            </a:r>
            <a:r>
              <a:rPr lang="en-US" sz="1800" spc="15" dirty="0">
                <a:solidFill>
                  <a:srgbClr val="0F469B"/>
                </a:solidFill>
                <a:latin typeface="+mj-lt"/>
                <a:cs typeface="Calibri"/>
              </a:rPr>
              <a:t> </a:t>
            </a:r>
            <a:r>
              <a:rPr lang="en-US" sz="1800" spc="-10" dirty="0">
                <a:solidFill>
                  <a:srgbClr val="0F469B"/>
                </a:solidFill>
                <a:latin typeface="+mj-lt"/>
                <a:cs typeface="Calibri"/>
              </a:rPr>
              <a:t>remotely</a:t>
            </a:r>
            <a:r>
              <a:rPr lang="en-US" sz="1800" spc="10" dirty="0">
                <a:solidFill>
                  <a:srgbClr val="0F469B"/>
                </a:solidFill>
                <a:latin typeface="+mj-lt"/>
                <a:cs typeface="Calibri"/>
              </a:rPr>
              <a:t> </a:t>
            </a:r>
            <a:r>
              <a:rPr lang="en-US" sz="1800" spc="-15" dirty="0">
                <a:solidFill>
                  <a:srgbClr val="0F469B"/>
                </a:solidFill>
                <a:latin typeface="+mj-lt"/>
                <a:cs typeface="Calibri"/>
              </a:rPr>
              <a:t>for</a:t>
            </a:r>
            <a:r>
              <a:rPr lang="en-US" sz="1800" spc="-5" dirty="0">
                <a:solidFill>
                  <a:srgbClr val="0F469B"/>
                </a:solidFill>
                <a:latin typeface="+mj-lt"/>
                <a:cs typeface="Calibri"/>
              </a:rPr>
              <a:t> </a:t>
            </a:r>
            <a:r>
              <a:rPr lang="en-US" sz="1800" spc="-15" dirty="0">
                <a:solidFill>
                  <a:srgbClr val="0F469B"/>
                </a:solidFill>
                <a:latin typeface="+mj-lt"/>
                <a:cs typeface="Calibri"/>
              </a:rPr>
              <a:t>Data</a:t>
            </a:r>
            <a:r>
              <a:rPr lang="en-US" sz="1800" spc="10" dirty="0">
                <a:solidFill>
                  <a:srgbClr val="0F469B"/>
                </a:solidFill>
                <a:latin typeface="+mj-lt"/>
                <a:cs typeface="Calibri"/>
              </a:rPr>
              <a:t> </a:t>
            </a:r>
            <a:r>
              <a:rPr lang="en-US" sz="1800" spc="-5" dirty="0">
                <a:solidFill>
                  <a:srgbClr val="0F469B"/>
                </a:solidFill>
                <a:latin typeface="+mj-lt"/>
                <a:cs typeface="Calibri"/>
              </a:rPr>
              <a:t>Cleansing, PiLog will deploy on-site resource to co-ordinate with users.</a:t>
            </a:r>
          </a:p>
          <a:p>
            <a:pPr marL="299085" indent="-287020">
              <a:lnSpc>
                <a:spcPct val="100000"/>
              </a:lnSpc>
              <a:spcBef>
                <a:spcPts val="5"/>
              </a:spcBef>
              <a:buFont typeface="Arial MT"/>
              <a:buChar char="•"/>
              <a:tabLst>
                <a:tab pos="299085" algn="l"/>
                <a:tab pos="299720" algn="l"/>
              </a:tabLst>
            </a:pPr>
            <a:endParaRPr lang="en-US" spc="-5" dirty="0">
              <a:solidFill>
                <a:srgbClr val="0F469B"/>
              </a:solidFill>
              <a:latin typeface="+mj-lt"/>
              <a:cs typeface="Calibri"/>
            </a:endParaRPr>
          </a:p>
          <a:p>
            <a:pPr marL="299085" indent="-287020">
              <a:spcBef>
                <a:spcPts val="5"/>
              </a:spcBef>
              <a:buFont typeface="Arial MT"/>
              <a:buChar char="•"/>
              <a:tabLst>
                <a:tab pos="299085" algn="l"/>
                <a:tab pos="299720" algn="l"/>
              </a:tabLst>
            </a:pPr>
            <a:r>
              <a:rPr lang="en-US" sz="1800" spc="-5" dirty="0">
                <a:solidFill>
                  <a:srgbClr val="0F469B"/>
                </a:solidFill>
                <a:latin typeface="+mj-lt"/>
                <a:cs typeface="Calibri"/>
              </a:rPr>
              <a:t>Design</a:t>
            </a:r>
            <a:r>
              <a:rPr lang="en-US" sz="1800" spc="195" dirty="0">
                <a:solidFill>
                  <a:srgbClr val="0F469B"/>
                </a:solidFill>
                <a:latin typeface="+mj-lt"/>
                <a:cs typeface="Calibri"/>
              </a:rPr>
              <a:t> </a:t>
            </a:r>
            <a:r>
              <a:rPr lang="en-US" sz="1800" spc="-5" dirty="0">
                <a:solidFill>
                  <a:srgbClr val="0F469B"/>
                </a:solidFill>
                <a:latin typeface="+mj-lt"/>
                <a:cs typeface="Calibri"/>
              </a:rPr>
              <a:t>decisions</a:t>
            </a:r>
            <a:r>
              <a:rPr lang="en-US" sz="1800" spc="195" dirty="0">
                <a:solidFill>
                  <a:srgbClr val="0F469B"/>
                </a:solidFill>
                <a:latin typeface="+mj-lt"/>
                <a:cs typeface="Calibri"/>
              </a:rPr>
              <a:t> </a:t>
            </a:r>
            <a:r>
              <a:rPr lang="en-US" sz="1800" spc="-5" dirty="0">
                <a:solidFill>
                  <a:srgbClr val="0F469B"/>
                </a:solidFill>
                <a:latin typeface="+mj-lt"/>
                <a:cs typeface="Calibri"/>
              </a:rPr>
              <a:t>business</a:t>
            </a:r>
            <a:r>
              <a:rPr lang="en-US" sz="1800" spc="195" dirty="0">
                <a:solidFill>
                  <a:srgbClr val="0F469B"/>
                </a:solidFill>
                <a:latin typeface="+mj-lt"/>
                <a:cs typeface="Calibri"/>
              </a:rPr>
              <a:t> </a:t>
            </a:r>
            <a:r>
              <a:rPr lang="en-US" sz="1800" spc="-5" dirty="0">
                <a:solidFill>
                  <a:srgbClr val="0F469B"/>
                </a:solidFill>
                <a:latin typeface="+mj-lt"/>
                <a:cs typeface="Calibri"/>
              </a:rPr>
              <a:t>rules</a:t>
            </a:r>
            <a:r>
              <a:rPr lang="en-US" sz="1800" spc="190" dirty="0">
                <a:solidFill>
                  <a:srgbClr val="0F469B"/>
                </a:solidFill>
                <a:latin typeface="+mj-lt"/>
                <a:cs typeface="Calibri"/>
              </a:rPr>
              <a:t> </a:t>
            </a:r>
            <a:r>
              <a:rPr lang="en-US" sz="1800" spc="-15" dirty="0">
                <a:solidFill>
                  <a:srgbClr val="0F469B"/>
                </a:solidFill>
                <a:latin typeface="+mj-lt"/>
                <a:cs typeface="Calibri"/>
              </a:rPr>
              <a:t>for</a:t>
            </a:r>
            <a:r>
              <a:rPr lang="en-US" sz="1800" spc="180" dirty="0">
                <a:solidFill>
                  <a:srgbClr val="0F469B"/>
                </a:solidFill>
                <a:latin typeface="+mj-lt"/>
                <a:cs typeface="Calibri"/>
              </a:rPr>
              <a:t> </a:t>
            </a:r>
            <a:r>
              <a:rPr lang="en-US" sz="1800" spc="-15" dirty="0">
                <a:solidFill>
                  <a:srgbClr val="0F469B"/>
                </a:solidFill>
                <a:latin typeface="+mj-lt"/>
                <a:cs typeface="Calibri"/>
              </a:rPr>
              <a:t>data</a:t>
            </a:r>
            <a:r>
              <a:rPr lang="en-US" sz="1800" spc="190" dirty="0">
                <a:solidFill>
                  <a:srgbClr val="0F469B"/>
                </a:solidFill>
                <a:latin typeface="+mj-lt"/>
                <a:cs typeface="Calibri"/>
              </a:rPr>
              <a:t> </a:t>
            </a:r>
            <a:r>
              <a:rPr lang="en-US" sz="1800" spc="-10" dirty="0">
                <a:solidFill>
                  <a:srgbClr val="0F469B"/>
                </a:solidFill>
                <a:latin typeface="+mj-lt"/>
                <a:cs typeface="Calibri"/>
              </a:rPr>
              <a:t>validation,</a:t>
            </a:r>
            <a:r>
              <a:rPr lang="en-US" sz="1800" spc="200" dirty="0">
                <a:solidFill>
                  <a:srgbClr val="0F469B"/>
                </a:solidFill>
                <a:latin typeface="+mj-lt"/>
                <a:cs typeface="Calibri"/>
              </a:rPr>
              <a:t> </a:t>
            </a:r>
            <a:r>
              <a:rPr lang="en-US" sz="1800" spc="-5" dirty="0">
                <a:solidFill>
                  <a:srgbClr val="0F469B"/>
                </a:solidFill>
                <a:latin typeface="+mj-lt"/>
                <a:cs typeface="Calibri"/>
              </a:rPr>
              <a:t>cleansing</a:t>
            </a:r>
            <a:r>
              <a:rPr lang="en-US" sz="1800" spc="190" dirty="0">
                <a:solidFill>
                  <a:srgbClr val="0F469B"/>
                </a:solidFill>
                <a:latin typeface="+mj-lt"/>
                <a:cs typeface="Calibri"/>
              </a:rPr>
              <a:t> </a:t>
            </a:r>
            <a:r>
              <a:rPr lang="en-US" sz="1800" dirty="0">
                <a:solidFill>
                  <a:srgbClr val="0F469B"/>
                </a:solidFill>
                <a:latin typeface="+mj-lt"/>
                <a:cs typeface="Calibri"/>
              </a:rPr>
              <a:t>and</a:t>
            </a:r>
            <a:r>
              <a:rPr lang="en-US" sz="1800" spc="204" dirty="0">
                <a:solidFill>
                  <a:srgbClr val="0F469B"/>
                </a:solidFill>
                <a:latin typeface="+mj-lt"/>
                <a:cs typeface="Calibri"/>
              </a:rPr>
              <a:t> </a:t>
            </a:r>
            <a:r>
              <a:rPr lang="en-US" sz="1800" dirty="0">
                <a:solidFill>
                  <a:srgbClr val="0F469B"/>
                </a:solidFill>
                <a:latin typeface="+mj-lt"/>
                <a:cs typeface="Calibri"/>
              </a:rPr>
              <a:t>enrichment</a:t>
            </a:r>
            <a:r>
              <a:rPr lang="en-US" sz="1800" spc="180" dirty="0">
                <a:solidFill>
                  <a:srgbClr val="0F469B"/>
                </a:solidFill>
                <a:latin typeface="+mj-lt"/>
                <a:cs typeface="Calibri"/>
              </a:rPr>
              <a:t> </a:t>
            </a:r>
            <a:r>
              <a:rPr lang="en-US" sz="1800" spc="-5" dirty="0">
                <a:solidFill>
                  <a:srgbClr val="0F469B"/>
                </a:solidFill>
                <a:latin typeface="+mj-lt"/>
                <a:cs typeface="Calibri"/>
              </a:rPr>
              <a:t>must</a:t>
            </a:r>
            <a:r>
              <a:rPr lang="en-US" sz="1800" spc="180" dirty="0">
                <a:solidFill>
                  <a:srgbClr val="0F469B"/>
                </a:solidFill>
                <a:latin typeface="+mj-lt"/>
                <a:cs typeface="Calibri"/>
              </a:rPr>
              <a:t> </a:t>
            </a:r>
            <a:r>
              <a:rPr lang="en-US" sz="1800" spc="-5" dirty="0">
                <a:solidFill>
                  <a:srgbClr val="0F469B"/>
                </a:solidFill>
                <a:latin typeface="+mj-lt"/>
                <a:cs typeface="Calibri"/>
              </a:rPr>
              <a:t>decide</a:t>
            </a:r>
            <a:r>
              <a:rPr lang="en-US" sz="1800" spc="204" dirty="0">
                <a:solidFill>
                  <a:srgbClr val="0F469B"/>
                </a:solidFill>
                <a:latin typeface="+mj-lt"/>
                <a:cs typeface="Calibri"/>
              </a:rPr>
              <a:t> </a:t>
            </a:r>
            <a:r>
              <a:rPr lang="en-US" sz="1800" dirty="0">
                <a:solidFill>
                  <a:srgbClr val="0F469B"/>
                </a:solidFill>
                <a:latin typeface="+mj-lt"/>
                <a:cs typeface="Calibri"/>
              </a:rPr>
              <a:t>and</a:t>
            </a:r>
            <a:r>
              <a:rPr lang="en-US" sz="1800" spc="190" dirty="0">
                <a:solidFill>
                  <a:srgbClr val="0F469B"/>
                </a:solidFill>
                <a:latin typeface="+mj-lt"/>
                <a:cs typeface="Calibri"/>
              </a:rPr>
              <a:t> </a:t>
            </a:r>
            <a:r>
              <a:rPr lang="en-US" sz="1800" spc="-15" dirty="0">
                <a:solidFill>
                  <a:srgbClr val="0F469B"/>
                </a:solidFill>
                <a:latin typeface="+mj-lt"/>
                <a:cs typeface="Calibri"/>
              </a:rPr>
              <a:t>frozen</a:t>
            </a:r>
            <a:r>
              <a:rPr lang="en-US" sz="1800" spc="190" dirty="0">
                <a:solidFill>
                  <a:srgbClr val="0F469B"/>
                </a:solidFill>
                <a:latin typeface="+mj-lt"/>
                <a:cs typeface="Calibri"/>
              </a:rPr>
              <a:t> </a:t>
            </a:r>
            <a:r>
              <a:rPr lang="en-US" sz="1800" spc="-5" dirty="0">
                <a:solidFill>
                  <a:srgbClr val="0F469B"/>
                </a:solidFill>
                <a:latin typeface="+mj-lt"/>
                <a:cs typeface="Calibri"/>
              </a:rPr>
              <a:t>during</a:t>
            </a:r>
            <a:r>
              <a:rPr lang="en-US" sz="1800" spc="195" dirty="0">
                <a:solidFill>
                  <a:srgbClr val="0F469B"/>
                </a:solidFill>
                <a:latin typeface="+mj-lt"/>
                <a:cs typeface="Calibri"/>
              </a:rPr>
              <a:t> </a:t>
            </a:r>
            <a:r>
              <a:rPr lang="en-US" sz="1800" dirty="0">
                <a:solidFill>
                  <a:srgbClr val="0F469B"/>
                </a:solidFill>
                <a:latin typeface="+mj-lt"/>
                <a:cs typeface="Calibri"/>
              </a:rPr>
              <a:t>the </a:t>
            </a:r>
            <a:r>
              <a:rPr lang="en-US" sz="1800" spc="-390" dirty="0">
                <a:solidFill>
                  <a:srgbClr val="0F469B"/>
                </a:solidFill>
                <a:latin typeface="+mj-lt"/>
                <a:cs typeface="Calibri"/>
              </a:rPr>
              <a:t> </a:t>
            </a:r>
            <a:r>
              <a:rPr lang="en-US" sz="1800" spc="-15" dirty="0">
                <a:solidFill>
                  <a:srgbClr val="0F469B"/>
                </a:solidFill>
                <a:latin typeface="+mj-lt"/>
                <a:cs typeface="Calibri"/>
              </a:rPr>
              <a:t>explore</a:t>
            </a:r>
            <a:r>
              <a:rPr lang="en-US" sz="1800" spc="10" dirty="0">
                <a:solidFill>
                  <a:srgbClr val="0F469B"/>
                </a:solidFill>
                <a:latin typeface="+mj-lt"/>
                <a:cs typeface="Calibri"/>
              </a:rPr>
              <a:t> </a:t>
            </a:r>
            <a:r>
              <a:rPr lang="en-US" sz="1800" spc="-5" dirty="0">
                <a:solidFill>
                  <a:srgbClr val="0F469B"/>
                </a:solidFill>
                <a:latin typeface="+mj-lt"/>
                <a:cs typeface="Calibri"/>
              </a:rPr>
              <a:t>phase</a:t>
            </a:r>
            <a:endParaRPr lang="en-US" sz="1800" dirty="0">
              <a:latin typeface="+mj-lt"/>
              <a:cs typeface="Calibri"/>
            </a:endParaRPr>
          </a:p>
          <a:p>
            <a:pPr marL="299085" indent="-287020">
              <a:lnSpc>
                <a:spcPct val="100000"/>
              </a:lnSpc>
              <a:spcBef>
                <a:spcPts val="5"/>
              </a:spcBef>
              <a:buFont typeface="Arial MT"/>
              <a:buChar char="•"/>
              <a:tabLst>
                <a:tab pos="299085" algn="l"/>
                <a:tab pos="299720" algn="l"/>
              </a:tabLst>
            </a:pPr>
            <a:endParaRPr lang="en-IN" sz="1800" dirty="0">
              <a:latin typeface="+mj-lt"/>
              <a:cs typeface="Calibri"/>
            </a:endParaRPr>
          </a:p>
          <a:p>
            <a:pPr marL="299085" indent="-287020">
              <a:spcBef>
                <a:spcPts val="5"/>
              </a:spcBef>
              <a:buFont typeface="Arial MT"/>
              <a:buChar char="•"/>
              <a:tabLst>
                <a:tab pos="299085" algn="l"/>
                <a:tab pos="299720" algn="l"/>
              </a:tabLst>
            </a:pPr>
            <a:r>
              <a:rPr lang="en-US" sz="1800" spc="-10" dirty="0">
                <a:solidFill>
                  <a:srgbClr val="0F469B"/>
                </a:solidFill>
                <a:latin typeface="+mj-lt"/>
                <a:cs typeface="Calibri"/>
              </a:rPr>
              <a:t>Shree Cement Ltd to</a:t>
            </a:r>
            <a:r>
              <a:rPr lang="en-US" sz="1800" spc="50" dirty="0">
                <a:solidFill>
                  <a:srgbClr val="0F469B"/>
                </a:solidFill>
                <a:latin typeface="+mj-lt"/>
                <a:cs typeface="Calibri"/>
              </a:rPr>
              <a:t> </a:t>
            </a:r>
            <a:r>
              <a:rPr lang="en-US" sz="1800" spc="-5" dirty="0">
                <a:solidFill>
                  <a:srgbClr val="0F469B"/>
                </a:solidFill>
                <a:latin typeface="+mj-lt"/>
                <a:cs typeface="Calibri"/>
              </a:rPr>
              <a:t>ensure</a:t>
            </a:r>
            <a:r>
              <a:rPr lang="en-US" sz="1800" spc="45" dirty="0">
                <a:solidFill>
                  <a:srgbClr val="0F469B"/>
                </a:solidFill>
                <a:latin typeface="+mj-lt"/>
                <a:cs typeface="Calibri"/>
              </a:rPr>
              <a:t> </a:t>
            </a:r>
            <a:r>
              <a:rPr lang="en-US" sz="1800" spc="-10" dirty="0">
                <a:solidFill>
                  <a:srgbClr val="0F469B"/>
                </a:solidFill>
                <a:latin typeface="+mj-lt"/>
                <a:cs typeface="Calibri"/>
              </a:rPr>
              <a:t>Resources</a:t>
            </a:r>
            <a:r>
              <a:rPr lang="en-US" sz="1800" spc="45" dirty="0">
                <a:solidFill>
                  <a:srgbClr val="0F469B"/>
                </a:solidFill>
                <a:latin typeface="+mj-lt"/>
                <a:cs typeface="Calibri"/>
              </a:rPr>
              <a:t> </a:t>
            </a:r>
            <a:r>
              <a:rPr lang="en-US" sz="1800" spc="-5" dirty="0">
                <a:solidFill>
                  <a:srgbClr val="0F469B"/>
                </a:solidFill>
                <a:latin typeface="+mj-lt"/>
                <a:cs typeface="Calibri"/>
              </a:rPr>
              <a:t>(technical/functional</a:t>
            </a:r>
            <a:r>
              <a:rPr lang="en-US" sz="1800" spc="55" dirty="0">
                <a:solidFill>
                  <a:srgbClr val="0F469B"/>
                </a:solidFill>
                <a:latin typeface="+mj-lt"/>
                <a:cs typeface="Calibri"/>
              </a:rPr>
              <a:t> </a:t>
            </a:r>
            <a:r>
              <a:rPr lang="en-US" sz="1800" spc="-5" dirty="0">
                <a:solidFill>
                  <a:srgbClr val="0F469B"/>
                </a:solidFill>
                <a:latin typeface="+mj-lt"/>
                <a:cs typeface="Calibri"/>
              </a:rPr>
              <a:t>or</a:t>
            </a:r>
            <a:r>
              <a:rPr lang="en-US" sz="1800" spc="50" dirty="0">
                <a:solidFill>
                  <a:srgbClr val="0F469B"/>
                </a:solidFill>
                <a:latin typeface="+mj-lt"/>
                <a:cs typeface="Calibri"/>
              </a:rPr>
              <a:t> </a:t>
            </a:r>
            <a:r>
              <a:rPr lang="en-US" sz="1800" spc="-10" dirty="0">
                <a:solidFill>
                  <a:srgbClr val="0F469B"/>
                </a:solidFill>
                <a:latin typeface="+mj-lt"/>
                <a:cs typeface="Calibri"/>
              </a:rPr>
              <a:t>combination</a:t>
            </a:r>
            <a:r>
              <a:rPr lang="en-US" sz="1800" spc="50" dirty="0">
                <a:solidFill>
                  <a:srgbClr val="0F469B"/>
                </a:solidFill>
                <a:latin typeface="+mj-lt"/>
                <a:cs typeface="Calibri"/>
              </a:rPr>
              <a:t> </a:t>
            </a:r>
            <a:r>
              <a:rPr lang="en-US" sz="1800" spc="-5" dirty="0">
                <a:solidFill>
                  <a:srgbClr val="0F469B"/>
                </a:solidFill>
                <a:latin typeface="+mj-lt"/>
                <a:cs typeface="Calibri"/>
              </a:rPr>
              <a:t>of</a:t>
            </a:r>
            <a:r>
              <a:rPr lang="en-US" sz="1800" spc="40" dirty="0">
                <a:solidFill>
                  <a:srgbClr val="0F469B"/>
                </a:solidFill>
                <a:latin typeface="+mj-lt"/>
                <a:cs typeface="Calibri"/>
              </a:rPr>
              <a:t> </a:t>
            </a:r>
            <a:r>
              <a:rPr lang="en-US" sz="1800" spc="-5" dirty="0">
                <a:solidFill>
                  <a:srgbClr val="0F469B"/>
                </a:solidFill>
                <a:latin typeface="+mj-lt"/>
                <a:cs typeface="Calibri"/>
              </a:rPr>
              <a:t>both)</a:t>
            </a:r>
            <a:r>
              <a:rPr lang="en-US" sz="1800" spc="35" dirty="0">
                <a:solidFill>
                  <a:srgbClr val="0F469B"/>
                </a:solidFill>
                <a:latin typeface="+mj-lt"/>
                <a:cs typeface="Calibri"/>
              </a:rPr>
              <a:t> </a:t>
            </a:r>
            <a:r>
              <a:rPr lang="en-US" sz="1800" spc="-5" dirty="0">
                <a:solidFill>
                  <a:srgbClr val="0F469B"/>
                </a:solidFill>
                <a:latin typeface="+mj-lt"/>
                <a:cs typeface="Calibri"/>
              </a:rPr>
              <a:t>in</a:t>
            </a:r>
            <a:r>
              <a:rPr lang="en-US" sz="1800" spc="55" dirty="0">
                <a:solidFill>
                  <a:srgbClr val="0F469B"/>
                </a:solidFill>
                <a:latin typeface="+mj-lt"/>
                <a:cs typeface="Calibri"/>
              </a:rPr>
              <a:t> </a:t>
            </a:r>
            <a:r>
              <a:rPr lang="en-US" sz="1800" spc="-10" dirty="0">
                <a:solidFill>
                  <a:srgbClr val="0F469B"/>
                </a:solidFill>
                <a:latin typeface="+mj-lt"/>
                <a:cs typeface="Calibri"/>
              </a:rPr>
              <a:t>understanding</a:t>
            </a:r>
            <a:r>
              <a:rPr lang="en-US" sz="1800" spc="65" dirty="0">
                <a:solidFill>
                  <a:srgbClr val="0F469B"/>
                </a:solidFill>
                <a:latin typeface="+mj-lt"/>
                <a:cs typeface="Calibri"/>
              </a:rPr>
              <a:t> </a:t>
            </a:r>
            <a:r>
              <a:rPr lang="en-US" sz="1800" dirty="0">
                <a:solidFill>
                  <a:srgbClr val="0F469B"/>
                </a:solidFill>
                <a:latin typeface="+mj-lt"/>
                <a:cs typeface="Calibri"/>
              </a:rPr>
              <a:t>and</a:t>
            </a:r>
            <a:r>
              <a:rPr lang="en-US" sz="1800" spc="45" dirty="0">
                <a:solidFill>
                  <a:srgbClr val="0F469B"/>
                </a:solidFill>
                <a:latin typeface="+mj-lt"/>
                <a:cs typeface="Calibri"/>
              </a:rPr>
              <a:t> </a:t>
            </a:r>
            <a:r>
              <a:rPr lang="en-US" sz="1800" spc="-10" dirty="0">
                <a:solidFill>
                  <a:srgbClr val="0F469B"/>
                </a:solidFill>
                <a:latin typeface="+mj-lt"/>
                <a:cs typeface="Calibri"/>
              </a:rPr>
              <a:t>executing</a:t>
            </a:r>
            <a:r>
              <a:rPr lang="en-US" sz="1800" spc="45" dirty="0">
                <a:solidFill>
                  <a:srgbClr val="0F469B"/>
                </a:solidFill>
                <a:latin typeface="+mj-lt"/>
                <a:cs typeface="Calibri"/>
              </a:rPr>
              <a:t> </a:t>
            </a:r>
            <a:r>
              <a:rPr lang="en-US" sz="1800" dirty="0">
                <a:solidFill>
                  <a:srgbClr val="0F469B"/>
                </a:solidFill>
                <a:latin typeface="+mj-lt"/>
                <a:cs typeface="Calibri"/>
              </a:rPr>
              <a:t>the </a:t>
            </a:r>
            <a:r>
              <a:rPr lang="en-US" sz="1800" spc="-390" dirty="0">
                <a:solidFill>
                  <a:srgbClr val="0F469B"/>
                </a:solidFill>
                <a:latin typeface="+mj-lt"/>
                <a:cs typeface="Calibri"/>
              </a:rPr>
              <a:t> </a:t>
            </a:r>
            <a:r>
              <a:rPr lang="en-US" sz="1800" spc="-10" dirty="0">
                <a:solidFill>
                  <a:srgbClr val="0F469B"/>
                </a:solidFill>
                <a:latin typeface="+mj-lt"/>
                <a:cs typeface="Calibri"/>
              </a:rPr>
              <a:t>code</a:t>
            </a:r>
            <a:r>
              <a:rPr lang="en-US" sz="1800" spc="15" dirty="0">
                <a:solidFill>
                  <a:srgbClr val="0F469B"/>
                </a:solidFill>
                <a:latin typeface="+mj-lt"/>
                <a:cs typeface="Calibri"/>
              </a:rPr>
              <a:t> </a:t>
            </a:r>
            <a:r>
              <a:rPr lang="en-US" sz="1800" spc="-10" dirty="0">
                <a:solidFill>
                  <a:srgbClr val="0F469B"/>
                </a:solidFill>
                <a:latin typeface="+mj-lt"/>
                <a:cs typeface="Calibri"/>
              </a:rPr>
              <a:t>list</a:t>
            </a:r>
            <a:r>
              <a:rPr lang="en-US" sz="1800" spc="5" dirty="0">
                <a:solidFill>
                  <a:srgbClr val="0F469B"/>
                </a:solidFill>
                <a:latin typeface="+mj-lt"/>
                <a:cs typeface="Calibri"/>
              </a:rPr>
              <a:t> </a:t>
            </a:r>
            <a:r>
              <a:rPr lang="en-US" sz="1800" dirty="0">
                <a:solidFill>
                  <a:srgbClr val="0F469B"/>
                </a:solidFill>
                <a:latin typeface="+mj-lt"/>
                <a:cs typeface="Calibri"/>
              </a:rPr>
              <a:t>Mappings</a:t>
            </a:r>
            <a:r>
              <a:rPr lang="en-US" sz="1800" spc="-5" dirty="0">
                <a:solidFill>
                  <a:srgbClr val="0F469B"/>
                </a:solidFill>
                <a:latin typeface="+mj-lt"/>
                <a:cs typeface="Calibri"/>
              </a:rPr>
              <a:t> </a:t>
            </a:r>
            <a:r>
              <a:rPr lang="en-US" sz="1800" dirty="0">
                <a:solidFill>
                  <a:srgbClr val="0F469B"/>
                </a:solidFill>
                <a:latin typeface="+mj-lt"/>
                <a:cs typeface="Calibri"/>
              </a:rPr>
              <a:t>so</a:t>
            </a:r>
            <a:r>
              <a:rPr lang="en-US" sz="1800" spc="-5" dirty="0">
                <a:solidFill>
                  <a:srgbClr val="0F469B"/>
                </a:solidFill>
                <a:latin typeface="+mj-lt"/>
                <a:cs typeface="Calibri"/>
              </a:rPr>
              <a:t> that initial</a:t>
            </a:r>
            <a:r>
              <a:rPr lang="en-US" sz="1800" spc="20" dirty="0">
                <a:solidFill>
                  <a:srgbClr val="0F469B"/>
                </a:solidFill>
                <a:latin typeface="+mj-lt"/>
                <a:cs typeface="Calibri"/>
              </a:rPr>
              <a:t> </a:t>
            </a:r>
            <a:r>
              <a:rPr lang="en-US" sz="1800" spc="-15" dirty="0">
                <a:solidFill>
                  <a:srgbClr val="0F469B"/>
                </a:solidFill>
                <a:latin typeface="+mj-lt"/>
                <a:cs typeface="Calibri"/>
              </a:rPr>
              <a:t>data</a:t>
            </a:r>
            <a:r>
              <a:rPr lang="en-US" sz="1800" dirty="0">
                <a:solidFill>
                  <a:srgbClr val="0F469B"/>
                </a:solidFill>
                <a:latin typeface="+mj-lt"/>
                <a:cs typeface="Calibri"/>
              </a:rPr>
              <a:t> </a:t>
            </a:r>
            <a:r>
              <a:rPr lang="en-US" sz="1800" spc="-5" dirty="0">
                <a:solidFill>
                  <a:srgbClr val="0F469B"/>
                </a:solidFill>
                <a:latin typeface="+mj-lt"/>
                <a:cs typeface="Calibri"/>
              </a:rPr>
              <a:t>load</a:t>
            </a:r>
            <a:r>
              <a:rPr lang="en-US" sz="1800" spc="15" dirty="0">
                <a:solidFill>
                  <a:srgbClr val="0F469B"/>
                </a:solidFill>
                <a:latin typeface="+mj-lt"/>
                <a:cs typeface="Calibri"/>
              </a:rPr>
              <a:t> </a:t>
            </a:r>
            <a:r>
              <a:rPr lang="en-US" sz="1800" spc="-10" dirty="0">
                <a:solidFill>
                  <a:srgbClr val="0F469B"/>
                </a:solidFill>
                <a:latin typeface="+mj-lt"/>
                <a:cs typeface="Calibri"/>
              </a:rPr>
              <a:t>can</a:t>
            </a:r>
            <a:r>
              <a:rPr lang="en-US" sz="1800" spc="15" dirty="0">
                <a:solidFill>
                  <a:srgbClr val="0F469B"/>
                </a:solidFill>
                <a:latin typeface="+mj-lt"/>
                <a:cs typeface="Calibri"/>
              </a:rPr>
              <a:t> </a:t>
            </a:r>
            <a:r>
              <a:rPr lang="en-US" sz="1800" spc="-10" dirty="0">
                <a:solidFill>
                  <a:srgbClr val="0F469B"/>
                </a:solidFill>
                <a:latin typeface="+mj-lt"/>
                <a:cs typeface="Calibri"/>
              </a:rPr>
              <a:t>get</a:t>
            </a:r>
            <a:r>
              <a:rPr lang="en-US" sz="1800" spc="-5" dirty="0">
                <a:solidFill>
                  <a:srgbClr val="0F469B"/>
                </a:solidFill>
                <a:latin typeface="+mj-lt"/>
                <a:cs typeface="Calibri"/>
              </a:rPr>
              <a:t> good</a:t>
            </a:r>
            <a:r>
              <a:rPr lang="en-US" sz="1800" spc="10" dirty="0">
                <a:solidFill>
                  <a:srgbClr val="0F469B"/>
                </a:solidFill>
                <a:latin typeface="+mj-lt"/>
                <a:cs typeface="Calibri"/>
              </a:rPr>
              <a:t> </a:t>
            </a:r>
            <a:r>
              <a:rPr lang="en-US" sz="1800" spc="-5" dirty="0">
                <a:solidFill>
                  <a:srgbClr val="0F469B"/>
                </a:solidFill>
                <a:latin typeface="+mj-lt"/>
                <a:cs typeface="Calibri"/>
              </a:rPr>
              <a:t>jump</a:t>
            </a:r>
            <a:r>
              <a:rPr lang="en-US" sz="1800" spc="5" dirty="0">
                <a:solidFill>
                  <a:srgbClr val="0F469B"/>
                </a:solidFill>
                <a:latin typeface="+mj-lt"/>
                <a:cs typeface="Calibri"/>
              </a:rPr>
              <a:t> </a:t>
            </a:r>
            <a:r>
              <a:rPr lang="en-US" sz="1800" spc="-10" dirty="0">
                <a:solidFill>
                  <a:srgbClr val="0F469B"/>
                </a:solidFill>
                <a:latin typeface="+mj-lt"/>
                <a:cs typeface="Calibri"/>
              </a:rPr>
              <a:t>start</a:t>
            </a:r>
          </a:p>
          <a:p>
            <a:pPr marL="299085" indent="-287020">
              <a:spcBef>
                <a:spcPts val="5"/>
              </a:spcBef>
              <a:buFont typeface="Arial MT"/>
              <a:buChar char="•"/>
              <a:tabLst>
                <a:tab pos="299085" algn="l"/>
                <a:tab pos="299720" algn="l"/>
              </a:tabLst>
            </a:pPr>
            <a:endParaRPr lang="en-US"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r>
              <a:rPr lang="en-US" sz="1800" spc="-15" dirty="0">
                <a:solidFill>
                  <a:srgbClr val="0F469B"/>
                </a:solidFill>
                <a:latin typeface="+mj-lt"/>
                <a:cs typeface="Calibri"/>
              </a:rPr>
              <a:t>Any</a:t>
            </a:r>
            <a:r>
              <a:rPr lang="en-US" sz="1800" spc="70" dirty="0">
                <a:solidFill>
                  <a:srgbClr val="0F469B"/>
                </a:solidFill>
                <a:latin typeface="+mj-lt"/>
                <a:cs typeface="Calibri"/>
              </a:rPr>
              <a:t> </a:t>
            </a:r>
            <a:r>
              <a:rPr lang="en-US" sz="1800" spc="-5" dirty="0">
                <a:solidFill>
                  <a:srgbClr val="0F469B"/>
                </a:solidFill>
                <a:latin typeface="+mj-lt"/>
                <a:cs typeface="Calibri"/>
              </a:rPr>
              <a:t>new</a:t>
            </a:r>
            <a:r>
              <a:rPr lang="en-US" sz="1800" spc="70" dirty="0">
                <a:solidFill>
                  <a:srgbClr val="0F469B"/>
                </a:solidFill>
                <a:latin typeface="+mj-lt"/>
                <a:cs typeface="Calibri"/>
              </a:rPr>
              <a:t> </a:t>
            </a:r>
            <a:r>
              <a:rPr lang="en-US" sz="1800" spc="-5" dirty="0">
                <a:solidFill>
                  <a:srgbClr val="0F469B"/>
                </a:solidFill>
                <a:latin typeface="+mj-lt"/>
                <a:cs typeface="Calibri"/>
              </a:rPr>
              <a:t>requirements</a:t>
            </a:r>
            <a:r>
              <a:rPr lang="en-US" sz="1800" spc="65" dirty="0">
                <a:solidFill>
                  <a:srgbClr val="0F469B"/>
                </a:solidFill>
                <a:latin typeface="+mj-lt"/>
                <a:cs typeface="Calibri"/>
              </a:rPr>
              <a:t> </a:t>
            </a:r>
            <a:r>
              <a:rPr lang="en-US" sz="1800" spc="-5" dirty="0">
                <a:solidFill>
                  <a:srgbClr val="0F469B"/>
                </a:solidFill>
                <a:latin typeface="+mj-lt"/>
                <a:cs typeface="Calibri"/>
              </a:rPr>
              <a:t>which</a:t>
            </a:r>
            <a:r>
              <a:rPr lang="en-US" sz="1800" spc="75" dirty="0">
                <a:solidFill>
                  <a:srgbClr val="0F469B"/>
                </a:solidFill>
                <a:latin typeface="+mj-lt"/>
                <a:cs typeface="Calibri"/>
              </a:rPr>
              <a:t> </a:t>
            </a:r>
            <a:r>
              <a:rPr lang="en-US" sz="1800" spc="-10" dirty="0">
                <a:solidFill>
                  <a:srgbClr val="0F469B"/>
                </a:solidFill>
                <a:latin typeface="+mj-lt"/>
                <a:cs typeface="Calibri"/>
              </a:rPr>
              <a:t>are</a:t>
            </a:r>
            <a:r>
              <a:rPr lang="en-US" sz="1800" spc="90" dirty="0">
                <a:solidFill>
                  <a:srgbClr val="0F469B"/>
                </a:solidFill>
                <a:latin typeface="+mj-lt"/>
                <a:cs typeface="Calibri"/>
              </a:rPr>
              <a:t> </a:t>
            </a:r>
            <a:r>
              <a:rPr lang="en-US" sz="1800" spc="-5" dirty="0">
                <a:solidFill>
                  <a:srgbClr val="0F469B"/>
                </a:solidFill>
                <a:latin typeface="+mj-lt"/>
                <a:cs typeface="Calibri"/>
              </a:rPr>
              <a:t>not</a:t>
            </a:r>
            <a:r>
              <a:rPr lang="en-US" sz="1800" spc="70" dirty="0">
                <a:solidFill>
                  <a:srgbClr val="0F469B"/>
                </a:solidFill>
                <a:latin typeface="+mj-lt"/>
                <a:cs typeface="Calibri"/>
              </a:rPr>
              <a:t> </a:t>
            </a:r>
            <a:r>
              <a:rPr lang="en-US" sz="1800" spc="-5" dirty="0">
                <a:solidFill>
                  <a:srgbClr val="0F469B"/>
                </a:solidFill>
                <a:latin typeface="+mj-lt"/>
                <a:cs typeface="Calibri"/>
              </a:rPr>
              <a:t>part</a:t>
            </a:r>
            <a:r>
              <a:rPr lang="en-US" sz="1800" spc="70" dirty="0">
                <a:solidFill>
                  <a:srgbClr val="0F469B"/>
                </a:solidFill>
                <a:latin typeface="+mj-lt"/>
                <a:cs typeface="Calibri"/>
              </a:rPr>
              <a:t> </a:t>
            </a:r>
            <a:r>
              <a:rPr lang="en-US" sz="1800" spc="-5" dirty="0">
                <a:solidFill>
                  <a:srgbClr val="0F469B"/>
                </a:solidFill>
                <a:latin typeface="+mj-lt"/>
                <a:cs typeface="Calibri"/>
              </a:rPr>
              <a:t>of</a:t>
            </a:r>
            <a:r>
              <a:rPr lang="en-US" sz="1800" spc="80" dirty="0">
                <a:solidFill>
                  <a:srgbClr val="0F469B"/>
                </a:solidFill>
                <a:latin typeface="+mj-lt"/>
                <a:cs typeface="Calibri"/>
              </a:rPr>
              <a:t> </a:t>
            </a:r>
            <a:r>
              <a:rPr lang="en-US" sz="1800" dirty="0">
                <a:solidFill>
                  <a:srgbClr val="0F469B"/>
                </a:solidFill>
                <a:latin typeface="+mj-lt"/>
                <a:cs typeface="Calibri"/>
              </a:rPr>
              <a:t>the</a:t>
            </a:r>
            <a:r>
              <a:rPr lang="en-US" sz="1800" spc="90" dirty="0">
                <a:solidFill>
                  <a:srgbClr val="0F469B"/>
                </a:solidFill>
                <a:latin typeface="+mj-lt"/>
                <a:cs typeface="Calibri"/>
              </a:rPr>
              <a:t> </a:t>
            </a:r>
            <a:r>
              <a:rPr lang="en-US" sz="1800" spc="-5" dirty="0">
                <a:solidFill>
                  <a:srgbClr val="0F469B"/>
                </a:solidFill>
                <a:latin typeface="+mj-lt"/>
                <a:cs typeface="Calibri"/>
              </a:rPr>
              <a:t>agreed</a:t>
            </a:r>
            <a:r>
              <a:rPr lang="en-US" sz="1800" spc="85" dirty="0">
                <a:solidFill>
                  <a:srgbClr val="0F469B"/>
                </a:solidFill>
                <a:latin typeface="+mj-lt"/>
                <a:cs typeface="Calibri"/>
              </a:rPr>
              <a:t> </a:t>
            </a:r>
            <a:r>
              <a:rPr lang="en-US" sz="1800" spc="-5" dirty="0">
                <a:solidFill>
                  <a:srgbClr val="0F469B"/>
                </a:solidFill>
                <a:latin typeface="+mj-lt"/>
                <a:cs typeface="Calibri"/>
              </a:rPr>
              <a:t>scope</a:t>
            </a:r>
            <a:r>
              <a:rPr lang="en-US" sz="1800" spc="80" dirty="0">
                <a:solidFill>
                  <a:srgbClr val="0F469B"/>
                </a:solidFill>
                <a:latin typeface="+mj-lt"/>
                <a:cs typeface="Calibri"/>
              </a:rPr>
              <a:t> </a:t>
            </a:r>
            <a:r>
              <a:rPr lang="en-US" sz="1800" spc="-5" dirty="0">
                <a:solidFill>
                  <a:srgbClr val="0F469B"/>
                </a:solidFill>
                <a:latin typeface="+mj-lt"/>
                <a:cs typeface="Calibri"/>
              </a:rPr>
              <a:t>defined</a:t>
            </a:r>
            <a:r>
              <a:rPr lang="en-US" sz="1800" spc="80" dirty="0">
                <a:solidFill>
                  <a:srgbClr val="0F469B"/>
                </a:solidFill>
                <a:latin typeface="+mj-lt"/>
                <a:cs typeface="Calibri"/>
              </a:rPr>
              <a:t> </a:t>
            </a:r>
            <a:r>
              <a:rPr lang="en-US" sz="1800" spc="-5" dirty="0">
                <a:solidFill>
                  <a:srgbClr val="0F469B"/>
                </a:solidFill>
                <a:latin typeface="+mj-lt"/>
                <a:cs typeface="Calibri"/>
              </a:rPr>
              <a:t>with</a:t>
            </a:r>
            <a:r>
              <a:rPr lang="en-US" sz="1800" spc="75" dirty="0">
                <a:solidFill>
                  <a:srgbClr val="0F469B"/>
                </a:solidFill>
                <a:latin typeface="+mj-lt"/>
                <a:cs typeface="Calibri"/>
              </a:rPr>
              <a:t> </a:t>
            </a:r>
            <a:r>
              <a:rPr lang="en-US" sz="1800" spc="-5" dirty="0">
                <a:solidFill>
                  <a:srgbClr val="0F469B"/>
                </a:solidFill>
                <a:latin typeface="+mj-lt"/>
                <a:cs typeface="Calibri"/>
              </a:rPr>
              <a:t>assumptions</a:t>
            </a:r>
            <a:r>
              <a:rPr lang="en-US" sz="1800" spc="85" dirty="0">
                <a:solidFill>
                  <a:srgbClr val="0F469B"/>
                </a:solidFill>
                <a:latin typeface="+mj-lt"/>
                <a:cs typeface="Calibri"/>
              </a:rPr>
              <a:t> </a:t>
            </a:r>
            <a:r>
              <a:rPr lang="en-US" sz="1800" spc="-10" dirty="0">
                <a:solidFill>
                  <a:srgbClr val="0F469B"/>
                </a:solidFill>
                <a:latin typeface="+mj-lt"/>
                <a:cs typeface="Calibri"/>
              </a:rPr>
              <a:t>would</a:t>
            </a:r>
            <a:r>
              <a:rPr lang="en-US" sz="1800" spc="80" dirty="0">
                <a:solidFill>
                  <a:srgbClr val="0F469B"/>
                </a:solidFill>
                <a:latin typeface="+mj-lt"/>
                <a:cs typeface="Calibri"/>
              </a:rPr>
              <a:t> </a:t>
            </a:r>
            <a:r>
              <a:rPr lang="en-US" sz="1800" spc="-10" dirty="0">
                <a:solidFill>
                  <a:srgbClr val="0F469B"/>
                </a:solidFill>
                <a:latin typeface="+mj-lt"/>
                <a:cs typeface="Calibri"/>
              </a:rPr>
              <a:t>follow</a:t>
            </a:r>
            <a:r>
              <a:rPr lang="en-US" sz="1800" spc="70" dirty="0">
                <a:solidFill>
                  <a:srgbClr val="0F469B"/>
                </a:solidFill>
                <a:latin typeface="+mj-lt"/>
                <a:cs typeface="Calibri"/>
              </a:rPr>
              <a:t> </a:t>
            </a:r>
            <a:r>
              <a:rPr lang="en-US" sz="1800" dirty="0">
                <a:solidFill>
                  <a:srgbClr val="0F469B"/>
                </a:solidFill>
                <a:latin typeface="+mj-lt"/>
                <a:cs typeface="Calibri"/>
              </a:rPr>
              <a:t>the</a:t>
            </a:r>
            <a:r>
              <a:rPr lang="en-US" sz="1800" spc="75" dirty="0">
                <a:solidFill>
                  <a:srgbClr val="0F469B"/>
                </a:solidFill>
                <a:latin typeface="+mj-lt"/>
                <a:cs typeface="Calibri"/>
              </a:rPr>
              <a:t> </a:t>
            </a:r>
            <a:r>
              <a:rPr lang="en-US" sz="1800" spc="-5" dirty="0">
                <a:solidFill>
                  <a:srgbClr val="0F469B"/>
                </a:solidFill>
                <a:latin typeface="+mj-lt"/>
                <a:cs typeface="Calibri"/>
              </a:rPr>
              <a:t>Change</a:t>
            </a:r>
            <a:endParaRPr lang="en-US" sz="1800" dirty="0">
              <a:latin typeface="+mj-lt"/>
              <a:cs typeface="Calibri"/>
            </a:endParaRPr>
          </a:p>
          <a:p>
            <a:pPr marL="355600">
              <a:lnSpc>
                <a:spcPct val="100000"/>
              </a:lnSpc>
              <a:spcBef>
                <a:spcPts val="325"/>
              </a:spcBef>
            </a:pPr>
            <a:r>
              <a:rPr lang="en-US" sz="1800" spc="-10" dirty="0">
                <a:solidFill>
                  <a:srgbClr val="0F469B"/>
                </a:solidFill>
                <a:latin typeface="+mj-lt"/>
                <a:cs typeface="Calibri"/>
              </a:rPr>
              <a:t>Control</a:t>
            </a:r>
            <a:r>
              <a:rPr lang="en-US" sz="1800" spc="-25" dirty="0">
                <a:solidFill>
                  <a:srgbClr val="0F469B"/>
                </a:solidFill>
                <a:latin typeface="+mj-lt"/>
                <a:cs typeface="Calibri"/>
              </a:rPr>
              <a:t> </a:t>
            </a:r>
            <a:r>
              <a:rPr lang="en-US" sz="1800" spc="-10" dirty="0">
                <a:solidFill>
                  <a:srgbClr val="0F469B"/>
                </a:solidFill>
                <a:latin typeface="+mj-lt"/>
                <a:cs typeface="Calibri"/>
              </a:rPr>
              <a:t>procedures</a:t>
            </a:r>
            <a:endParaRPr lang="en-US" sz="1800" dirty="0">
              <a:latin typeface="+mj-lt"/>
              <a:cs typeface="Calibri"/>
            </a:endParaRPr>
          </a:p>
          <a:p>
            <a:pPr marL="299085" indent="-287020">
              <a:spcBef>
                <a:spcPts val="5"/>
              </a:spcBef>
              <a:buFont typeface="Arial MT"/>
              <a:buChar char="•"/>
              <a:tabLst>
                <a:tab pos="299085" algn="l"/>
                <a:tab pos="299720" algn="l"/>
              </a:tabLst>
            </a:pPr>
            <a:endParaRPr lang="en-US" sz="1800" dirty="0">
              <a:latin typeface="+mj-lt"/>
              <a:cs typeface="Calibri"/>
            </a:endParaRPr>
          </a:p>
          <a:p>
            <a:pPr marL="299085" indent="-287020">
              <a:lnSpc>
                <a:spcPct val="100000"/>
              </a:lnSpc>
              <a:spcBef>
                <a:spcPts val="5"/>
              </a:spcBef>
              <a:buFont typeface="Arial MT"/>
              <a:buChar char="•"/>
              <a:tabLst>
                <a:tab pos="299085" algn="l"/>
                <a:tab pos="299720" algn="l"/>
              </a:tabLst>
            </a:pPr>
            <a:endParaRPr lang="en-IN" dirty="0">
              <a:latin typeface="+mj-lt"/>
              <a:cs typeface="Calibri"/>
            </a:endParaRPr>
          </a:p>
          <a:p>
            <a:pPr marL="299085" indent="-287020">
              <a:lnSpc>
                <a:spcPct val="100000"/>
              </a:lnSpc>
              <a:spcBef>
                <a:spcPts val="5"/>
              </a:spcBef>
              <a:buFont typeface="Arial MT"/>
              <a:buChar char="•"/>
              <a:tabLst>
                <a:tab pos="299085" algn="l"/>
                <a:tab pos="299720" algn="l"/>
              </a:tabLst>
            </a:pPr>
            <a:endParaRPr sz="1800" dirty="0">
              <a:latin typeface="+mj-lt"/>
              <a:cs typeface="Calibri"/>
            </a:endParaRPr>
          </a:p>
        </p:txBody>
      </p:sp>
      <p:sp>
        <p:nvSpPr>
          <p:cNvPr id="6" name="object 6"/>
          <p:cNvSpPr txBox="1"/>
          <p:nvPr/>
        </p:nvSpPr>
        <p:spPr>
          <a:xfrm>
            <a:off x="11916536" y="6587743"/>
            <a:ext cx="229870"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Calibri"/>
                <a:cs typeface="Calibri"/>
              </a:rPr>
              <a:t>67</a:t>
            </a:r>
            <a:endParaRPr sz="16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2884" y="212801"/>
            <a:ext cx="2180590" cy="391795"/>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0F469B"/>
                </a:solidFill>
                <a:latin typeface="+mj-lt"/>
              </a:rPr>
              <a:t>Key</a:t>
            </a:r>
            <a:r>
              <a:rPr sz="2400" spc="-55" dirty="0">
                <a:solidFill>
                  <a:srgbClr val="0F469B"/>
                </a:solidFill>
                <a:latin typeface="+mj-lt"/>
              </a:rPr>
              <a:t> </a:t>
            </a:r>
            <a:r>
              <a:rPr sz="2400" spc="-5" dirty="0">
                <a:solidFill>
                  <a:srgbClr val="0F469B"/>
                </a:solidFill>
                <a:latin typeface="+mj-lt"/>
              </a:rPr>
              <a:t>Assumptions</a:t>
            </a:r>
            <a:endParaRPr sz="2400" dirty="0">
              <a:latin typeface="+mj-lt"/>
            </a:endParaRPr>
          </a:p>
        </p:txBody>
      </p:sp>
      <p:sp>
        <p:nvSpPr>
          <p:cNvPr id="3" name="object 3"/>
          <p:cNvSpPr/>
          <p:nvPr/>
        </p:nvSpPr>
        <p:spPr>
          <a:xfrm>
            <a:off x="22859" y="960118"/>
            <a:ext cx="11256645" cy="5897880"/>
          </a:xfrm>
          <a:custGeom>
            <a:avLst/>
            <a:gdLst/>
            <a:ahLst/>
            <a:cxnLst/>
            <a:rect l="l" t="t" r="r" b="b"/>
            <a:pathLst>
              <a:path w="11256645" h="5897880">
                <a:moveTo>
                  <a:pt x="11256264" y="0"/>
                </a:moveTo>
                <a:lnTo>
                  <a:pt x="0" y="0"/>
                </a:lnTo>
                <a:lnTo>
                  <a:pt x="0" y="5897878"/>
                </a:lnTo>
                <a:lnTo>
                  <a:pt x="11256264" y="5897878"/>
                </a:lnTo>
                <a:lnTo>
                  <a:pt x="11256264" y="0"/>
                </a:lnTo>
                <a:close/>
              </a:path>
            </a:pathLst>
          </a:custGeom>
          <a:solidFill>
            <a:srgbClr val="FFFFFF"/>
          </a:solidFill>
        </p:spPr>
        <p:txBody>
          <a:bodyPr wrap="square" lIns="0" tIns="0" rIns="0" bIns="0" rtlCol="0"/>
          <a:lstStyle/>
          <a:p>
            <a:endParaRPr/>
          </a:p>
        </p:txBody>
      </p:sp>
      <p:sp>
        <p:nvSpPr>
          <p:cNvPr id="4" name="object 4"/>
          <p:cNvSpPr txBox="1"/>
          <p:nvPr/>
        </p:nvSpPr>
        <p:spPr>
          <a:xfrm>
            <a:off x="102209" y="1000759"/>
            <a:ext cx="11099800" cy="5775940"/>
          </a:xfrm>
          <a:prstGeom prst="rect">
            <a:avLst/>
          </a:prstGeom>
        </p:spPr>
        <p:txBody>
          <a:bodyPr vert="horz" wrap="square" lIns="0" tIns="12700" rIns="0" bIns="0" rtlCol="0">
            <a:spAutoFit/>
          </a:bodyPr>
          <a:lstStyle/>
          <a:p>
            <a:pPr>
              <a:lnSpc>
                <a:spcPct val="100000"/>
              </a:lnSpc>
              <a:spcBef>
                <a:spcPts val="40"/>
              </a:spcBef>
            </a:pPr>
            <a:endParaRPr sz="1450" dirty="0">
              <a:latin typeface="+mj-lt"/>
              <a:cs typeface="Calibri"/>
            </a:endParaRPr>
          </a:p>
          <a:p>
            <a:pPr marL="355600" indent="-342900">
              <a:lnSpc>
                <a:spcPct val="100000"/>
              </a:lnSpc>
              <a:buFont typeface="Symbol"/>
              <a:buChar char=""/>
              <a:tabLst>
                <a:tab pos="354965" algn="l"/>
                <a:tab pos="355600" algn="l"/>
              </a:tabLst>
            </a:pPr>
            <a:r>
              <a:rPr lang="en-IN" sz="1800" spc="-15" dirty="0">
                <a:solidFill>
                  <a:srgbClr val="0F469B"/>
                </a:solidFill>
                <a:latin typeface="+mj-lt"/>
                <a:cs typeface="Calibri"/>
              </a:rPr>
              <a:t>Physical </a:t>
            </a:r>
            <a:r>
              <a:rPr sz="1800" spc="-5" dirty="0">
                <a:solidFill>
                  <a:srgbClr val="0F469B"/>
                </a:solidFill>
                <a:latin typeface="+mj-lt"/>
                <a:cs typeface="Calibri"/>
              </a:rPr>
              <a:t>Inspection</a:t>
            </a:r>
            <a:r>
              <a:rPr sz="1800" spc="15" dirty="0">
                <a:solidFill>
                  <a:srgbClr val="0F469B"/>
                </a:solidFill>
                <a:latin typeface="+mj-lt"/>
                <a:cs typeface="Calibri"/>
              </a:rPr>
              <a:t> </a:t>
            </a:r>
            <a:r>
              <a:rPr sz="1800" spc="-5" dirty="0">
                <a:solidFill>
                  <a:srgbClr val="0F469B"/>
                </a:solidFill>
                <a:latin typeface="+mj-lt"/>
                <a:cs typeface="Calibri"/>
              </a:rPr>
              <a:t>is</a:t>
            </a:r>
            <a:r>
              <a:rPr sz="1800" spc="10" dirty="0">
                <a:solidFill>
                  <a:srgbClr val="0F469B"/>
                </a:solidFill>
                <a:latin typeface="+mj-lt"/>
                <a:cs typeface="Calibri"/>
              </a:rPr>
              <a:t> </a:t>
            </a:r>
            <a:r>
              <a:rPr sz="1800" spc="-10" dirty="0">
                <a:solidFill>
                  <a:srgbClr val="0F469B"/>
                </a:solidFill>
                <a:latin typeface="+mj-lt"/>
                <a:cs typeface="Calibri"/>
              </a:rPr>
              <a:t>considered</a:t>
            </a:r>
            <a:r>
              <a:rPr sz="1800" spc="20" dirty="0">
                <a:solidFill>
                  <a:srgbClr val="0F469B"/>
                </a:solidFill>
                <a:latin typeface="+mj-lt"/>
                <a:cs typeface="Calibri"/>
              </a:rPr>
              <a:t> </a:t>
            </a:r>
            <a:r>
              <a:rPr sz="1800" spc="-5" dirty="0">
                <a:solidFill>
                  <a:srgbClr val="0F469B"/>
                </a:solidFill>
                <a:latin typeface="+mj-lt"/>
                <a:cs typeface="Calibri"/>
              </a:rPr>
              <a:t>in</a:t>
            </a:r>
            <a:r>
              <a:rPr sz="1800" spc="2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10" dirty="0">
                <a:solidFill>
                  <a:srgbClr val="0F469B"/>
                </a:solidFill>
                <a:latin typeface="+mj-lt"/>
                <a:cs typeface="Calibri"/>
              </a:rPr>
              <a:t>scope</a:t>
            </a:r>
            <a:r>
              <a:rPr lang="en-IN" sz="1800" spc="-10" dirty="0">
                <a:solidFill>
                  <a:srgbClr val="0F469B"/>
                </a:solidFill>
                <a:latin typeface="+mj-lt"/>
                <a:cs typeface="Calibri"/>
              </a:rPr>
              <a:t> and it will be charged as per agreed commercials </a:t>
            </a:r>
          </a:p>
          <a:p>
            <a:pPr marL="355600" indent="-342900">
              <a:lnSpc>
                <a:spcPct val="100000"/>
              </a:lnSpc>
              <a:buFont typeface="Symbol"/>
              <a:buChar char=""/>
              <a:tabLst>
                <a:tab pos="354965" algn="l"/>
                <a:tab pos="355600" algn="l"/>
              </a:tabLst>
            </a:pPr>
            <a:endParaRPr sz="1800" dirty="0">
              <a:latin typeface="+mj-lt"/>
              <a:cs typeface="Calibri"/>
            </a:endParaRPr>
          </a:p>
          <a:p>
            <a:pPr marL="355600" indent="-342900">
              <a:lnSpc>
                <a:spcPct val="100000"/>
              </a:lnSpc>
              <a:spcBef>
                <a:spcPts val="5"/>
              </a:spcBef>
              <a:buFont typeface="Symbol"/>
              <a:buChar char=""/>
              <a:tabLst>
                <a:tab pos="354965" algn="l"/>
                <a:tab pos="355600" algn="l"/>
              </a:tabLst>
            </a:pPr>
            <a:r>
              <a:rPr sz="1800" spc="-5" dirty="0">
                <a:solidFill>
                  <a:srgbClr val="0F469B"/>
                </a:solidFill>
                <a:latin typeface="+mj-lt"/>
                <a:cs typeface="Calibri"/>
              </a:rPr>
              <a:t>PiLog</a:t>
            </a:r>
            <a:r>
              <a:rPr sz="1800" spc="15" dirty="0">
                <a:solidFill>
                  <a:srgbClr val="0F469B"/>
                </a:solidFill>
                <a:latin typeface="+mj-lt"/>
                <a:cs typeface="Calibri"/>
              </a:rPr>
              <a:t> </a:t>
            </a:r>
            <a:r>
              <a:rPr sz="1800" spc="-5" dirty="0">
                <a:solidFill>
                  <a:srgbClr val="0F469B"/>
                </a:solidFill>
                <a:latin typeface="+mj-lt"/>
                <a:cs typeface="Calibri"/>
              </a:rPr>
              <a:t>wil</a:t>
            </a:r>
            <a:r>
              <a:rPr sz="1800" spc="25" dirty="0">
                <a:solidFill>
                  <a:srgbClr val="0F469B"/>
                </a:solidFill>
                <a:latin typeface="+mj-lt"/>
                <a:cs typeface="Calibri"/>
              </a:rPr>
              <a:t> </a:t>
            </a:r>
            <a:r>
              <a:rPr sz="1800" spc="-5" dirty="0">
                <a:solidFill>
                  <a:srgbClr val="0F469B"/>
                </a:solidFill>
                <a:latin typeface="+mj-lt"/>
                <a:cs typeface="Calibri"/>
              </a:rPr>
              <a:t>not </a:t>
            </a:r>
            <a:r>
              <a:rPr sz="1800" spc="-10" dirty="0">
                <a:solidFill>
                  <a:srgbClr val="0F469B"/>
                </a:solidFill>
                <a:latin typeface="+mj-lt"/>
                <a:cs typeface="Calibri"/>
              </a:rPr>
              <a:t>share</a:t>
            </a:r>
            <a:r>
              <a:rPr sz="1800" spc="10" dirty="0">
                <a:solidFill>
                  <a:srgbClr val="0F469B"/>
                </a:solidFill>
                <a:latin typeface="+mj-lt"/>
                <a:cs typeface="Calibri"/>
              </a:rPr>
              <a:t> </a:t>
            </a:r>
            <a:r>
              <a:rPr sz="1800" dirty="0">
                <a:solidFill>
                  <a:srgbClr val="0F469B"/>
                </a:solidFill>
                <a:latin typeface="+mj-lt"/>
                <a:cs typeface="Calibri"/>
              </a:rPr>
              <a:t>the</a:t>
            </a:r>
            <a:r>
              <a:rPr sz="1800" spc="15" dirty="0">
                <a:solidFill>
                  <a:srgbClr val="0F469B"/>
                </a:solidFill>
                <a:latin typeface="+mj-lt"/>
                <a:cs typeface="Calibri"/>
              </a:rPr>
              <a:t> </a:t>
            </a:r>
            <a:r>
              <a:rPr sz="1800" spc="-30" dirty="0">
                <a:solidFill>
                  <a:srgbClr val="0F469B"/>
                </a:solidFill>
                <a:latin typeface="+mj-lt"/>
                <a:cs typeface="Calibri"/>
              </a:rPr>
              <a:t>Taxonomy/Templates</a:t>
            </a:r>
            <a:r>
              <a:rPr sz="1800" dirty="0">
                <a:solidFill>
                  <a:srgbClr val="0F469B"/>
                </a:solidFill>
                <a:latin typeface="+mj-lt"/>
                <a:cs typeface="Calibri"/>
              </a:rPr>
              <a:t> </a:t>
            </a:r>
            <a:r>
              <a:rPr sz="1800" spc="-5" dirty="0">
                <a:solidFill>
                  <a:srgbClr val="0F469B"/>
                </a:solidFill>
                <a:latin typeface="+mj-lt"/>
                <a:cs typeface="Calibri"/>
              </a:rPr>
              <a:t>in</a:t>
            </a:r>
            <a:r>
              <a:rPr sz="1800" spc="15" dirty="0">
                <a:solidFill>
                  <a:srgbClr val="0F469B"/>
                </a:solidFill>
                <a:latin typeface="+mj-lt"/>
                <a:cs typeface="Calibri"/>
              </a:rPr>
              <a:t> </a:t>
            </a:r>
            <a:r>
              <a:rPr sz="1800" spc="-15" dirty="0">
                <a:solidFill>
                  <a:srgbClr val="0F469B"/>
                </a:solidFill>
                <a:latin typeface="+mj-lt"/>
                <a:cs typeface="Calibri"/>
              </a:rPr>
              <a:t>excel</a:t>
            </a:r>
            <a:r>
              <a:rPr sz="1800" dirty="0">
                <a:solidFill>
                  <a:srgbClr val="0F469B"/>
                </a:solidFill>
                <a:latin typeface="+mj-lt"/>
                <a:cs typeface="Calibri"/>
              </a:rPr>
              <a:t> </a:t>
            </a:r>
            <a:r>
              <a:rPr sz="1800" spc="-10" dirty="0">
                <a:solidFill>
                  <a:srgbClr val="0F469B"/>
                </a:solidFill>
                <a:latin typeface="+mj-lt"/>
                <a:cs typeface="Calibri"/>
              </a:rPr>
              <a:t>Format</a:t>
            </a:r>
            <a:endParaRPr lang="en-IN" sz="1800"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endParaRPr lang="en-IN"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r>
              <a:rPr lang="en-IN" sz="1800" spc="-10" dirty="0">
                <a:solidFill>
                  <a:srgbClr val="0F469B"/>
                </a:solidFill>
                <a:latin typeface="+mj-lt"/>
                <a:cs typeface="Calibri"/>
              </a:rPr>
              <a:t>Pi</a:t>
            </a:r>
            <a:r>
              <a:rPr lang="en-IN" spc="-10" dirty="0">
                <a:solidFill>
                  <a:srgbClr val="0F469B"/>
                </a:solidFill>
                <a:latin typeface="+mj-lt"/>
                <a:cs typeface="Calibri"/>
              </a:rPr>
              <a:t>Log will consider genuine Reference data (Part number, Model or catalogue etc..) which is available within Source descriptions for data enrichment. In case of unavailability of genuine reference data we will request respective business team to provide additional details (PiLog will ask for genuine reference data or will share list of missing mandatory characteristics for each insufficient code in excel format, Business team need to provide data)</a:t>
            </a:r>
          </a:p>
          <a:p>
            <a:pPr marL="355600" indent="-342900">
              <a:spcBef>
                <a:spcPts val="5"/>
              </a:spcBef>
              <a:buFont typeface="Symbol"/>
              <a:buChar char=""/>
              <a:tabLst>
                <a:tab pos="354965" algn="l"/>
                <a:tab pos="355600" algn="l"/>
              </a:tabLst>
            </a:pPr>
            <a:endParaRPr lang="en-US" spc="-10" dirty="0">
              <a:solidFill>
                <a:srgbClr val="0F469B"/>
              </a:solidFill>
              <a:latin typeface="+mj-lt"/>
              <a:cs typeface="Calibri"/>
            </a:endParaRPr>
          </a:p>
          <a:p>
            <a:pPr marL="355600" indent="-342900">
              <a:spcBef>
                <a:spcPts val="5"/>
              </a:spcBef>
              <a:buFont typeface="Symbol"/>
              <a:buChar char=""/>
              <a:tabLst>
                <a:tab pos="354965" algn="l"/>
                <a:tab pos="355600" algn="l"/>
              </a:tabLst>
            </a:pPr>
            <a:r>
              <a:rPr lang="en-US" spc="-10" dirty="0">
                <a:solidFill>
                  <a:srgbClr val="0F469B"/>
                </a:solidFill>
                <a:latin typeface="+mj-lt"/>
                <a:cs typeface="Calibri"/>
              </a:rPr>
              <a:t>PiLog will export cleansed data in the format specified by Shree cement ltd, for any additional fields like Purchasing, MRP etc.. default values are to be provided by Shree cement ltd, accordingly PiLog will generate export file (Applicable only for creation template related to objects which are in cleansing scope)</a:t>
            </a:r>
          </a:p>
          <a:p>
            <a:pPr marL="355600" indent="-342900">
              <a:lnSpc>
                <a:spcPct val="100000"/>
              </a:lnSpc>
              <a:spcBef>
                <a:spcPts val="5"/>
              </a:spcBef>
              <a:buFont typeface="Symbol"/>
              <a:buChar char=""/>
              <a:tabLst>
                <a:tab pos="354965" algn="l"/>
                <a:tab pos="355600" algn="l"/>
              </a:tabLst>
            </a:pPr>
            <a:endParaRPr lang="en-IN"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r>
              <a:rPr lang="en-IN" spc="-10" dirty="0">
                <a:solidFill>
                  <a:srgbClr val="0F469B"/>
                </a:solidFill>
                <a:latin typeface="+mj-lt"/>
                <a:cs typeface="Calibri"/>
              </a:rPr>
              <a:t>End to End support for data migration for all objects (Master/transactional) is not in PiLog scope, we need to discuss on data migration scope and can support based on agreed commercials.</a:t>
            </a:r>
          </a:p>
          <a:p>
            <a:pPr marL="355600" indent="-342900">
              <a:lnSpc>
                <a:spcPct val="100000"/>
              </a:lnSpc>
              <a:spcBef>
                <a:spcPts val="5"/>
              </a:spcBef>
              <a:buFont typeface="Symbol"/>
              <a:buChar char=""/>
              <a:tabLst>
                <a:tab pos="354965" algn="l"/>
                <a:tab pos="355600" algn="l"/>
              </a:tabLst>
            </a:pPr>
            <a:endParaRPr lang="en-IN"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r>
              <a:rPr lang="en-IN" spc="-10" dirty="0">
                <a:solidFill>
                  <a:srgbClr val="0F469B"/>
                </a:solidFill>
                <a:latin typeface="+mj-lt"/>
                <a:cs typeface="Calibri"/>
              </a:rPr>
              <a:t>In case of vendor/customer will not responds to emails/phone calls then PiLog may unable to enrich/validate missing details</a:t>
            </a:r>
          </a:p>
          <a:p>
            <a:pPr marL="355600" indent="-342900">
              <a:lnSpc>
                <a:spcPct val="100000"/>
              </a:lnSpc>
              <a:spcBef>
                <a:spcPts val="5"/>
              </a:spcBef>
              <a:buFont typeface="Symbol"/>
              <a:buChar char=""/>
              <a:tabLst>
                <a:tab pos="354965" algn="l"/>
                <a:tab pos="355600" algn="l"/>
              </a:tabLst>
            </a:pPr>
            <a:endParaRPr lang="en-IN" spc="-10" dirty="0">
              <a:solidFill>
                <a:srgbClr val="0F469B"/>
              </a:solidFill>
              <a:latin typeface="+mj-lt"/>
              <a:cs typeface="Calibri"/>
            </a:endParaRPr>
          </a:p>
          <a:p>
            <a:pPr marL="355600" indent="-342900">
              <a:lnSpc>
                <a:spcPct val="100000"/>
              </a:lnSpc>
              <a:spcBef>
                <a:spcPts val="5"/>
              </a:spcBef>
              <a:buFont typeface="Symbol"/>
              <a:buChar char=""/>
              <a:tabLst>
                <a:tab pos="354965" algn="l"/>
                <a:tab pos="355600" algn="l"/>
              </a:tabLst>
            </a:pPr>
            <a:r>
              <a:rPr lang="en-IN" spc="-10" dirty="0">
                <a:solidFill>
                  <a:srgbClr val="0F469B"/>
                </a:solidFill>
                <a:latin typeface="+mj-lt"/>
                <a:cs typeface="Calibri"/>
              </a:rPr>
              <a:t>PiLog will share template to extract source data for cleaning.</a:t>
            </a:r>
            <a:endParaRPr spc="-10" dirty="0">
              <a:solidFill>
                <a:srgbClr val="0F469B"/>
              </a:solidFill>
              <a:latin typeface="+mj-lt"/>
              <a:cs typeface="Calibri"/>
            </a:endParaRPr>
          </a:p>
        </p:txBody>
      </p:sp>
      <p:sp>
        <p:nvSpPr>
          <p:cNvPr id="5" name="object 5"/>
          <p:cNvSpPr txBox="1"/>
          <p:nvPr/>
        </p:nvSpPr>
        <p:spPr>
          <a:xfrm>
            <a:off x="5367273" y="6614261"/>
            <a:ext cx="1457960" cy="223520"/>
          </a:xfrm>
          <a:prstGeom prst="rect">
            <a:avLst/>
          </a:prstGeom>
        </p:spPr>
        <p:txBody>
          <a:bodyPr vert="horz" wrap="square" lIns="0" tIns="12065" rIns="0" bIns="0" rtlCol="0">
            <a:spAutoFit/>
          </a:bodyPr>
          <a:lstStyle/>
          <a:p>
            <a:pPr marL="12700">
              <a:lnSpc>
                <a:spcPct val="100000"/>
              </a:lnSpc>
              <a:spcBef>
                <a:spcPts val="95"/>
              </a:spcBef>
            </a:pPr>
            <a:r>
              <a:rPr sz="1300" spc="-15" dirty="0">
                <a:solidFill>
                  <a:srgbClr val="1F487C"/>
                </a:solidFill>
                <a:latin typeface="Calibri"/>
                <a:cs typeface="Calibri"/>
                <a:hlinkClick r:id="rId2"/>
              </a:rPr>
              <a:t>www.piloggroup.com</a:t>
            </a:r>
            <a:endParaRPr sz="1300">
              <a:latin typeface="Calibri"/>
              <a:cs typeface="Calibri"/>
            </a:endParaRPr>
          </a:p>
        </p:txBody>
      </p:sp>
      <p:sp>
        <p:nvSpPr>
          <p:cNvPr id="6" name="object 6"/>
          <p:cNvSpPr txBox="1"/>
          <p:nvPr/>
        </p:nvSpPr>
        <p:spPr>
          <a:xfrm>
            <a:off x="11916536" y="6587743"/>
            <a:ext cx="229870" cy="269240"/>
          </a:xfrm>
          <a:prstGeom prst="rect">
            <a:avLst/>
          </a:prstGeom>
        </p:spPr>
        <p:txBody>
          <a:bodyPr vert="horz" wrap="square" lIns="0" tIns="12065" rIns="0" bIns="0" rtlCol="0">
            <a:spAutoFit/>
          </a:bodyPr>
          <a:lstStyle/>
          <a:p>
            <a:pPr marL="12700">
              <a:lnSpc>
                <a:spcPct val="100000"/>
              </a:lnSpc>
              <a:spcBef>
                <a:spcPts val="95"/>
              </a:spcBef>
            </a:pPr>
            <a:r>
              <a:rPr sz="1600" spc="-15" dirty="0">
                <a:solidFill>
                  <a:srgbClr val="FFFFFF"/>
                </a:solidFill>
                <a:latin typeface="Calibri"/>
                <a:cs typeface="Calibri"/>
              </a:rPr>
              <a:t>68</a:t>
            </a:r>
            <a:endParaRPr sz="16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801" y="6531965"/>
            <a:ext cx="46545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3" name="object 3"/>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1F487C"/>
                </a:solidFill>
                <a:latin typeface="Verdana"/>
                <a:cs typeface="Verdana"/>
                <a:hlinkClick r:id="rId2"/>
              </a:rPr>
              <a:t>ww</a:t>
            </a:r>
            <a:r>
              <a:rPr sz="1300" dirty="0">
                <a:solidFill>
                  <a:srgbClr val="1F487C"/>
                </a:solidFill>
                <a:latin typeface="Verdana"/>
                <a:cs typeface="Verdana"/>
                <a:hlinkClick r:id="rId2"/>
              </a:rPr>
              <a:t>w</a:t>
            </a:r>
            <a:r>
              <a:rPr sz="1300" spc="-130" dirty="0">
                <a:solidFill>
                  <a:srgbClr val="1F487C"/>
                </a:solidFill>
                <a:latin typeface="Verdana"/>
                <a:cs typeface="Verdana"/>
                <a:hlinkClick r:id="rId2"/>
              </a:rPr>
              <a:t>.</a:t>
            </a:r>
            <a:r>
              <a:rPr sz="1300" spc="-20" dirty="0">
                <a:solidFill>
                  <a:srgbClr val="1F487C"/>
                </a:solidFill>
                <a:latin typeface="Verdana"/>
                <a:cs typeface="Verdana"/>
                <a:hlinkClick r:id="rId2"/>
              </a:rPr>
              <a:t>p</a:t>
            </a:r>
            <a:r>
              <a:rPr sz="1300" spc="5" dirty="0">
                <a:solidFill>
                  <a:srgbClr val="1F487C"/>
                </a:solidFill>
                <a:latin typeface="Verdana"/>
                <a:cs typeface="Verdana"/>
                <a:hlinkClick r:id="rId2"/>
              </a:rPr>
              <a:t>i</a:t>
            </a:r>
            <a:r>
              <a:rPr sz="1300" spc="-100" dirty="0">
                <a:solidFill>
                  <a:srgbClr val="1F487C"/>
                </a:solidFill>
                <a:latin typeface="Verdana"/>
                <a:cs typeface="Verdana"/>
                <a:hlinkClick r:id="rId2"/>
              </a:rPr>
              <a:t>l</a:t>
            </a:r>
            <a:r>
              <a:rPr sz="1300" spc="60" dirty="0">
                <a:solidFill>
                  <a:srgbClr val="1F487C"/>
                </a:solidFill>
                <a:latin typeface="Verdana"/>
                <a:cs typeface="Verdana"/>
                <a:hlinkClick r:id="rId2"/>
              </a:rPr>
              <a:t>og</a:t>
            </a:r>
            <a:r>
              <a:rPr sz="1300" spc="65" dirty="0">
                <a:solidFill>
                  <a:srgbClr val="1F487C"/>
                </a:solidFill>
                <a:latin typeface="Verdana"/>
                <a:cs typeface="Verdana"/>
                <a:hlinkClick r:id="rId2"/>
              </a:rPr>
              <a:t>g</a:t>
            </a:r>
            <a:r>
              <a:rPr sz="1300" spc="-175" dirty="0">
                <a:solidFill>
                  <a:srgbClr val="1F487C"/>
                </a:solidFill>
                <a:latin typeface="Verdana"/>
                <a:cs typeface="Verdana"/>
                <a:hlinkClick r:id="rId2"/>
              </a:rPr>
              <a:t>r</a:t>
            </a:r>
            <a:r>
              <a:rPr sz="1300" spc="10" dirty="0">
                <a:solidFill>
                  <a:srgbClr val="1F487C"/>
                </a:solidFill>
                <a:latin typeface="Verdana"/>
                <a:cs typeface="Verdana"/>
                <a:hlinkClick r:id="rId2"/>
              </a:rPr>
              <a:t>ou</a:t>
            </a:r>
            <a:r>
              <a:rPr sz="1300" spc="-30" dirty="0">
                <a:solidFill>
                  <a:srgbClr val="1F487C"/>
                </a:solidFill>
                <a:latin typeface="Verdana"/>
                <a:cs typeface="Verdana"/>
                <a:hlinkClick r:id="rId2"/>
              </a:rPr>
              <a:t>p</a:t>
            </a:r>
            <a:r>
              <a:rPr sz="1300" spc="-25" dirty="0">
                <a:solidFill>
                  <a:srgbClr val="1F487C"/>
                </a:solidFill>
                <a:latin typeface="Verdana"/>
                <a:cs typeface="Verdana"/>
                <a:hlinkClick r:id="rId2"/>
              </a:rPr>
              <a:t>.</a:t>
            </a:r>
            <a:r>
              <a:rPr sz="1300" spc="55" dirty="0">
                <a:solidFill>
                  <a:srgbClr val="1F487C"/>
                </a:solidFill>
                <a:latin typeface="Verdana"/>
                <a:cs typeface="Verdana"/>
                <a:hlinkClick r:id="rId2"/>
              </a:rPr>
              <a:t>com</a:t>
            </a:r>
            <a:endParaRPr sz="1300">
              <a:latin typeface="Verdana"/>
              <a:cs typeface="Verdana"/>
            </a:endParaRPr>
          </a:p>
        </p:txBody>
      </p:sp>
      <p:sp>
        <p:nvSpPr>
          <p:cNvPr id="4" name="object 4"/>
          <p:cNvSpPr txBox="1">
            <a:spLocks noGrp="1"/>
          </p:cNvSpPr>
          <p:nvPr>
            <p:ph type="title"/>
          </p:nvPr>
        </p:nvSpPr>
        <p:spPr>
          <a:xfrm>
            <a:off x="322884" y="251917"/>
            <a:ext cx="6992316" cy="382156"/>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0F469B"/>
                </a:solidFill>
                <a:latin typeface="+mj-lt"/>
              </a:rPr>
              <a:t>Key</a:t>
            </a:r>
            <a:r>
              <a:rPr sz="2400" spc="-15" dirty="0">
                <a:solidFill>
                  <a:srgbClr val="0F469B"/>
                </a:solidFill>
                <a:latin typeface="+mj-lt"/>
              </a:rPr>
              <a:t> </a:t>
            </a:r>
            <a:r>
              <a:rPr sz="2400" spc="-5" dirty="0">
                <a:solidFill>
                  <a:srgbClr val="0F469B"/>
                </a:solidFill>
                <a:latin typeface="+mj-lt"/>
              </a:rPr>
              <a:t>Expectations </a:t>
            </a:r>
            <a:r>
              <a:rPr sz="2400" spc="-10" dirty="0">
                <a:solidFill>
                  <a:srgbClr val="0F469B"/>
                </a:solidFill>
                <a:latin typeface="+mj-lt"/>
              </a:rPr>
              <a:t>from</a:t>
            </a:r>
            <a:r>
              <a:rPr sz="2400" spc="-25" dirty="0">
                <a:solidFill>
                  <a:srgbClr val="0F469B"/>
                </a:solidFill>
                <a:latin typeface="+mj-lt"/>
              </a:rPr>
              <a:t> </a:t>
            </a:r>
            <a:r>
              <a:rPr lang="en-IN" sz="2400" spc="-10" dirty="0">
                <a:solidFill>
                  <a:srgbClr val="0F469B"/>
                </a:solidFill>
                <a:latin typeface="+mj-lt"/>
                <a:cs typeface="Calibri"/>
              </a:rPr>
              <a:t>Shree Cement Ltd </a:t>
            </a:r>
            <a:r>
              <a:rPr sz="2400" i="1" spc="-5" dirty="0">
                <a:solidFill>
                  <a:srgbClr val="001F5F"/>
                </a:solidFill>
                <a:latin typeface="+mj-lt"/>
                <a:cs typeface="Calibri"/>
              </a:rPr>
              <a:t>…</a:t>
            </a:r>
            <a:endParaRPr sz="2400" dirty="0">
              <a:latin typeface="+mj-lt"/>
              <a:cs typeface="Calibri"/>
            </a:endParaRPr>
          </a:p>
        </p:txBody>
      </p:sp>
      <p:sp>
        <p:nvSpPr>
          <p:cNvPr id="5" name="object 5"/>
          <p:cNvSpPr txBox="1"/>
          <p:nvPr/>
        </p:nvSpPr>
        <p:spPr>
          <a:xfrm>
            <a:off x="614578" y="1031240"/>
            <a:ext cx="11091545" cy="1751762"/>
          </a:xfrm>
          <a:prstGeom prst="rect">
            <a:avLst/>
          </a:prstGeom>
        </p:spPr>
        <p:txBody>
          <a:bodyPr vert="horz" wrap="square" lIns="0" tIns="12700" rIns="0" bIns="0" rtlCol="0">
            <a:spAutoFit/>
          </a:bodyPr>
          <a:lstStyle/>
          <a:p>
            <a:pPr marL="355600" indent="-343535">
              <a:lnSpc>
                <a:spcPct val="100000"/>
              </a:lnSpc>
              <a:spcBef>
                <a:spcPts val="100"/>
              </a:spcBef>
              <a:buFont typeface="Symbol"/>
              <a:buChar char=""/>
              <a:tabLst>
                <a:tab pos="355600" algn="l"/>
                <a:tab pos="356235" algn="l"/>
              </a:tabLst>
            </a:pPr>
            <a:r>
              <a:rPr sz="1800" spc="-10" dirty="0">
                <a:solidFill>
                  <a:srgbClr val="0F469B"/>
                </a:solidFill>
                <a:latin typeface="+mj-lt"/>
                <a:cs typeface="Calibri"/>
              </a:rPr>
              <a:t>Availability</a:t>
            </a:r>
            <a:r>
              <a:rPr sz="1800" spc="15" dirty="0">
                <a:solidFill>
                  <a:srgbClr val="0F469B"/>
                </a:solidFill>
                <a:latin typeface="+mj-lt"/>
                <a:cs typeface="Calibri"/>
              </a:rPr>
              <a:t> </a:t>
            </a:r>
            <a:r>
              <a:rPr sz="1800" spc="-5" dirty="0">
                <a:solidFill>
                  <a:srgbClr val="0F469B"/>
                </a:solidFill>
                <a:latin typeface="+mj-lt"/>
                <a:cs typeface="Calibri"/>
              </a:rPr>
              <a:t>of</a:t>
            </a:r>
            <a:r>
              <a:rPr sz="1800" spc="5" dirty="0">
                <a:solidFill>
                  <a:srgbClr val="0F469B"/>
                </a:solidFill>
                <a:latin typeface="+mj-lt"/>
                <a:cs typeface="Calibri"/>
              </a:rPr>
              <a:t> </a:t>
            </a:r>
            <a:r>
              <a:rPr sz="1800" spc="-10" dirty="0">
                <a:solidFill>
                  <a:srgbClr val="0F469B"/>
                </a:solidFill>
                <a:latin typeface="+mj-lt"/>
                <a:cs typeface="Calibri"/>
              </a:rPr>
              <a:t>office</a:t>
            </a:r>
            <a:r>
              <a:rPr sz="1800" spc="20" dirty="0">
                <a:solidFill>
                  <a:srgbClr val="0F469B"/>
                </a:solidFill>
                <a:latin typeface="+mj-lt"/>
                <a:cs typeface="Calibri"/>
              </a:rPr>
              <a:t> </a:t>
            </a:r>
            <a:r>
              <a:rPr sz="1800" dirty="0">
                <a:solidFill>
                  <a:srgbClr val="0F469B"/>
                </a:solidFill>
                <a:latin typeface="+mj-lt"/>
                <a:cs typeface="Calibri"/>
              </a:rPr>
              <a:t>space,</a:t>
            </a:r>
            <a:r>
              <a:rPr sz="1800" spc="15" dirty="0">
                <a:solidFill>
                  <a:srgbClr val="0F469B"/>
                </a:solidFill>
                <a:latin typeface="+mj-lt"/>
                <a:cs typeface="Calibri"/>
              </a:rPr>
              <a:t> </a:t>
            </a:r>
            <a:r>
              <a:rPr sz="1800" spc="-5" dirty="0">
                <a:solidFill>
                  <a:srgbClr val="0F469B"/>
                </a:solidFill>
                <a:latin typeface="+mj-lt"/>
                <a:cs typeface="Calibri"/>
              </a:rPr>
              <a:t>phones,</a:t>
            </a:r>
            <a:r>
              <a:rPr sz="1800" spc="20" dirty="0">
                <a:solidFill>
                  <a:srgbClr val="0F469B"/>
                </a:solidFill>
                <a:latin typeface="+mj-lt"/>
                <a:cs typeface="Calibri"/>
              </a:rPr>
              <a:t> </a:t>
            </a:r>
            <a:r>
              <a:rPr sz="1800" spc="-5" dirty="0">
                <a:solidFill>
                  <a:srgbClr val="0F469B"/>
                </a:solidFill>
                <a:latin typeface="+mj-lt"/>
                <a:cs typeface="Calibri"/>
              </a:rPr>
              <a:t>meeting</a:t>
            </a:r>
            <a:r>
              <a:rPr sz="1800" spc="25" dirty="0">
                <a:solidFill>
                  <a:srgbClr val="0F469B"/>
                </a:solidFill>
                <a:latin typeface="+mj-lt"/>
                <a:cs typeface="Calibri"/>
              </a:rPr>
              <a:t> </a:t>
            </a:r>
            <a:r>
              <a:rPr sz="1800" spc="-10" dirty="0">
                <a:solidFill>
                  <a:srgbClr val="0F469B"/>
                </a:solidFill>
                <a:latin typeface="+mj-lt"/>
                <a:cs typeface="Calibri"/>
              </a:rPr>
              <a:t>rooms</a:t>
            </a:r>
            <a:r>
              <a:rPr sz="1800" dirty="0">
                <a:solidFill>
                  <a:srgbClr val="0F469B"/>
                </a:solidFill>
                <a:latin typeface="+mj-lt"/>
                <a:cs typeface="Calibri"/>
              </a:rPr>
              <a:t> </a:t>
            </a:r>
            <a:r>
              <a:rPr sz="1800" spc="-15" dirty="0">
                <a:solidFill>
                  <a:srgbClr val="0F469B"/>
                </a:solidFill>
                <a:latin typeface="+mj-lt"/>
                <a:cs typeface="Calibri"/>
              </a:rPr>
              <a:t>etc.</a:t>
            </a:r>
            <a:r>
              <a:rPr sz="1800" spc="15" dirty="0">
                <a:solidFill>
                  <a:srgbClr val="0F469B"/>
                </a:solidFill>
                <a:latin typeface="+mj-lt"/>
                <a:cs typeface="Calibri"/>
              </a:rPr>
              <a:t> </a:t>
            </a:r>
            <a:r>
              <a:rPr sz="1800" spc="-15" dirty="0">
                <a:solidFill>
                  <a:srgbClr val="0F469B"/>
                </a:solidFill>
                <a:latin typeface="+mj-lt"/>
                <a:cs typeface="Calibri"/>
              </a:rPr>
              <a:t>for</a:t>
            </a:r>
            <a:r>
              <a:rPr sz="1800" dirty="0">
                <a:solidFill>
                  <a:srgbClr val="0F469B"/>
                </a:solidFill>
                <a:latin typeface="+mj-lt"/>
                <a:cs typeface="Calibri"/>
              </a:rPr>
              <a:t> </a:t>
            </a:r>
            <a:r>
              <a:rPr sz="1800" spc="-10" dirty="0">
                <a:solidFill>
                  <a:srgbClr val="0F469B"/>
                </a:solidFill>
                <a:latin typeface="+mj-lt"/>
                <a:cs typeface="Calibri"/>
              </a:rPr>
              <a:t>onsite</a:t>
            </a:r>
            <a:r>
              <a:rPr sz="1800" spc="25" dirty="0">
                <a:solidFill>
                  <a:srgbClr val="0F469B"/>
                </a:solidFill>
                <a:latin typeface="+mj-lt"/>
                <a:cs typeface="Calibri"/>
              </a:rPr>
              <a:t> </a:t>
            </a:r>
            <a:r>
              <a:rPr sz="1800" spc="-10" dirty="0">
                <a:solidFill>
                  <a:srgbClr val="0F469B"/>
                </a:solidFill>
                <a:latin typeface="+mj-lt"/>
                <a:cs typeface="Calibri"/>
              </a:rPr>
              <a:t>consultants</a:t>
            </a:r>
            <a:r>
              <a:rPr sz="1800" spc="10" dirty="0">
                <a:solidFill>
                  <a:srgbClr val="0F469B"/>
                </a:solidFill>
                <a:latin typeface="+mj-lt"/>
                <a:cs typeface="Calibri"/>
              </a:rPr>
              <a:t> </a:t>
            </a:r>
            <a:r>
              <a:rPr sz="1800" spc="-10" dirty="0">
                <a:solidFill>
                  <a:srgbClr val="0F469B"/>
                </a:solidFill>
                <a:latin typeface="+mj-lt"/>
                <a:cs typeface="Calibri"/>
              </a:rPr>
              <a:t>at</a:t>
            </a:r>
            <a:r>
              <a:rPr sz="1800" dirty="0">
                <a:solidFill>
                  <a:srgbClr val="0F469B"/>
                </a:solidFill>
                <a:latin typeface="+mj-lt"/>
                <a:cs typeface="Calibri"/>
              </a:rPr>
              <a:t> </a:t>
            </a:r>
            <a:r>
              <a:rPr sz="1800" spc="-5" dirty="0">
                <a:solidFill>
                  <a:srgbClr val="0F469B"/>
                </a:solidFill>
                <a:latin typeface="+mj-lt"/>
                <a:cs typeface="Calibri"/>
              </a:rPr>
              <a:t>client</a:t>
            </a:r>
            <a:r>
              <a:rPr sz="1800" spc="10" dirty="0">
                <a:solidFill>
                  <a:srgbClr val="0F469B"/>
                </a:solidFill>
                <a:latin typeface="+mj-lt"/>
                <a:cs typeface="Calibri"/>
              </a:rPr>
              <a:t> </a:t>
            </a:r>
            <a:r>
              <a:rPr sz="1800" spc="-10" dirty="0">
                <a:solidFill>
                  <a:srgbClr val="0F469B"/>
                </a:solidFill>
                <a:latin typeface="+mj-lt"/>
                <a:cs typeface="Calibri"/>
              </a:rPr>
              <a:t>location</a:t>
            </a:r>
            <a:endParaRPr lang="en-IN" sz="1800" spc="-10" dirty="0">
              <a:solidFill>
                <a:srgbClr val="0F469B"/>
              </a:solidFill>
              <a:latin typeface="+mj-lt"/>
              <a:cs typeface="Calibri"/>
            </a:endParaRPr>
          </a:p>
          <a:p>
            <a:pPr marL="355600" indent="-343535">
              <a:lnSpc>
                <a:spcPct val="100000"/>
              </a:lnSpc>
              <a:buFont typeface="Symbol"/>
              <a:buChar char=""/>
              <a:tabLst>
                <a:tab pos="355600" algn="l"/>
                <a:tab pos="356235" algn="l"/>
              </a:tabLst>
            </a:pPr>
            <a:r>
              <a:rPr sz="1800" spc="-10" dirty="0">
                <a:solidFill>
                  <a:srgbClr val="0F469B"/>
                </a:solidFill>
                <a:latin typeface="+mj-lt"/>
                <a:cs typeface="Calibri"/>
              </a:rPr>
              <a:t>Availability</a:t>
            </a:r>
            <a:r>
              <a:rPr sz="1800" spc="160" dirty="0">
                <a:solidFill>
                  <a:srgbClr val="0F469B"/>
                </a:solidFill>
                <a:latin typeface="+mj-lt"/>
                <a:cs typeface="Calibri"/>
              </a:rPr>
              <a:t> </a:t>
            </a:r>
            <a:r>
              <a:rPr sz="1800" spc="-5" dirty="0">
                <a:solidFill>
                  <a:srgbClr val="0F469B"/>
                </a:solidFill>
                <a:latin typeface="+mj-lt"/>
                <a:cs typeface="Calibri"/>
              </a:rPr>
              <a:t>of</a:t>
            </a:r>
            <a:r>
              <a:rPr sz="1800" spc="165" dirty="0">
                <a:solidFill>
                  <a:srgbClr val="0F469B"/>
                </a:solidFill>
                <a:latin typeface="+mj-lt"/>
                <a:cs typeface="Calibri"/>
              </a:rPr>
              <a:t> </a:t>
            </a:r>
            <a:r>
              <a:rPr sz="1800" spc="-5" dirty="0">
                <a:solidFill>
                  <a:srgbClr val="0F469B"/>
                </a:solidFill>
                <a:latin typeface="+mj-lt"/>
                <a:cs typeface="Calibri"/>
              </a:rPr>
              <a:t>business</a:t>
            </a:r>
            <a:r>
              <a:rPr sz="1800" spc="170" dirty="0">
                <a:solidFill>
                  <a:srgbClr val="0F469B"/>
                </a:solidFill>
                <a:latin typeface="+mj-lt"/>
                <a:cs typeface="Calibri"/>
              </a:rPr>
              <a:t> </a:t>
            </a:r>
            <a:r>
              <a:rPr sz="1800" spc="-5" dirty="0">
                <a:solidFill>
                  <a:srgbClr val="0F469B"/>
                </a:solidFill>
                <a:latin typeface="+mj-lt"/>
                <a:cs typeface="Calibri"/>
              </a:rPr>
              <a:t>requirement</a:t>
            </a:r>
            <a:r>
              <a:rPr sz="1800" spc="140" dirty="0">
                <a:solidFill>
                  <a:srgbClr val="0F469B"/>
                </a:solidFill>
                <a:latin typeface="+mj-lt"/>
                <a:cs typeface="Calibri"/>
              </a:rPr>
              <a:t> </a:t>
            </a:r>
            <a:r>
              <a:rPr sz="1800" spc="-5" dirty="0">
                <a:solidFill>
                  <a:srgbClr val="0F469B"/>
                </a:solidFill>
                <a:latin typeface="+mj-lt"/>
                <a:cs typeface="Calibri"/>
              </a:rPr>
              <a:t>document</a:t>
            </a:r>
            <a:r>
              <a:rPr sz="1800" spc="180" dirty="0">
                <a:solidFill>
                  <a:srgbClr val="0F469B"/>
                </a:solidFill>
                <a:latin typeface="+mj-lt"/>
                <a:cs typeface="Calibri"/>
              </a:rPr>
              <a:t> </a:t>
            </a:r>
            <a:r>
              <a:rPr sz="1800" spc="-20" dirty="0">
                <a:solidFill>
                  <a:srgbClr val="0F469B"/>
                </a:solidFill>
                <a:latin typeface="+mj-lt"/>
                <a:cs typeface="Calibri"/>
              </a:rPr>
              <a:t>(BRD’s),</a:t>
            </a:r>
            <a:r>
              <a:rPr sz="1800" spc="160" dirty="0">
                <a:solidFill>
                  <a:srgbClr val="0F469B"/>
                </a:solidFill>
                <a:latin typeface="+mj-lt"/>
                <a:cs typeface="Calibri"/>
              </a:rPr>
              <a:t> </a:t>
            </a:r>
            <a:r>
              <a:rPr sz="1800" spc="-10" dirty="0">
                <a:solidFill>
                  <a:srgbClr val="0F469B"/>
                </a:solidFill>
                <a:latin typeface="+mj-lt"/>
                <a:cs typeface="Calibri"/>
              </a:rPr>
              <a:t>standard</a:t>
            </a:r>
            <a:r>
              <a:rPr sz="1800" spc="155" dirty="0">
                <a:solidFill>
                  <a:srgbClr val="0F469B"/>
                </a:solidFill>
                <a:latin typeface="+mj-lt"/>
                <a:cs typeface="Calibri"/>
              </a:rPr>
              <a:t> </a:t>
            </a:r>
            <a:r>
              <a:rPr sz="1800" spc="-10" dirty="0">
                <a:solidFill>
                  <a:srgbClr val="0F469B"/>
                </a:solidFill>
                <a:latin typeface="+mj-lt"/>
                <a:cs typeface="Calibri"/>
              </a:rPr>
              <a:t>operating</a:t>
            </a:r>
            <a:r>
              <a:rPr sz="1800" spc="170" dirty="0">
                <a:solidFill>
                  <a:srgbClr val="0F469B"/>
                </a:solidFill>
                <a:latin typeface="+mj-lt"/>
                <a:cs typeface="Calibri"/>
              </a:rPr>
              <a:t> </a:t>
            </a:r>
            <a:r>
              <a:rPr sz="1800" spc="-10" dirty="0">
                <a:solidFill>
                  <a:srgbClr val="0F469B"/>
                </a:solidFill>
                <a:latin typeface="+mj-lt"/>
                <a:cs typeface="Calibri"/>
              </a:rPr>
              <a:t>practices</a:t>
            </a:r>
            <a:r>
              <a:rPr sz="1800" spc="180" dirty="0">
                <a:solidFill>
                  <a:srgbClr val="0F469B"/>
                </a:solidFill>
                <a:latin typeface="+mj-lt"/>
                <a:cs typeface="Calibri"/>
              </a:rPr>
              <a:t> </a:t>
            </a:r>
            <a:r>
              <a:rPr sz="1800" spc="-15" dirty="0">
                <a:solidFill>
                  <a:srgbClr val="0F469B"/>
                </a:solidFill>
                <a:latin typeface="+mj-lt"/>
                <a:cs typeface="Calibri"/>
              </a:rPr>
              <a:t>(SOP’s)</a:t>
            </a:r>
            <a:r>
              <a:rPr sz="1800" spc="165" dirty="0">
                <a:solidFill>
                  <a:srgbClr val="0F469B"/>
                </a:solidFill>
                <a:latin typeface="+mj-lt"/>
                <a:cs typeface="Calibri"/>
              </a:rPr>
              <a:t> </a:t>
            </a:r>
            <a:r>
              <a:rPr sz="1800" dirty="0">
                <a:solidFill>
                  <a:srgbClr val="0F469B"/>
                </a:solidFill>
                <a:latin typeface="+mj-lt"/>
                <a:cs typeface="Calibri"/>
              </a:rPr>
              <a:t>and</a:t>
            </a:r>
            <a:r>
              <a:rPr sz="1800" spc="170" dirty="0">
                <a:solidFill>
                  <a:srgbClr val="0F469B"/>
                </a:solidFill>
                <a:latin typeface="+mj-lt"/>
                <a:cs typeface="Calibri"/>
              </a:rPr>
              <a:t> </a:t>
            </a:r>
            <a:r>
              <a:rPr sz="1800" spc="-10" dirty="0">
                <a:solidFill>
                  <a:srgbClr val="0F469B"/>
                </a:solidFill>
                <a:latin typeface="+mj-lt"/>
                <a:cs typeface="Calibri"/>
              </a:rPr>
              <a:t>process</a:t>
            </a:r>
            <a:r>
              <a:rPr sz="1800" spc="165" dirty="0">
                <a:solidFill>
                  <a:srgbClr val="0F469B"/>
                </a:solidFill>
                <a:latin typeface="+mj-lt"/>
                <a:cs typeface="Calibri"/>
              </a:rPr>
              <a:t> </a:t>
            </a:r>
            <a:r>
              <a:rPr sz="1800" spc="-5" dirty="0">
                <a:solidFill>
                  <a:srgbClr val="0F469B"/>
                </a:solidFill>
                <a:latin typeface="+mj-lt"/>
                <a:cs typeface="Calibri"/>
              </a:rPr>
              <a:t>manuals</a:t>
            </a:r>
            <a:endParaRPr sz="1800" dirty="0">
              <a:latin typeface="+mj-lt"/>
              <a:cs typeface="Calibri"/>
            </a:endParaRPr>
          </a:p>
          <a:p>
            <a:pPr marL="355600">
              <a:lnSpc>
                <a:spcPct val="100000"/>
              </a:lnSpc>
              <a:spcBef>
                <a:spcPts val="325"/>
              </a:spcBef>
            </a:pPr>
            <a:r>
              <a:rPr sz="1800" spc="-25" dirty="0">
                <a:solidFill>
                  <a:srgbClr val="0F469B"/>
                </a:solidFill>
                <a:latin typeface="+mj-lt"/>
                <a:cs typeface="Calibri"/>
              </a:rPr>
              <a:t>(PM’s)</a:t>
            </a:r>
            <a:r>
              <a:rPr sz="1800" spc="15" dirty="0">
                <a:solidFill>
                  <a:srgbClr val="0F469B"/>
                </a:solidFill>
                <a:latin typeface="+mj-lt"/>
                <a:cs typeface="Calibri"/>
              </a:rPr>
              <a:t> </a:t>
            </a:r>
            <a:r>
              <a:rPr sz="1800" spc="-15" dirty="0">
                <a:solidFill>
                  <a:srgbClr val="0F469B"/>
                </a:solidFill>
                <a:latin typeface="+mj-lt"/>
                <a:cs typeface="Calibri"/>
              </a:rPr>
              <a:t>for </a:t>
            </a:r>
            <a:r>
              <a:rPr sz="1800" spc="-5" dirty="0">
                <a:solidFill>
                  <a:srgbClr val="0F469B"/>
                </a:solidFill>
                <a:latin typeface="+mj-lt"/>
                <a:cs typeface="Calibri"/>
              </a:rPr>
              <a:t>business</a:t>
            </a:r>
            <a:r>
              <a:rPr sz="1800" spc="-10" dirty="0">
                <a:solidFill>
                  <a:srgbClr val="0F469B"/>
                </a:solidFill>
                <a:latin typeface="+mj-lt"/>
                <a:cs typeface="Calibri"/>
              </a:rPr>
              <a:t> </a:t>
            </a:r>
            <a:r>
              <a:rPr sz="1800" spc="-5" dirty="0">
                <a:solidFill>
                  <a:srgbClr val="0F469B"/>
                </a:solidFill>
                <a:latin typeface="+mj-lt"/>
                <a:cs typeface="Calibri"/>
              </a:rPr>
              <a:t>functions</a:t>
            </a:r>
            <a:r>
              <a:rPr sz="1800" spc="25" dirty="0">
                <a:solidFill>
                  <a:srgbClr val="0F469B"/>
                </a:solidFill>
                <a:latin typeface="+mj-lt"/>
                <a:cs typeface="Calibri"/>
              </a:rPr>
              <a:t> </a:t>
            </a:r>
            <a:r>
              <a:rPr sz="1800" spc="-5" dirty="0">
                <a:solidFill>
                  <a:srgbClr val="0F469B"/>
                </a:solidFill>
                <a:latin typeface="+mj-lt"/>
                <a:cs typeface="Calibri"/>
              </a:rPr>
              <a:t>in</a:t>
            </a:r>
            <a:r>
              <a:rPr sz="1800" spc="10" dirty="0">
                <a:solidFill>
                  <a:srgbClr val="0F469B"/>
                </a:solidFill>
                <a:latin typeface="+mj-lt"/>
                <a:cs typeface="Calibri"/>
              </a:rPr>
              <a:t> </a:t>
            </a:r>
            <a:r>
              <a:rPr sz="1800" spc="-10" dirty="0">
                <a:solidFill>
                  <a:srgbClr val="0F469B"/>
                </a:solidFill>
                <a:latin typeface="+mj-lt"/>
                <a:cs typeface="Calibri"/>
              </a:rPr>
              <a:t>scope</a:t>
            </a:r>
            <a:endParaRPr sz="1800" dirty="0">
              <a:latin typeface="+mj-lt"/>
              <a:cs typeface="Calibri"/>
            </a:endParaRPr>
          </a:p>
          <a:p>
            <a:pPr marL="355600" indent="-343535">
              <a:lnSpc>
                <a:spcPct val="100000"/>
              </a:lnSpc>
              <a:buFont typeface="Symbol"/>
              <a:buChar char=""/>
              <a:tabLst>
                <a:tab pos="355600" algn="l"/>
                <a:tab pos="356235" algn="l"/>
              </a:tabLst>
            </a:pPr>
            <a:r>
              <a:rPr sz="1800" spc="-20" dirty="0">
                <a:solidFill>
                  <a:srgbClr val="0F469B"/>
                </a:solidFill>
                <a:latin typeface="+mj-lt"/>
                <a:cs typeface="Calibri"/>
              </a:rPr>
              <a:t>Walk</a:t>
            </a:r>
            <a:r>
              <a:rPr sz="1800" spc="-10" dirty="0">
                <a:solidFill>
                  <a:srgbClr val="0F469B"/>
                </a:solidFill>
                <a:latin typeface="+mj-lt"/>
                <a:cs typeface="Calibri"/>
              </a:rPr>
              <a:t> through</a:t>
            </a:r>
            <a:r>
              <a:rPr sz="1800" spc="15" dirty="0">
                <a:solidFill>
                  <a:srgbClr val="0F469B"/>
                </a:solidFill>
                <a:latin typeface="+mj-lt"/>
                <a:cs typeface="Calibri"/>
              </a:rPr>
              <a:t> </a:t>
            </a:r>
            <a:r>
              <a:rPr sz="1800" spc="-5" dirty="0">
                <a:solidFill>
                  <a:srgbClr val="0F469B"/>
                </a:solidFill>
                <a:latin typeface="+mj-lt"/>
                <a:cs typeface="Calibri"/>
              </a:rPr>
              <a:t>of</a:t>
            </a:r>
            <a:r>
              <a:rPr sz="1800" dirty="0">
                <a:solidFill>
                  <a:srgbClr val="0F469B"/>
                </a:solidFill>
                <a:latin typeface="+mj-lt"/>
                <a:cs typeface="Calibri"/>
              </a:rPr>
              <a:t> </a:t>
            </a:r>
            <a:r>
              <a:rPr sz="1800" spc="-10" dirty="0">
                <a:solidFill>
                  <a:srgbClr val="0F469B"/>
                </a:solidFill>
                <a:latin typeface="+mj-lt"/>
                <a:cs typeface="Calibri"/>
              </a:rPr>
              <a:t>current</a:t>
            </a:r>
            <a:r>
              <a:rPr sz="1800" spc="5" dirty="0">
                <a:solidFill>
                  <a:srgbClr val="0F469B"/>
                </a:solidFill>
                <a:latin typeface="+mj-lt"/>
                <a:cs typeface="Calibri"/>
              </a:rPr>
              <a:t> </a:t>
            </a:r>
            <a:r>
              <a:rPr sz="1800" spc="-10" dirty="0">
                <a:solidFill>
                  <a:srgbClr val="0F469B"/>
                </a:solidFill>
                <a:latin typeface="+mj-lt"/>
                <a:cs typeface="Calibri"/>
              </a:rPr>
              <a:t>legacy</a:t>
            </a:r>
            <a:r>
              <a:rPr sz="1800" spc="5" dirty="0">
                <a:solidFill>
                  <a:srgbClr val="0F469B"/>
                </a:solidFill>
                <a:latin typeface="+mj-lt"/>
                <a:cs typeface="Calibri"/>
              </a:rPr>
              <a:t> </a:t>
            </a:r>
            <a:r>
              <a:rPr sz="1800" spc="-5" dirty="0">
                <a:solidFill>
                  <a:srgbClr val="0F469B"/>
                </a:solidFill>
                <a:latin typeface="+mj-lt"/>
                <a:cs typeface="Calibri"/>
              </a:rPr>
              <a:t>application</a:t>
            </a:r>
            <a:r>
              <a:rPr sz="1800" spc="25" dirty="0">
                <a:solidFill>
                  <a:srgbClr val="0F469B"/>
                </a:solidFill>
                <a:latin typeface="+mj-lt"/>
                <a:cs typeface="Calibri"/>
              </a:rPr>
              <a:t> </a:t>
            </a:r>
            <a:r>
              <a:rPr sz="1800" spc="-5" dirty="0">
                <a:solidFill>
                  <a:srgbClr val="0F469B"/>
                </a:solidFill>
                <a:latin typeface="+mj-lt"/>
                <a:cs typeface="Calibri"/>
              </a:rPr>
              <a:t>functionality</a:t>
            </a:r>
            <a:r>
              <a:rPr lang="en-IN" sz="1800" spc="-5" dirty="0">
                <a:solidFill>
                  <a:srgbClr val="0F469B"/>
                </a:solidFill>
                <a:latin typeface="+mj-lt"/>
                <a:cs typeface="Calibri"/>
              </a:rPr>
              <a:t> </a:t>
            </a:r>
            <a:r>
              <a:rPr sz="1800" spc="-5" dirty="0">
                <a:solidFill>
                  <a:srgbClr val="0F469B"/>
                </a:solidFill>
                <a:latin typeface="+mj-lt"/>
                <a:cs typeface="Calibri"/>
              </a:rPr>
              <a:t>Timely</a:t>
            </a:r>
            <a:r>
              <a:rPr sz="1800" spc="55" dirty="0">
                <a:solidFill>
                  <a:srgbClr val="0F469B"/>
                </a:solidFill>
                <a:latin typeface="+mj-lt"/>
                <a:cs typeface="Calibri"/>
              </a:rPr>
              <a:t> </a:t>
            </a:r>
            <a:r>
              <a:rPr sz="1800" spc="-10" dirty="0">
                <a:solidFill>
                  <a:srgbClr val="0F469B"/>
                </a:solidFill>
                <a:latin typeface="+mj-lt"/>
                <a:cs typeface="Calibri"/>
              </a:rPr>
              <a:t>availability</a:t>
            </a:r>
            <a:r>
              <a:rPr sz="1800" spc="60" dirty="0">
                <a:solidFill>
                  <a:srgbClr val="0F469B"/>
                </a:solidFill>
                <a:latin typeface="+mj-lt"/>
                <a:cs typeface="Calibri"/>
              </a:rPr>
              <a:t> </a:t>
            </a:r>
            <a:r>
              <a:rPr sz="1800" spc="-5" dirty="0">
                <a:solidFill>
                  <a:srgbClr val="0F469B"/>
                </a:solidFill>
                <a:latin typeface="+mj-lt"/>
                <a:cs typeface="Calibri"/>
              </a:rPr>
              <a:t>of</a:t>
            </a:r>
            <a:r>
              <a:rPr sz="1800" spc="60" dirty="0">
                <a:solidFill>
                  <a:srgbClr val="0F469B"/>
                </a:solidFill>
                <a:latin typeface="+mj-lt"/>
                <a:cs typeface="Calibri"/>
              </a:rPr>
              <a:t> </a:t>
            </a:r>
            <a:r>
              <a:rPr sz="1800" spc="-25" dirty="0">
                <a:solidFill>
                  <a:srgbClr val="0F469B"/>
                </a:solidFill>
                <a:latin typeface="+mj-lt"/>
                <a:cs typeface="Calibri"/>
              </a:rPr>
              <a:t>key</a:t>
            </a:r>
            <a:r>
              <a:rPr sz="1800" spc="60" dirty="0">
                <a:solidFill>
                  <a:srgbClr val="0F469B"/>
                </a:solidFill>
                <a:latin typeface="+mj-lt"/>
                <a:cs typeface="Calibri"/>
              </a:rPr>
              <a:t> </a:t>
            </a:r>
            <a:r>
              <a:rPr sz="1800" spc="-25" dirty="0">
                <a:solidFill>
                  <a:srgbClr val="0F469B"/>
                </a:solidFill>
                <a:latin typeface="+mj-lt"/>
                <a:cs typeface="Calibri"/>
              </a:rPr>
              <a:t>stake</a:t>
            </a:r>
            <a:r>
              <a:rPr sz="1800" spc="60" dirty="0">
                <a:solidFill>
                  <a:srgbClr val="0F469B"/>
                </a:solidFill>
                <a:latin typeface="+mj-lt"/>
                <a:cs typeface="Calibri"/>
              </a:rPr>
              <a:t> </a:t>
            </a:r>
            <a:r>
              <a:rPr sz="1800" spc="-10" dirty="0">
                <a:solidFill>
                  <a:srgbClr val="0F469B"/>
                </a:solidFill>
                <a:latin typeface="+mj-lt"/>
                <a:cs typeface="Calibri"/>
              </a:rPr>
              <a:t>holders</a:t>
            </a:r>
            <a:r>
              <a:rPr sz="1800" spc="65" dirty="0">
                <a:solidFill>
                  <a:srgbClr val="0F469B"/>
                </a:solidFill>
                <a:latin typeface="+mj-lt"/>
                <a:cs typeface="Calibri"/>
              </a:rPr>
              <a:t> </a:t>
            </a:r>
            <a:r>
              <a:rPr sz="1800" spc="-15" dirty="0">
                <a:solidFill>
                  <a:srgbClr val="0F469B"/>
                </a:solidFill>
                <a:latin typeface="+mj-lt"/>
                <a:cs typeface="Calibri"/>
              </a:rPr>
              <a:t>for</a:t>
            </a:r>
            <a:r>
              <a:rPr sz="1800" spc="65" dirty="0">
                <a:solidFill>
                  <a:srgbClr val="0F469B"/>
                </a:solidFill>
                <a:latin typeface="+mj-lt"/>
                <a:cs typeface="Calibri"/>
              </a:rPr>
              <a:t> </a:t>
            </a:r>
            <a:r>
              <a:rPr sz="1800" spc="-5" dirty="0">
                <a:solidFill>
                  <a:srgbClr val="0F469B"/>
                </a:solidFill>
                <a:latin typeface="+mj-lt"/>
                <a:cs typeface="Calibri"/>
              </a:rPr>
              <a:t>discussions,</a:t>
            </a:r>
            <a:r>
              <a:rPr sz="1800" spc="60" dirty="0">
                <a:solidFill>
                  <a:srgbClr val="0F469B"/>
                </a:solidFill>
                <a:latin typeface="+mj-lt"/>
                <a:cs typeface="Calibri"/>
              </a:rPr>
              <a:t> </a:t>
            </a:r>
            <a:r>
              <a:rPr sz="1800" spc="-10" dirty="0">
                <a:solidFill>
                  <a:srgbClr val="0F469B"/>
                </a:solidFill>
                <a:latin typeface="+mj-lt"/>
                <a:cs typeface="Calibri"/>
              </a:rPr>
              <a:t>training</a:t>
            </a:r>
            <a:r>
              <a:rPr sz="1800" spc="70" dirty="0">
                <a:solidFill>
                  <a:srgbClr val="0F469B"/>
                </a:solidFill>
                <a:latin typeface="+mj-lt"/>
                <a:cs typeface="Calibri"/>
              </a:rPr>
              <a:t> </a:t>
            </a:r>
            <a:r>
              <a:rPr sz="1800" dirty="0">
                <a:solidFill>
                  <a:srgbClr val="0F469B"/>
                </a:solidFill>
                <a:latin typeface="+mj-lt"/>
                <a:cs typeface="Calibri"/>
              </a:rPr>
              <a:t>and</a:t>
            </a:r>
            <a:r>
              <a:rPr sz="1800" spc="60" dirty="0">
                <a:solidFill>
                  <a:srgbClr val="0F469B"/>
                </a:solidFill>
                <a:latin typeface="+mj-lt"/>
                <a:cs typeface="Calibri"/>
              </a:rPr>
              <a:t> </a:t>
            </a:r>
            <a:r>
              <a:rPr sz="1800" spc="-15" dirty="0">
                <a:solidFill>
                  <a:srgbClr val="0F469B"/>
                </a:solidFill>
                <a:latin typeface="+mj-lt"/>
                <a:cs typeface="Calibri"/>
              </a:rPr>
              <a:t>effective</a:t>
            </a:r>
            <a:r>
              <a:rPr sz="1800" spc="55" dirty="0">
                <a:solidFill>
                  <a:srgbClr val="0F469B"/>
                </a:solidFill>
                <a:latin typeface="+mj-lt"/>
                <a:cs typeface="Calibri"/>
              </a:rPr>
              <a:t> </a:t>
            </a:r>
            <a:r>
              <a:rPr sz="1800" spc="-5" dirty="0">
                <a:solidFill>
                  <a:srgbClr val="0F469B"/>
                </a:solidFill>
                <a:latin typeface="+mj-lt"/>
                <a:cs typeface="Calibri"/>
              </a:rPr>
              <a:t>decision</a:t>
            </a:r>
            <a:r>
              <a:rPr sz="1800" spc="65" dirty="0">
                <a:solidFill>
                  <a:srgbClr val="0F469B"/>
                </a:solidFill>
                <a:latin typeface="+mj-lt"/>
                <a:cs typeface="Calibri"/>
              </a:rPr>
              <a:t> </a:t>
            </a:r>
            <a:r>
              <a:rPr sz="1800" spc="-5" dirty="0">
                <a:solidFill>
                  <a:srgbClr val="0F469B"/>
                </a:solidFill>
                <a:latin typeface="+mj-lt"/>
                <a:cs typeface="Calibri"/>
              </a:rPr>
              <a:t>making</a:t>
            </a:r>
            <a:r>
              <a:rPr sz="1800" spc="65" dirty="0">
                <a:solidFill>
                  <a:srgbClr val="0F469B"/>
                </a:solidFill>
                <a:latin typeface="+mj-lt"/>
                <a:cs typeface="Calibri"/>
              </a:rPr>
              <a:t> </a:t>
            </a:r>
            <a:r>
              <a:rPr sz="1800" spc="-5" dirty="0">
                <a:solidFill>
                  <a:srgbClr val="0F469B"/>
                </a:solidFill>
                <a:latin typeface="+mj-lt"/>
                <a:cs typeface="Calibri"/>
              </a:rPr>
              <a:t>in</a:t>
            </a:r>
            <a:r>
              <a:rPr sz="1800" spc="70" dirty="0">
                <a:solidFill>
                  <a:srgbClr val="0F469B"/>
                </a:solidFill>
                <a:latin typeface="+mj-lt"/>
                <a:cs typeface="Calibri"/>
              </a:rPr>
              <a:t> </a:t>
            </a:r>
            <a:r>
              <a:rPr sz="1800" spc="-5" dirty="0">
                <a:solidFill>
                  <a:srgbClr val="0F469B"/>
                </a:solidFill>
                <a:latin typeface="+mj-lt"/>
                <a:cs typeface="Calibri"/>
              </a:rPr>
              <a:t>ARCB</a:t>
            </a:r>
            <a:r>
              <a:rPr sz="1800" spc="60" dirty="0">
                <a:solidFill>
                  <a:srgbClr val="0F469B"/>
                </a:solidFill>
                <a:latin typeface="+mj-lt"/>
                <a:cs typeface="Calibri"/>
              </a:rPr>
              <a:t> </a:t>
            </a:r>
            <a:r>
              <a:rPr sz="1800" spc="-10" dirty="0">
                <a:solidFill>
                  <a:srgbClr val="0F469B"/>
                </a:solidFill>
                <a:latin typeface="+mj-lt"/>
                <a:cs typeface="Calibri"/>
              </a:rPr>
              <a:t>(Architecture</a:t>
            </a:r>
            <a:endParaRPr sz="1800" dirty="0">
              <a:latin typeface="+mj-lt"/>
              <a:cs typeface="Calibri"/>
            </a:endParaRPr>
          </a:p>
          <a:p>
            <a:pPr marL="355600">
              <a:lnSpc>
                <a:spcPct val="100000"/>
              </a:lnSpc>
              <a:spcBef>
                <a:spcPts val="325"/>
              </a:spcBef>
            </a:pPr>
            <a:r>
              <a:rPr sz="1800" spc="-15" dirty="0">
                <a:solidFill>
                  <a:srgbClr val="0F469B"/>
                </a:solidFill>
                <a:latin typeface="+mj-lt"/>
                <a:cs typeface="Calibri"/>
              </a:rPr>
              <a:t>Review</a:t>
            </a:r>
            <a:r>
              <a:rPr sz="1800" spc="10" dirty="0">
                <a:solidFill>
                  <a:srgbClr val="0F469B"/>
                </a:solidFill>
                <a:latin typeface="+mj-lt"/>
                <a:cs typeface="Calibri"/>
              </a:rPr>
              <a:t> </a:t>
            </a:r>
            <a:r>
              <a:rPr sz="1800" dirty="0">
                <a:solidFill>
                  <a:srgbClr val="0F469B"/>
                </a:solidFill>
                <a:latin typeface="+mj-lt"/>
                <a:cs typeface="Calibri"/>
              </a:rPr>
              <a:t>&amp;</a:t>
            </a:r>
            <a:r>
              <a:rPr sz="1800" spc="-10" dirty="0">
                <a:solidFill>
                  <a:srgbClr val="0F469B"/>
                </a:solidFill>
                <a:latin typeface="+mj-lt"/>
                <a:cs typeface="Calibri"/>
              </a:rPr>
              <a:t> </a:t>
            </a:r>
            <a:r>
              <a:rPr sz="1800" spc="-5" dirty="0">
                <a:solidFill>
                  <a:srgbClr val="0F469B"/>
                </a:solidFill>
                <a:latin typeface="+mj-lt"/>
                <a:cs typeface="Calibri"/>
              </a:rPr>
              <a:t>Change</a:t>
            </a:r>
            <a:r>
              <a:rPr sz="1800" spc="5" dirty="0">
                <a:solidFill>
                  <a:srgbClr val="0F469B"/>
                </a:solidFill>
                <a:latin typeface="+mj-lt"/>
                <a:cs typeface="Calibri"/>
              </a:rPr>
              <a:t> </a:t>
            </a:r>
            <a:r>
              <a:rPr sz="1800" spc="-10" dirty="0">
                <a:solidFill>
                  <a:srgbClr val="0F469B"/>
                </a:solidFill>
                <a:latin typeface="+mj-lt"/>
                <a:cs typeface="Calibri"/>
              </a:rPr>
              <a:t>Control Board)</a:t>
            </a:r>
            <a:endParaRPr lang="en-IN" sz="1800" spc="-5" dirty="0">
              <a:solidFill>
                <a:srgbClr val="0F469B"/>
              </a:solidFill>
              <a:latin typeface="+mj-lt"/>
              <a:cs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4472940"/>
          </a:xfrm>
          <a:prstGeom prst="rect">
            <a:avLst/>
          </a:prstGeom>
        </p:spPr>
      </p:pic>
      <p:sp>
        <p:nvSpPr>
          <p:cNvPr id="3" name="object 3"/>
          <p:cNvSpPr txBox="1">
            <a:spLocks noGrp="1"/>
          </p:cNvSpPr>
          <p:nvPr>
            <p:ph type="title"/>
          </p:nvPr>
        </p:nvSpPr>
        <p:spPr>
          <a:xfrm>
            <a:off x="2995676" y="2222957"/>
            <a:ext cx="6073140" cy="514350"/>
          </a:xfrm>
          <a:prstGeom prst="rect">
            <a:avLst/>
          </a:prstGeom>
        </p:spPr>
        <p:txBody>
          <a:bodyPr vert="horz" wrap="square" lIns="0" tIns="13335" rIns="0" bIns="0" rtlCol="0">
            <a:spAutoFit/>
          </a:bodyPr>
          <a:lstStyle/>
          <a:p>
            <a:pPr marL="12700">
              <a:lnSpc>
                <a:spcPct val="100000"/>
              </a:lnSpc>
              <a:spcBef>
                <a:spcPts val="105"/>
              </a:spcBef>
            </a:pPr>
            <a:r>
              <a:rPr lang="en-IN" sz="3200" spc="-5" dirty="0">
                <a:latin typeface="Optima"/>
              </a:rPr>
              <a:t>Commercial proposal</a:t>
            </a:r>
            <a:endParaRPr sz="3200" dirty="0">
              <a:latin typeface="Optima"/>
            </a:endParaRPr>
          </a:p>
        </p:txBody>
      </p:sp>
      <p:pic>
        <p:nvPicPr>
          <p:cNvPr id="4" name="object 4"/>
          <p:cNvPicPr/>
          <p:nvPr/>
        </p:nvPicPr>
        <p:blipFill>
          <a:blip r:embed="rId3" cstate="print"/>
          <a:stretch>
            <a:fillRect/>
          </a:stretch>
        </p:blipFill>
        <p:spPr>
          <a:xfrm>
            <a:off x="3048" y="0"/>
            <a:ext cx="2066543" cy="923544"/>
          </a:xfrm>
          <a:prstGeom prst="rect">
            <a:avLst/>
          </a:prstGeom>
        </p:spPr>
      </p:pic>
    </p:spTree>
    <p:extLst>
      <p:ext uri="{BB962C8B-B14F-4D97-AF65-F5344CB8AC3E}">
        <p14:creationId xmlns:p14="http://schemas.microsoft.com/office/powerpoint/2010/main" val="2015830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5038"/>
            <a:ext cx="5386493" cy="803487"/>
          </a:xfrm>
          <a:custGeom>
            <a:avLst/>
            <a:gdLst/>
            <a:ahLst/>
            <a:cxnLst/>
            <a:rect l="l" t="t" r="r" b="b"/>
            <a:pathLst>
              <a:path w="4039870" h="602614">
                <a:moveTo>
                  <a:pt x="4039730" y="602221"/>
                </a:moveTo>
                <a:lnTo>
                  <a:pt x="1437703" y="369570"/>
                </a:lnTo>
                <a:lnTo>
                  <a:pt x="0" y="0"/>
                </a:lnTo>
                <a:lnTo>
                  <a:pt x="0" y="241020"/>
                </a:lnTo>
                <a:lnTo>
                  <a:pt x="0" y="602018"/>
                </a:lnTo>
                <a:lnTo>
                  <a:pt x="0" y="602221"/>
                </a:lnTo>
                <a:lnTo>
                  <a:pt x="4039730" y="602221"/>
                </a:lnTo>
                <a:close/>
              </a:path>
            </a:pathLst>
          </a:custGeom>
          <a:solidFill>
            <a:srgbClr val="10479B">
              <a:alpha val="72158"/>
            </a:srgbClr>
          </a:solidFill>
        </p:spPr>
        <p:txBody>
          <a:bodyPr wrap="square" lIns="0" tIns="0" rIns="0" bIns="0" rtlCol="0"/>
          <a:lstStyle/>
          <a:p>
            <a:endParaRPr sz="2400"/>
          </a:p>
        </p:txBody>
      </p:sp>
      <p:grpSp>
        <p:nvGrpSpPr>
          <p:cNvPr id="3" name="object 3"/>
          <p:cNvGrpSpPr/>
          <p:nvPr/>
        </p:nvGrpSpPr>
        <p:grpSpPr>
          <a:xfrm>
            <a:off x="241927" y="724465"/>
            <a:ext cx="11725487" cy="226060"/>
            <a:chOff x="181445" y="543348"/>
            <a:chExt cx="8794115" cy="169545"/>
          </a:xfrm>
        </p:grpSpPr>
        <p:pic>
          <p:nvPicPr>
            <p:cNvPr id="4" name="object 4"/>
            <p:cNvPicPr/>
            <p:nvPr/>
          </p:nvPicPr>
          <p:blipFill>
            <a:blip r:embed="rId2" cstate="print"/>
            <a:stretch>
              <a:fillRect/>
            </a:stretch>
          </p:blipFill>
          <p:spPr>
            <a:xfrm>
              <a:off x="8821680" y="543348"/>
              <a:ext cx="153415" cy="169400"/>
            </a:xfrm>
            <a:prstGeom prst="rect">
              <a:avLst/>
            </a:prstGeom>
          </p:spPr>
        </p:pic>
        <p:sp>
          <p:nvSpPr>
            <p:cNvPr id="5" name="object 5"/>
            <p:cNvSpPr/>
            <p:nvPr/>
          </p:nvSpPr>
          <p:spPr>
            <a:xfrm>
              <a:off x="181445" y="629707"/>
              <a:ext cx="8653145" cy="0"/>
            </a:xfrm>
            <a:custGeom>
              <a:avLst/>
              <a:gdLst/>
              <a:ahLst/>
              <a:cxnLst/>
              <a:rect l="l" t="t" r="r" b="b"/>
              <a:pathLst>
                <a:path w="8653145">
                  <a:moveTo>
                    <a:pt x="0" y="0"/>
                  </a:moveTo>
                  <a:lnTo>
                    <a:pt x="8652935" y="1"/>
                  </a:lnTo>
                </a:path>
              </a:pathLst>
            </a:custGeom>
            <a:ln w="6350">
              <a:solidFill>
                <a:srgbClr val="10479B"/>
              </a:solidFill>
            </a:ln>
          </p:spPr>
          <p:txBody>
            <a:bodyPr wrap="square" lIns="0" tIns="0" rIns="0" bIns="0" rtlCol="0"/>
            <a:lstStyle/>
            <a:p>
              <a:endParaRPr sz="2400"/>
            </a:p>
          </p:txBody>
        </p:sp>
      </p:grpSp>
      <p:pic>
        <p:nvPicPr>
          <p:cNvPr id="6" name="object 6"/>
          <p:cNvPicPr/>
          <p:nvPr/>
        </p:nvPicPr>
        <p:blipFill>
          <a:blip r:embed="rId3" cstate="print"/>
          <a:stretch>
            <a:fillRect/>
          </a:stretch>
        </p:blipFill>
        <p:spPr>
          <a:xfrm>
            <a:off x="78484" y="6625275"/>
            <a:ext cx="197293" cy="197293"/>
          </a:xfrm>
          <a:prstGeom prst="rect">
            <a:avLst/>
          </a:prstGeom>
        </p:spPr>
      </p:pic>
      <p:grpSp>
        <p:nvGrpSpPr>
          <p:cNvPr id="7" name="object 7"/>
          <p:cNvGrpSpPr/>
          <p:nvPr/>
        </p:nvGrpSpPr>
        <p:grpSpPr>
          <a:xfrm>
            <a:off x="10103781" y="6120766"/>
            <a:ext cx="2088727" cy="737447"/>
            <a:chOff x="7577835" y="4590574"/>
            <a:chExt cx="1566545" cy="553085"/>
          </a:xfrm>
        </p:grpSpPr>
        <p:sp>
          <p:nvSpPr>
            <p:cNvPr id="8" name="object 8"/>
            <p:cNvSpPr/>
            <p:nvPr/>
          </p:nvSpPr>
          <p:spPr>
            <a:xfrm>
              <a:off x="8752822" y="4877422"/>
              <a:ext cx="391795" cy="266700"/>
            </a:xfrm>
            <a:custGeom>
              <a:avLst/>
              <a:gdLst/>
              <a:ahLst/>
              <a:cxnLst/>
              <a:rect l="l" t="t" r="r" b="b"/>
              <a:pathLst>
                <a:path w="391795" h="266700">
                  <a:moveTo>
                    <a:pt x="391177" y="0"/>
                  </a:moveTo>
                  <a:lnTo>
                    <a:pt x="0" y="266077"/>
                  </a:lnTo>
                  <a:lnTo>
                    <a:pt x="391177" y="266077"/>
                  </a:lnTo>
                  <a:lnTo>
                    <a:pt x="391177" y="0"/>
                  </a:lnTo>
                  <a:close/>
                </a:path>
              </a:pathLst>
            </a:custGeom>
            <a:solidFill>
              <a:srgbClr val="10479B">
                <a:alpha val="72158"/>
              </a:srgbClr>
            </a:solidFill>
          </p:spPr>
          <p:txBody>
            <a:bodyPr wrap="square" lIns="0" tIns="0" rIns="0" bIns="0" rtlCol="0"/>
            <a:lstStyle/>
            <a:p>
              <a:endParaRPr sz="2400"/>
            </a:p>
          </p:txBody>
        </p:sp>
        <p:pic>
          <p:nvPicPr>
            <p:cNvPr id="9" name="object 9"/>
            <p:cNvPicPr/>
            <p:nvPr/>
          </p:nvPicPr>
          <p:blipFill>
            <a:blip r:embed="rId4" cstate="print"/>
            <a:stretch>
              <a:fillRect/>
            </a:stretch>
          </p:blipFill>
          <p:spPr>
            <a:xfrm>
              <a:off x="7577835" y="4590574"/>
              <a:ext cx="1496565" cy="552925"/>
            </a:xfrm>
            <a:prstGeom prst="rect">
              <a:avLst/>
            </a:prstGeom>
          </p:spPr>
        </p:pic>
      </p:grpSp>
      <p:sp>
        <p:nvSpPr>
          <p:cNvPr id="10" name="object 10"/>
          <p:cNvSpPr txBox="1"/>
          <p:nvPr/>
        </p:nvSpPr>
        <p:spPr>
          <a:xfrm>
            <a:off x="222213" y="283801"/>
            <a:ext cx="11448217" cy="386430"/>
          </a:xfrm>
          <a:prstGeom prst="rect">
            <a:avLst/>
          </a:prstGeom>
        </p:spPr>
        <p:txBody>
          <a:bodyPr vert="horz" wrap="square" lIns="0" tIns="16933" rIns="0" bIns="0" rtlCol="0">
            <a:spAutoFit/>
          </a:bodyPr>
          <a:lstStyle/>
          <a:p>
            <a:pPr marL="16933">
              <a:spcBef>
                <a:spcPts val="133"/>
              </a:spcBef>
            </a:pPr>
            <a:r>
              <a:rPr sz="2400" b="1" dirty="0">
                <a:solidFill>
                  <a:srgbClr val="10479B"/>
                </a:solidFill>
                <a:latin typeface="Trebuchet MS"/>
                <a:cs typeface="Trebuchet MS"/>
              </a:rPr>
              <a:t>Data</a:t>
            </a:r>
            <a:r>
              <a:rPr sz="2400" b="1" spc="-67" dirty="0">
                <a:solidFill>
                  <a:srgbClr val="10479B"/>
                </a:solidFill>
                <a:latin typeface="Trebuchet MS"/>
                <a:cs typeface="Trebuchet MS"/>
              </a:rPr>
              <a:t> </a:t>
            </a:r>
            <a:r>
              <a:rPr sz="2400" b="1" spc="-60" dirty="0">
                <a:solidFill>
                  <a:srgbClr val="10479B"/>
                </a:solidFill>
                <a:latin typeface="Trebuchet MS"/>
                <a:cs typeface="Trebuchet MS"/>
              </a:rPr>
              <a:t>Cleansing</a:t>
            </a:r>
            <a:r>
              <a:rPr sz="2400" b="1" spc="-67" dirty="0">
                <a:solidFill>
                  <a:srgbClr val="10479B"/>
                </a:solidFill>
                <a:latin typeface="Trebuchet MS"/>
                <a:cs typeface="Trebuchet MS"/>
              </a:rPr>
              <a:t> </a:t>
            </a:r>
            <a:r>
              <a:rPr sz="2400" b="1" spc="33" dirty="0">
                <a:solidFill>
                  <a:srgbClr val="10479B"/>
                </a:solidFill>
                <a:latin typeface="Trebuchet MS"/>
                <a:cs typeface="Trebuchet MS"/>
              </a:rPr>
              <a:t>&amp;</a:t>
            </a:r>
            <a:r>
              <a:rPr sz="2400" b="1" spc="-67" dirty="0">
                <a:solidFill>
                  <a:srgbClr val="10479B"/>
                </a:solidFill>
                <a:latin typeface="Trebuchet MS"/>
                <a:cs typeface="Trebuchet MS"/>
              </a:rPr>
              <a:t> </a:t>
            </a:r>
            <a:r>
              <a:rPr sz="2400" b="1" spc="-80" dirty="0">
                <a:solidFill>
                  <a:srgbClr val="10479B"/>
                </a:solidFill>
                <a:latin typeface="Trebuchet MS"/>
                <a:cs typeface="Trebuchet MS"/>
              </a:rPr>
              <a:t>Standardization</a:t>
            </a:r>
            <a:r>
              <a:rPr lang="en-IN" sz="2400" b="1" spc="-80" dirty="0">
                <a:solidFill>
                  <a:srgbClr val="10479B"/>
                </a:solidFill>
                <a:latin typeface="Trebuchet MS"/>
                <a:cs typeface="Trebuchet MS"/>
              </a:rPr>
              <a:t> (</a:t>
            </a:r>
            <a:r>
              <a:rPr lang="en-IN" sz="2400" b="1" spc="-47" dirty="0">
                <a:solidFill>
                  <a:srgbClr val="10479B"/>
                </a:solidFill>
                <a:latin typeface="Trebuchet MS"/>
                <a:cs typeface="Trebuchet MS"/>
              </a:rPr>
              <a:t>Material</a:t>
            </a:r>
            <a:r>
              <a:rPr lang="en-IN" sz="2400" b="1" spc="-73" dirty="0">
                <a:solidFill>
                  <a:srgbClr val="10479B"/>
                </a:solidFill>
                <a:latin typeface="Trebuchet MS"/>
                <a:cs typeface="Trebuchet MS"/>
              </a:rPr>
              <a:t> </a:t>
            </a:r>
            <a:r>
              <a:rPr lang="en-IN" sz="2400" b="1" spc="-47" dirty="0">
                <a:solidFill>
                  <a:srgbClr val="10479B"/>
                </a:solidFill>
                <a:latin typeface="Trebuchet MS"/>
                <a:cs typeface="Trebuchet MS"/>
              </a:rPr>
              <a:t>Master)</a:t>
            </a:r>
            <a:r>
              <a:rPr lang="en-IN" sz="2400" b="1" spc="-67" dirty="0">
                <a:solidFill>
                  <a:srgbClr val="10479B"/>
                </a:solidFill>
                <a:latin typeface="Trebuchet MS"/>
                <a:cs typeface="Trebuchet MS"/>
              </a:rPr>
              <a:t> </a:t>
            </a:r>
            <a:endParaRPr sz="2400" dirty="0">
              <a:latin typeface="Trebuchet MS"/>
              <a:cs typeface="Trebuchet MS"/>
            </a:endParaRPr>
          </a:p>
        </p:txBody>
      </p:sp>
      <p:sp>
        <p:nvSpPr>
          <p:cNvPr id="11" name="object 11"/>
          <p:cNvSpPr txBox="1"/>
          <p:nvPr/>
        </p:nvSpPr>
        <p:spPr>
          <a:xfrm>
            <a:off x="5278967" y="6600613"/>
            <a:ext cx="1634067" cy="222219"/>
          </a:xfrm>
          <a:prstGeom prst="rect">
            <a:avLst/>
          </a:prstGeom>
        </p:spPr>
        <p:txBody>
          <a:bodyPr vert="horz" wrap="square" lIns="0" tIns="16933" rIns="0" bIns="0" rtlCol="0">
            <a:spAutoFit/>
          </a:bodyPr>
          <a:lstStyle/>
          <a:p>
            <a:pPr marL="16933">
              <a:spcBef>
                <a:spcPts val="133"/>
              </a:spcBef>
            </a:pPr>
            <a:r>
              <a:rPr sz="1333" b="1" spc="-40" dirty="0">
                <a:solidFill>
                  <a:srgbClr val="10479B"/>
                </a:solidFill>
                <a:latin typeface="Trebuchet MS"/>
                <a:cs typeface="Trebuchet MS"/>
                <a:hlinkClick r:id="rId5"/>
              </a:rPr>
              <a:t>www.piloggroup.com</a:t>
            </a:r>
            <a:endParaRPr sz="1333">
              <a:latin typeface="Trebuchet MS"/>
              <a:cs typeface="Trebuchet MS"/>
            </a:endParaRPr>
          </a:p>
        </p:txBody>
      </p:sp>
      <p:sp>
        <p:nvSpPr>
          <p:cNvPr id="12" name="object 12"/>
          <p:cNvSpPr txBox="1"/>
          <p:nvPr/>
        </p:nvSpPr>
        <p:spPr>
          <a:xfrm>
            <a:off x="361186" y="6568102"/>
            <a:ext cx="436033" cy="222219"/>
          </a:xfrm>
          <a:prstGeom prst="rect">
            <a:avLst/>
          </a:prstGeom>
        </p:spPr>
        <p:txBody>
          <a:bodyPr vert="horz" wrap="square" lIns="0" tIns="16933" rIns="0" bIns="0" rtlCol="0">
            <a:spAutoFit/>
          </a:bodyPr>
          <a:lstStyle/>
          <a:p>
            <a:pPr marL="16933">
              <a:spcBef>
                <a:spcPts val="133"/>
              </a:spcBef>
            </a:pPr>
            <a:r>
              <a:rPr sz="1333" b="1" spc="-60" dirty="0">
                <a:solidFill>
                  <a:srgbClr val="FFFFFF"/>
                </a:solidFill>
                <a:latin typeface="Trebuchet MS"/>
                <a:cs typeface="Trebuchet MS"/>
              </a:rPr>
              <a:t>P</a:t>
            </a:r>
            <a:r>
              <a:rPr sz="1333" b="1" spc="-40" dirty="0">
                <a:solidFill>
                  <a:srgbClr val="FFFFFF"/>
                </a:solidFill>
                <a:latin typeface="Trebuchet MS"/>
                <a:cs typeface="Trebuchet MS"/>
              </a:rPr>
              <a:t>i</a:t>
            </a:r>
            <a:r>
              <a:rPr sz="1333" b="1" spc="-47" dirty="0">
                <a:solidFill>
                  <a:srgbClr val="FFFFFF"/>
                </a:solidFill>
                <a:latin typeface="Trebuchet MS"/>
                <a:cs typeface="Trebuchet MS"/>
              </a:rPr>
              <a:t>L</a:t>
            </a:r>
            <a:r>
              <a:rPr sz="1333" b="1" spc="-60" dirty="0">
                <a:solidFill>
                  <a:srgbClr val="FFFFFF"/>
                </a:solidFill>
                <a:latin typeface="Trebuchet MS"/>
                <a:cs typeface="Trebuchet MS"/>
              </a:rPr>
              <a:t>o</a:t>
            </a:r>
            <a:r>
              <a:rPr sz="1333" b="1" spc="-7" dirty="0">
                <a:solidFill>
                  <a:srgbClr val="FFFFFF"/>
                </a:solidFill>
                <a:latin typeface="Trebuchet MS"/>
                <a:cs typeface="Trebuchet MS"/>
              </a:rPr>
              <a:t>g</a:t>
            </a:r>
            <a:endParaRPr sz="1333" dirty="0">
              <a:latin typeface="Trebuchet MS"/>
              <a:cs typeface="Trebuchet MS"/>
            </a:endParaRPr>
          </a:p>
        </p:txBody>
      </p:sp>
      <p:graphicFrame>
        <p:nvGraphicFramePr>
          <p:cNvPr id="13" name="object 13"/>
          <p:cNvGraphicFramePr>
            <a:graphicFrameLocks noGrp="1"/>
          </p:cNvGraphicFramePr>
          <p:nvPr>
            <p:extLst>
              <p:ext uri="{D42A27DB-BD31-4B8C-83A1-F6EECF244321}">
                <p14:modId xmlns:p14="http://schemas.microsoft.com/office/powerpoint/2010/main" val="3821048612"/>
              </p:ext>
            </p:extLst>
          </p:nvPr>
        </p:nvGraphicFramePr>
        <p:xfrm>
          <a:off x="187800" y="1113390"/>
          <a:ext cx="11066407" cy="3839611"/>
        </p:xfrm>
        <a:graphic>
          <a:graphicData uri="http://schemas.openxmlformats.org/drawingml/2006/table">
            <a:tbl>
              <a:tblPr firstRow="1" bandRow="1">
                <a:tableStyleId>{2D5ABB26-0587-4C30-8999-92F81FD0307C}</a:tableStyleId>
              </a:tblPr>
              <a:tblGrid>
                <a:gridCol w="1021350">
                  <a:extLst>
                    <a:ext uri="{9D8B030D-6E8A-4147-A177-3AD203B41FA5}">
                      <a16:colId xmlns:a16="http://schemas.microsoft.com/office/drawing/2014/main" val="20000"/>
                    </a:ext>
                  </a:extLst>
                </a:gridCol>
                <a:gridCol w="4727575">
                  <a:extLst>
                    <a:ext uri="{9D8B030D-6E8A-4147-A177-3AD203B41FA5}">
                      <a16:colId xmlns:a16="http://schemas.microsoft.com/office/drawing/2014/main" val="20001"/>
                    </a:ext>
                  </a:extLst>
                </a:gridCol>
                <a:gridCol w="1240482">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gridCol w="1562400">
                  <a:extLst>
                    <a:ext uri="{9D8B030D-6E8A-4147-A177-3AD203B41FA5}">
                      <a16:colId xmlns:a16="http://schemas.microsoft.com/office/drawing/2014/main" val="3281892472"/>
                    </a:ext>
                  </a:extLst>
                </a:gridCol>
              </a:tblGrid>
              <a:tr h="722464">
                <a:tc>
                  <a:txBody>
                    <a:bodyPr/>
                    <a:lstStyle/>
                    <a:p>
                      <a:pPr>
                        <a:lnSpc>
                          <a:spcPct val="100000"/>
                        </a:lnSpc>
                        <a:spcBef>
                          <a:spcPts val="30"/>
                        </a:spcBef>
                      </a:pPr>
                      <a:endParaRPr sz="1900">
                        <a:latin typeface="Times New Roman"/>
                        <a:cs typeface="Times New Roman"/>
                      </a:endParaRPr>
                    </a:p>
                    <a:p>
                      <a:pPr algn="ctr">
                        <a:lnSpc>
                          <a:spcPct val="100000"/>
                        </a:lnSpc>
                      </a:pPr>
                      <a:r>
                        <a:rPr sz="1900" b="1" spc="-5" dirty="0">
                          <a:solidFill>
                            <a:srgbClr val="FFFFFF"/>
                          </a:solidFill>
                          <a:latin typeface="Trebuchet MS"/>
                          <a:cs typeface="Trebuchet MS"/>
                        </a:rPr>
                        <a:t>S.No</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30" dirty="0">
                          <a:solidFill>
                            <a:srgbClr val="FFFFFF"/>
                          </a:solidFill>
                          <a:latin typeface="Trebuchet MS"/>
                          <a:cs typeface="Trebuchet MS"/>
                        </a:rPr>
                        <a:t>Description</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170" dirty="0">
                          <a:solidFill>
                            <a:srgbClr val="FFFFFF"/>
                          </a:solidFill>
                          <a:latin typeface="Trebuchet MS"/>
                          <a:cs typeface="Trebuchet MS"/>
                        </a:rPr>
                        <a:t>UOM</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5" dirty="0">
                          <a:solidFill>
                            <a:srgbClr val="FFFFFF"/>
                          </a:solidFill>
                          <a:latin typeface="Trebuchet MS"/>
                          <a:cs typeface="Trebuchet MS"/>
                        </a:rPr>
                        <a:t>Qty</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marL="318770" marR="99060" indent="-212090">
                        <a:lnSpc>
                          <a:spcPct val="100000"/>
                        </a:lnSpc>
                        <a:spcBef>
                          <a:spcPts val="800"/>
                        </a:spcBef>
                      </a:pPr>
                      <a:r>
                        <a:rPr sz="1900" b="1" spc="-5" dirty="0">
                          <a:solidFill>
                            <a:srgbClr val="FFFFFF"/>
                          </a:solidFill>
                          <a:latin typeface="Trebuchet MS"/>
                          <a:cs typeface="Trebuchet MS"/>
                        </a:rPr>
                        <a:t>Uni</a:t>
                      </a:r>
                      <a:r>
                        <a:rPr sz="1900" b="1" dirty="0">
                          <a:solidFill>
                            <a:srgbClr val="FFFFFF"/>
                          </a:solidFill>
                          <a:latin typeface="Trebuchet MS"/>
                          <a:cs typeface="Trebuchet MS"/>
                        </a:rPr>
                        <a:t>t</a:t>
                      </a:r>
                      <a:r>
                        <a:rPr sz="1900" b="1" spc="-40" dirty="0">
                          <a:solidFill>
                            <a:srgbClr val="FFFFFF"/>
                          </a:solidFill>
                          <a:latin typeface="Trebuchet MS"/>
                          <a:cs typeface="Trebuchet MS"/>
                        </a:rPr>
                        <a:t> </a:t>
                      </a:r>
                      <a:r>
                        <a:rPr sz="1900" b="1" spc="-5" dirty="0">
                          <a:solidFill>
                            <a:srgbClr val="FFFFFF"/>
                          </a:solidFill>
                          <a:latin typeface="Trebuchet MS"/>
                          <a:cs typeface="Trebuchet MS"/>
                        </a:rPr>
                        <a:t>P</a:t>
                      </a:r>
                      <a:r>
                        <a:rPr sz="1900" b="1" spc="5" dirty="0">
                          <a:solidFill>
                            <a:srgbClr val="FFFFFF"/>
                          </a:solidFill>
                          <a:latin typeface="Trebuchet MS"/>
                          <a:cs typeface="Trebuchet MS"/>
                        </a:rPr>
                        <a:t>r</a:t>
                      </a:r>
                      <a:r>
                        <a:rPr sz="1900" b="1" spc="-5" dirty="0">
                          <a:solidFill>
                            <a:srgbClr val="FFFFFF"/>
                          </a:solidFill>
                          <a:latin typeface="Trebuchet MS"/>
                          <a:cs typeface="Trebuchet MS"/>
                        </a:rPr>
                        <a:t>i</a:t>
                      </a:r>
                      <a:r>
                        <a:rPr sz="1900" b="1" dirty="0">
                          <a:solidFill>
                            <a:srgbClr val="FFFFFF"/>
                          </a:solidFill>
                          <a:latin typeface="Trebuchet MS"/>
                          <a:cs typeface="Trebuchet MS"/>
                        </a:rPr>
                        <a:t>ce  </a:t>
                      </a:r>
                      <a:r>
                        <a:rPr lang="en-IN" sz="1900" b="1" spc="100" dirty="0">
                          <a:solidFill>
                            <a:srgbClr val="FFFFFF"/>
                          </a:solidFill>
                          <a:latin typeface="Trebuchet MS"/>
                          <a:cs typeface="Trebuchet MS"/>
                        </a:rPr>
                        <a:t>INR</a:t>
                      </a:r>
                      <a:endParaRPr sz="1900" dirty="0">
                        <a:latin typeface="Trebuchet MS"/>
                        <a:cs typeface="Trebuchet MS"/>
                      </a:endParaRPr>
                    </a:p>
                  </a:txBody>
                  <a:tcPr marL="0" marR="0" marT="135467"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solidFill>
                      <a:srgbClr val="10479B"/>
                    </a:solidFill>
                  </a:tcPr>
                </a:tc>
                <a:tc>
                  <a:txBody>
                    <a:bodyPr/>
                    <a:lstStyle/>
                    <a:p>
                      <a:pPr marL="318770" marR="99060" indent="-212090">
                        <a:lnSpc>
                          <a:spcPct val="100000"/>
                        </a:lnSpc>
                        <a:spcBef>
                          <a:spcPts val="800"/>
                        </a:spcBef>
                      </a:pPr>
                      <a:r>
                        <a:rPr lang="en-IN" sz="1900" b="1" spc="-5" dirty="0">
                          <a:solidFill>
                            <a:srgbClr val="FFFFFF"/>
                          </a:solidFill>
                          <a:latin typeface="Trebuchet MS"/>
                          <a:ea typeface="+mn-ea"/>
                          <a:cs typeface="Trebuchet MS"/>
                        </a:rPr>
                        <a:t>Grand Total</a:t>
                      </a:r>
                      <a:endParaRPr sz="1900" b="1" spc="-5" dirty="0">
                        <a:solidFill>
                          <a:srgbClr val="FFFFFF"/>
                        </a:solidFill>
                        <a:latin typeface="Trebuchet MS"/>
                        <a:ea typeface="+mn-ea"/>
                        <a:cs typeface="Trebuchet MS"/>
                      </a:endParaRPr>
                    </a:p>
                  </a:txBody>
                  <a:tcPr marL="0" marR="0" marT="135467"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solidFill>
                      <a:srgbClr val="10479B"/>
                    </a:solidFill>
                  </a:tcPr>
                </a:tc>
                <a:extLst>
                  <a:ext uri="{0D108BD9-81ED-4DB2-BD59-A6C34878D82A}">
                    <a16:rowId xmlns:a16="http://schemas.microsoft.com/office/drawing/2014/main" val="10000"/>
                  </a:ext>
                </a:extLst>
              </a:tr>
              <a:tr h="1386719">
                <a:tc>
                  <a:txBody>
                    <a:bodyPr/>
                    <a:lstStyle/>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nSpc>
                          <a:spcPct val="100000"/>
                        </a:lnSpc>
                        <a:spcBef>
                          <a:spcPts val="5"/>
                        </a:spcBef>
                      </a:pPr>
                      <a:endParaRPr sz="1700" dirty="0">
                        <a:latin typeface="Times New Roman"/>
                        <a:cs typeface="Times New Roman"/>
                      </a:endParaRPr>
                    </a:p>
                    <a:p>
                      <a:pPr algn="ctr">
                        <a:lnSpc>
                          <a:spcPct val="100000"/>
                        </a:lnSpc>
                      </a:pPr>
                      <a:r>
                        <a:rPr sz="1600" dirty="0">
                          <a:solidFill>
                            <a:srgbClr val="10479B"/>
                          </a:solidFill>
                          <a:latin typeface="Trebuchet MS"/>
                          <a:cs typeface="Trebuchet MS"/>
                        </a:rPr>
                        <a:t>1</a:t>
                      </a:r>
                      <a:endParaRPr sz="1600" dirty="0">
                        <a:latin typeface="Trebuchet MS"/>
                        <a:cs typeface="Trebuchet MS"/>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900" dirty="0">
                        <a:latin typeface="Times New Roman"/>
                        <a:cs typeface="Times New Roman"/>
                      </a:endParaRPr>
                    </a:p>
                    <a:p>
                      <a:pPr>
                        <a:lnSpc>
                          <a:spcPct val="100000"/>
                        </a:lnSpc>
                        <a:spcBef>
                          <a:spcPts val="30"/>
                        </a:spcBef>
                      </a:pPr>
                      <a:endParaRPr sz="1800" dirty="0">
                        <a:latin typeface="Times New Roman"/>
                        <a:cs typeface="Times New Roman"/>
                      </a:endParaRPr>
                    </a:p>
                    <a:p>
                      <a:pPr marL="8890" marR="312420">
                        <a:lnSpc>
                          <a:spcPts val="1390"/>
                        </a:lnSpc>
                      </a:pPr>
                      <a:r>
                        <a:rPr sz="1600" spc="-20" dirty="0">
                          <a:solidFill>
                            <a:srgbClr val="10479B"/>
                          </a:solidFill>
                          <a:latin typeface="Trebuchet MS"/>
                          <a:cs typeface="Trebuchet MS"/>
                        </a:rPr>
                        <a:t>Material Master </a:t>
                      </a:r>
                      <a:r>
                        <a:rPr sz="1600" spc="-5" dirty="0">
                          <a:solidFill>
                            <a:srgbClr val="10479B"/>
                          </a:solidFill>
                          <a:latin typeface="Trebuchet MS"/>
                          <a:cs typeface="Trebuchet MS"/>
                        </a:rPr>
                        <a:t>Data </a:t>
                      </a:r>
                      <a:r>
                        <a:rPr sz="1600" spc="-10" dirty="0">
                          <a:solidFill>
                            <a:srgbClr val="10479B"/>
                          </a:solidFill>
                          <a:latin typeface="Trebuchet MS"/>
                          <a:cs typeface="Trebuchet MS"/>
                        </a:rPr>
                        <a:t>Cleansing </a:t>
                      </a:r>
                      <a:r>
                        <a:rPr sz="1600" spc="15" dirty="0">
                          <a:solidFill>
                            <a:srgbClr val="10479B"/>
                          </a:solidFill>
                          <a:latin typeface="Trebuchet MS"/>
                          <a:cs typeface="Trebuchet MS"/>
                        </a:rPr>
                        <a:t>&amp; </a:t>
                      </a:r>
                      <a:r>
                        <a:rPr sz="1600" spc="-30" dirty="0">
                          <a:solidFill>
                            <a:srgbClr val="10479B"/>
                          </a:solidFill>
                          <a:latin typeface="Trebuchet MS"/>
                          <a:cs typeface="Trebuchet MS"/>
                        </a:rPr>
                        <a:t>Standardization </a:t>
                      </a:r>
                      <a:r>
                        <a:rPr sz="1600" spc="-350" dirty="0">
                          <a:solidFill>
                            <a:srgbClr val="10479B"/>
                          </a:solidFill>
                          <a:latin typeface="Trebuchet MS"/>
                          <a:cs typeface="Trebuchet MS"/>
                        </a:rPr>
                        <a:t> </a:t>
                      </a:r>
                      <a:r>
                        <a:rPr sz="1600" spc="-5" dirty="0">
                          <a:solidFill>
                            <a:srgbClr val="10479B"/>
                          </a:solidFill>
                          <a:latin typeface="Trebuchet MS"/>
                          <a:cs typeface="Trebuchet MS"/>
                        </a:rPr>
                        <a:t>us</a:t>
                      </a:r>
                      <a:r>
                        <a:rPr sz="1600" dirty="0">
                          <a:solidFill>
                            <a:srgbClr val="10479B"/>
                          </a:solidFill>
                          <a:latin typeface="Trebuchet MS"/>
                          <a:cs typeface="Trebuchet MS"/>
                        </a:rPr>
                        <a:t>i</a:t>
                      </a:r>
                      <a:r>
                        <a:rPr sz="1600" spc="-5" dirty="0">
                          <a:solidFill>
                            <a:srgbClr val="10479B"/>
                          </a:solidFill>
                          <a:latin typeface="Trebuchet MS"/>
                          <a:cs typeface="Trebuchet MS"/>
                        </a:rPr>
                        <a:t>n</a:t>
                      </a:r>
                      <a:r>
                        <a:rPr sz="1600" dirty="0">
                          <a:solidFill>
                            <a:srgbClr val="10479B"/>
                          </a:solidFill>
                          <a:latin typeface="Trebuchet MS"/>
                          <a:cs typeface="Trebuchet MS"/>
                        </a:rPr>
                        <a:t>g</a:t>
                      </a:r>
                      <a:r>
                        <a:rPr sz="1600" spc="-25" dirty="0">
                          <a:solidFill>
                            <a:srgbClr val="10479B"/>
                          </a:solidFill>
                          <a:latin typeface="Trebuchet MS"/>
                          <a:cs typeface="Trebuchet MS"/>
                        </a:rPr>
                        <a:t> </a:t>
                      </a:r>
                      <a:r>
                        <a:rPr sz="1600" spc="-5" dirty="0">
                          <a:solidFill>
                            <a:srgbClr val="10479B"/>
                          </a:solidFill>
                          <a:latin typeface="Trebuchet MS"/>
                          <a:cs typeface="Trebuchet MS"/>
                        </a:rPr>
                        <a:t>P</a:t>
                      </a:r>
                      <a:r>
                        <a:rPr sz="1600" dirty="0">
                          <a:solidFill>
                            <a:srgbClr val="10479B"/>
                          </a:solidFill>
                          <a:latin typeface="Trebuchet MS"/>
                          <a:cs typeface="Trebuchet MS"/>
                        </a:rPr>
                        <a:t>iL</a:t>
                      </a:r>
                      <a:r>
                        <a:rPr sz="1600" spc="-5" dirty="0">
                          <a:solidFill>
                            <a:srgbClr val="10479B"/>
                          </a:solidFill>
                          <a:latin typeface="Trebuchet MS"/>
                          <a:cs typeface="Trebuchet MS"/>
                        </a:rPr>
                        <a:t>o</a:t>
                      </a:r>
                      <a:r>
                        <a:rPr sz="1600" dirty="0">
                          <a:solidFill>
                            <a:srgbClr val="10479B"/>
                          </a:solidFill>
                          <a:latin typeface="Trebuchet MS"/>
                          <a:cs typeface="Trebuchet MS"/>
                        </a:rPr>
                        <a:t>g</a:t>
                      </a:r>
                      <a:r>
                        <a:rPr sz="1600" spc="-110" dirty="0">
                          <a:solidFill>
                            <a:srgbClr val="10479B"/>
                          </a:solidFill>
                          <a:latin typeface="Trebuchet MS"/>
                          <a:cs typeface="Trebuchet MS"/>
                        </a:rPr>
                        <a:t>’</a:t>
                      </a:r>
                      <a:r>
                        <a:rPr sz="1600" dirty="0">
                          <a:solidFill>
                            <a:srgbClr val="10479B"/>
                          </a:solidFill>
                          <a:latin typeface="Trebuchet MS"/>
                          <a:cs typeface="Trebuchet MS"/>
                        </a:rPr>
                        <a:t>s</a:t>
                      </a:r>
                      <a:r>
                        <a:rPr sz="1600" spc="-30" dirty="0">
                          <a:solidFill>
                            <a:srgbClr val="10479B"/>
                          </a:solidFill>
                          <a:latin typeface="Trebuchet MS"/>
                          <a:cs typeface="Trebuchet MS"/>
                        </a:rPr>
                        <a:t> </a:t>
                      </a:r>
                      <a:r>
                        <a:rPr sz="1600" dirty="0" err="1">
                          <a:solidFill>
                            <a:srgbClr val="10479B"/>
                          </a:solidFill>
                          <a:latin typeface="Trebuchet MS"/>
                          <a:cs typeface="Trebuchet MS"/>
                        </a:rPr>
                        <a:t>iDQM</a:t>
                      </a:r>
                      <a:r>
                        <a:rPr sz="1600" spc="-120" dirty="0">
                          <a:solidFill>
                            <a:srgbClr val="10479B"/>
                          </a:solidFill>
                          <a:latin typeface="Trebuchet MS"/>
                          <a:cs typeface="Trebuchet MS"/>
                        </a:rPr>
                        <a:t> </a:t>
                      </a:r>
                      <a:r>
                        <a:rPr sz="1600" spc="-125" dirty="0">
                          <a:solidFill>
                            <a:srgbClr val="10479B"/>
                          </a:solidFill>
                          <a:latin typeface="Trebuchet MS"/>
                          <a:cs typeface="Trebuchet MS"/>
                        </a:rPr>
                        <a:t>T</a:t>
                      </a:r>
                      <a:r>
                        <a:rPr sz="1600" spc="-5" dirty="0">
                          <a:solidFill>
                            <a:srgbClr val="10479B"/>
                          </a:solidFill>
                          <a:latin typeface="Trebuchet MS"/>
                          <a:cs typeface="Trebuchet MS"/>
                        </a:rPr>
                        <a:t>oo</a:t>
                      </a:r>
                      <a:r>
                        <a:rPr sz="1600" dirty="0">
                          <a:solidFill>
                            <a:srgbClr val="10479B"/>
                          </a:solidFill>
                          <a:latin typeface="Trebuchet MS"/>
                          <a:cs typeface="Trebuchet MS"/>
                        </a:rPr>
                        <a:t>l</a:t>
                      </a:r>
                      <a:endParaRPr sz="1600" dirty="0">
                        <a:latin typeface="Trebuchet MS"/>
                        <a:cs typeface="Trebuchet MS"/>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gn="ctr">
                        <a:lnSpc>
                          <a:spcPct val="100000"/>
                        </a:lnSpc>
                        <a:spcBef>
                          <a:spcPts val="1255"/>
                        </a:spcBef>
                      </a:pPr>
                      <a:r>
                        <a:rPr sz="1600" spc="20" dirty="0">
                          <a:solidFill>
                            <a:srgbClr val="10479B"/>
                          </a:solidFill>
                          <a:latin typeface="Trebuchet MS"/>
                          <a:cs typeface="Trebuchet MS"/>
                        </a:rPr>
                        <a:t>EA</a:t>
                      </a:r>
                      <a:endParaRPr sz="1600" dirty="0">
                        <a:latin typeface="Trebuchet MS"/>
                        <a:cs typeface="Trebuchet MS"/>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95,000</a:t>
                      </a:r>
                      <a:endParaRPr sz="1600" dirty="0">
                        <a:latin typeface="Trebuchet MS"/>
                        <a:cs typeface="Trebuchet MS"/>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61</a:t>
                      </a:r>
                      <a:endParaRPr sz="1600" dirty="0">
                        <a:latin typeface="Trebuchet MS"/>
                        <a:cs typeface="Trebuchet MS"/>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tcPr>
                </a:tc>
                <a:tc>
                  <a:txBody>
                    <a:bodyPr/>
                    <a:lstStyle/>
                    <a:p>
                      <a:pPr algn="ctr">
                        <a:lnSpc>
                          <a:spcPct val="100000"/>
                        </a:lnSpc>
                        <a:spcBef>
                          <a:spcPts val="1255"/>
                        </a:spcBef>
                      </a:pPr>
                      <a:endParaRPr lang="en-IN" sz="1600" dirty="0">
                        <a:latin typeface="Trebuchet MS"/>
                        <a:cs typeface="Trebuchet MS"/>
                      </a:endParaRPr>
                    </a:p>
                    <a:p>
                      <a:pPr algn="ctr">
                        <a:lnSpc>
                          <a:spcPct val="100000"/>
                        </a:lnSpc>
                        <a:spcBef>
                          <a:spcPts val="1255"/>
                        </a:spcBef>
                      </a:pPr>
                      <a:endParaRPr lang="en-IN" sz="1600" dirty="0">
                        <a:latin typeface="Trebuchet MS"/>
                        <a:cs typeface="Trebuchet MS"/>
                      </a:endParaRPr>
                    </a:p>
                    <a:p>
                      <a:pPr algn="ctr">
                        <a:lnSpc>
                          <a:spcPct val="100000"/>
                        </a:lnSpc>
                        <a:spcBef>
                          <a:spcPts val="1255"/>
                        </a:spcBef>
                      </a:pPr>
                      <a:r>
                        <a:rPr lang="en-IN" sz="1600" spc="5" dirty="0">
                          <a:solidFill>
                            <a:srgbClr val="10479B"/>
                          </a:solidFill>
                          <a:latin typeface="Trebuchet MS"/>
                          <a:ea typeface="+mn-ea"/>
                          <a:cs typeface="Trebuchet MS"/>
                        </a:rPr>
                        <a:t>57,95,000</a:t>
                      </a:r>
                      <a:endParaRPr sz="1600" spc="5" dirty="0">
                        <a:solidFill>
                          <a:srgbClr val="10479B"/>
                        </a:solidFill>
                        <a:latin typeface="Trebuchet MS"/>
                        <a:ea typeface="+mn-ea"/>
                        <a:cs typeface="Trebuchet MS"/>
                      </a:endParaRPr>
                    </a:p>
                  </a:txBody>
                  <a:tcPr marL="0" marR="0" marT="0" marB="0">
                    <a:lnL w="19050">
                      <a:solidFill>
                        <a:srgbClr val="000000"/>
                      </a:solidFill>
                      <a:prstDash val="soli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4317">
                <a:tc>
                  <a:txBody>
                    <a:bodyPr/>
                    <a:lstStyle/>
                    <a:p>
                      <a:pPr marL="0" algn="ctr">
                        <a:lnSpc>
                          <a:spcPct val="100000"/>
                        </a:lnSpc>
                      </a:pPr>
                      <a:endParaRPr lang="en-IN" sz="1600" spc="-5" dirty="0">
                        <a:solidFill>
                          <a:srgbClr val="10479B"/>
                        </a:solidFill>
                        <a:latin typeface="Trebuchet MS"/>
                        <a:ea typeface="+mn-ea"/>
                        <a:cs typeface="Times New Roman"/>
                      </a:endParaRPr>
                    </a:p>
                    <a:p>
                      <a:pPr marL="0" algn="ctr">
                        <a:lnSpc>
                          <a:spcPct val="100000"/>
                        </a:lnSpc>
                      </a:pPr>
                      <a:r>
                        <a:rPr lang="en-IN" sz="1600" spc="-5" dirty="0">
                          <a:solidFill>
                            <a:srgbClr val="10479B"/>
                          </a:solidFill>
                          <a:latin typeface="Trebuchet MS"/>
                          <a:ea typeface="+mn-ea"/>
                          <a:cs typeface="Times New Roman"/>
                        </a:rPr>
                        <a:t>2</a:t>
                      </a:r>
                      <a:endParaRPr sz="1600" spc="-5" dirty="0">
                        <a:solidFill>
                          <a:srgbClr val="10479B"/>
                        </a:solidFill>
                        <a:latin typeface="Trebuchet MS"/>
                        <a:ea typeface="+mn-ea"/>
                        <a:cs typeface="Times New Roman"/>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marR="312420" algn="l">
                        <a:lnSpc>
                          <a:spcPct val="100000"/>
                        </a:lnSpc>
                      </a:pPr>
                      <a:endParaRPr lang="en-IN" sz="1600" spc="-5" dirty="0">
                        <a:solidFill>
                          <a:srgbClr val="10479B"/>
                        </a:solidFill>
                        <a:latin typeface="Trebuchet MS"/>
                        <a:ea typeface="+mn-ea"/>
                        <a:cs typeface="Times New Roman"/>
                      </a:endParaRPr>
                    </a:p>
                    <a:p>
                      <a:pPr marL="0" marR="312420" algn="l">
                        <a:lnSpc>
                          <a:spcPct val="100000"/>
                        </a:lnSpc>
                      </a:pPr>
                      <a:r>
                        <a:rPr lang="en-IN" sz="1600" spc="-5" dirty="0">
                          <a:solidFill>
                            <a:srgbClr val="10479B"/>
                          </a:solidFill>
                          <a:latin typeface="Trebuchet MS"/>
                          <a:ea typeface="+mn-ea"/>
                          <a:cs typeface="Times New Roman"/>
                        </a:rPr>
                        <a:t>Long Text Search Add-on functionality for S/4 HANA</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Lot</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1</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6,99,999</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6,99,999</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624975"/>
                  </a:ext>
                </a:extLst>
              </a:tr>
              <a:tr h="986111">
                <a:tc>
                  <a:txBody>
                    <a:bodyPr/>
                    <a:lstStyle/>
                    <a:p>
                      <a:pPr marL="0" algn="ctr">
                        <a:lnSpc>
                          <a:spcPct val="100000"/>
                        </a:lnSpc>
                      </a:pPr>
                      <a:endParaRPr lang="en-IN" sz="1600" spc="-5" dirty="0">
                        <a:solidFill>
                          <a:srgbClr val="10479B"/>
                        </a:solidFill>
                        <a:latin typeface="Trebuchet MS"/>
                        <a:ea typeface="+mn-ea"/>
                        <a:cs typeface="Times New Roman"/>
                      </a:endParaRPr>
                    </a:p>
                    <a:p>
                      <a:pPr marL="0" algn="ctr">
                        <a:lnSpc>
                          <a:spcPct val="100000"/>
                        </a:lnSpc>
                      </a:pPr>
                      <a:r>
                        <a:rPr lang="en-IN" sz="1600" spc="-5" dirty="0">
                          <a:solidFill>
                            <a:srgbClr val="10479B"/>
                          </a:solidFill>
                          <a:latin typeface="Trebuchet MS"/>
                          <a:ea typeface="+mn-ea"/>
                          <a:cs typeface="Times New Roman"/>
                        </a:rPr>
                        <a:t>3</a:t>
                      </a:r>
                      <a:endParaRPr sz="1600" spc="-5" dirty="0">
                        <a:solidFill>
                          <a:srgbClr val="10479B"/>
                        </a:solidFill>
                        <a:latin typeface="Trebuchet MS"/>
                        <a:ea typeface="+mn-ea"/>
                        <a:cs typeface="Times New Roman"/>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0" marR="312420" algn="l">
                        <a:lnSpc>
                          <a:spcPct val="100000"/>
                        </a:lnSpc>
                      </a:pPr>
                      <a:r>
                        <a:rPr lang="en-US" sz="1600" spc="-5" dirty="0">
                          <a:solidFill>
                            <a:srgbClr val="10479B"/>
                          </a:solidFill>
                          <a:latin typeface="Trebuchet MS"/>
                          <a:ea typeface="+mn-ea"/>
                          <a:cs typeface="Times New Roman"/>
                        </a:rPr>
                        <a:t>Additional On-Site resource deployment for data enrichment/collection as per requirement (accommodation &amp; Travel is with Shree cement Ltd.)</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Month</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1</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99,999</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tc>
                  <a:txBody>
                    <a:bodyPr/>
                    <a:lstStyle/>
                    <a:p>
                      <a:pPr marL="0" algn="ctr">
                        <a:lnSpc>
                          <a:spcPct val="100000"/>
                        </a:lnSpc>
                        <a:spcBef>
                          <a:spcPts val="1255"/>
                        </a:spcBef>
                      </a:pPr>
                      <a:endParaRPr lang="en-IN" sz="1600" spc="-5" dirty="0">
                        <a:solidFill>
                          <a:srgbClr val="10479B"/>
                        </a:solidFill>
                        <a:latin typeface="Trebuchet MS"/>
                        <a:ea typeface="+mn-ea"/>
                        <a:cs typeface="Times New Roman"/>
                      </a:endParaRPr>
                    </a:p>
                    <a:p>
                      <a:pPr marL="0" algn="ctr">
                        <a:lnSpc>
                          <a:spcPct val="100000"/>
                        </a:lnSpc>
                        <a:spcBef>
                          <a:spcPts val="1255"/>
                        </a:spcBef>
                      </a:pPr>
                      <a:r>
                        <a:rPr lang="en-IN" sz="1600" spc="-5" dirty="0">
                          <a:solidFill>
                            <a:srgbClr val="10479B"/>
                          </a:solidFill>
                          <a:latin typeface="Trebuchet MS"/>
                          <a:ea typeface="+mn-ea"/>
                          <a:cs typeface="Times New Roman"/>
                        </a:rPr>
                        <a:t>Time &amp; Material</a:t>
                      </a:r>
                      <a:endParaRPr sz="1600" spc="-5" dirty="0">
                        <a:solidFill>
                          <a:srgbClr val="10479B"/>
                        </a:solidFill>
                        <a:latin typeface="Trebuchet MS"/>
                        <a:ea typeface="+mn-ea"/>
                        <a:cs typeface="Times New Roman"/>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a:solidFill>
                        <a:srgbClr val="000000"/>
                      </a:solidFill>
                      <a:prstDash val="solid"/>
                    </a:lnB>
                  </a:tcPr>
                </a:tc>
                <a:extLst>
                  <a:ext uri="{0D108BD9-81ED-4DB2-BD59-A6C34878D82A}">
                    <a16:rowId xmlns:a16="http://schemas.microsoft.com/office/drawing/2014/main" val="2833463129"/>
                  </a:ext>
                </a:extLst>
              </a:tr>
            </a:tbl>
          </a:graphicData>
        </a:graphic>
      </p:graphicFrame>
      <p:sp>
        <p:nvSpPr>
          <p:cNvPr id="14" name="object 14"/>
          <p:cNvSpPr txBox="1"/>
          <p:nvPr/>
        </p:nvSpPr>
        <p:spPr>
          <a:xfrm>
            <a:off x="12027603" y="6616870"/>
            <a:ext cx="128693" cy="222219"/>
          </a:xfrm>
          <a:prstGeom prst="rect">
            <a:avLst/>
          </a:prstGeom>
        </p:spPr>
        <p:txBody>
          <a:bodyPr vert="horz" wrap="square" lIns="0" tIns="16933" rIns="0" bIns="0" rtlCol="0">
            <a:spAutoFit/>
          </a:bodyPr>
          <a:lstStyle/>
          <a:p>
            <a:pPr marL="16933">
              <a:spcBef>
                <a:spcPts val="133"/>
              </a:spcBef>
            </a:pPr>
            <a:r>
              <a:rPr sz="1333" b="1" dirty="0">
                <a:solidFill>
                  <a:srgbClr val="FFFFFF"/>
                </a:solidFill>
                <a:latin typeface="Arial"/>
                <a:cs typeface="Arial"/>
              </a:rPr>
              <a:t>4</a:t>
            </a:r>
            <a:endParaRPr sz="1333">
              <a:latin typeface="Arial"/>
              <a:cs typeface="Arial"/>
            </a:endParaRPr>
          </a:p>
        </p:txBody>
      </p:sp>
      <p:sp>
        <p:nvSpPr>
          <p:cNvPr id="15" name="object 4">
            <a:extLst>
              <a:ext uri="{FF2B5EF4-FFF2-40B4-BE49-F238E27FC236}">
                <a16:creationId xmlns:a16="http://schemas.microsoft.com/office/drawing/2014/main" id="{DDC0BBAB-9BDF-6622-7BDD-44AD79C6CDBF}"/>
              </a:ext>
            </a:extLst>
          </p:cNvPr>
          <p:cNvSpPr txBox="1"/>
          <p:nvPr/>
        </p:nvSpPr>
        <p:spPr>
          <a:xfrm>
            <a:off x="576156" y="5185171"/>
            <a:ext cx="11203298" cy="768586"/>
          </a:xfrm>
          <a:prstGeom prst="rect">
            <a:avLst/>
          </a:prstGeom>
        </p:spPr>
        <p:txBody>
          <a:bodyPr vert="horz" wrap="square" lIns="0" tIns="16933" rIns="0" bIns="0" rtlCol="0">
            <a:spAutoFit/>
          </a:bodyPr>
          <a:lstStyle/>
          <a:p>
            <a:pPr marL="16933">
              <a:spcBef>
                <a:spcPts val="133"/>
              </a:spcBef>
              <a:tabLst>
                <a:tab pos="321725" algn="l"/>
              </a:tabLst>
            </a:pPr>
            <a:r>
              <a:rPr lang="en-IN" sz="1600" spc="-27" dirty="0">
                <a:solidFill>
                  <a:srgbClr val="10479B"/>
                </a:solidFill>
                <a:latin typeface="Trebuchet MS"/>
              </a:rPr>
              <a:t>Note : 1. Please note that final cost will vary for point 1 based on no of line items</a:t>
            </a:r>
          </a:p>
          <a:p>
            <a:pPr marL="16933">
              <a:spcBef>
                <a:spcPts val="133"/>
              </a:spcBef>
              <a:tabLst>
                <a:tab pos="321725" algn="l"/>
              </a:tabLst>
            </a:pPr>
            <a:r>
              <a:rPr lang="en-IN" sz="1600" spc="-27" dirty="0">
                <a:solidFill>
                  <a:srgbClr val="10479B"/>
                </a:solidFill>
                <a:latin typeface="Trebuchet MS"/>
              </a:rPr>
              <a:t>	     2. PiLog will not charge for one resource which we will deploy for Gurgaon location as SPOC, Travel and 				accommodation is in Shree Cement ltd scope.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55038"/>
            <a:ext cx="5386493" cy="803487"/>
          </a:xfrm>
          <a:custGeom>
            <a:avLst/>
            <a:gdLst/>
            <a:ahLst/>
            <a:cxnLst/>
            <a:rect l="l" t="t" r="r" b="b"/>
            <a:pathLst>
              <a:path w="4039870" h="602614">
                <a:moveTo>
                  <a:pt x="4039730" y="602221"/>
                </a:moveTo>
                <a:lnTo>
                  <a:pt x="1437703" y="369570"/>
                </a:lnTo>
                <a:lnTo>
                  <a:pt x="0" y="0"/>
                </a:lnTo>
                <a:lnTo>
                  <a:pt x="0" y="241020"/>
                </a:lnTo>
                <a:lnTo>
                  <a:pt x="0" y="602018"/>
                </a:lnTo>
                <a:lnTo>
                  <a:pt x="0" y="602221"/>
                </a:lnTo>
                <a:lnTo>
                  <a:pt x="4039730" y="602221"/>
                </a:lnTo>
                <a:close/>
              </a:path>
            </a:pathLst>
          </a:custGeom>
          <a:solidFill>
            <a:srgbClr val="10479B">
              <a:alpha val="72158"/>
            </a:srgbClr>
          </a:solidFill>
        </p:spPr>
        <p:txBody>
          <a:bodyPr wrap="square" lIns="0" tIns="0" rIns="0" bIns="0" rtlCol="0"/>
          <a:lstStyle/>
          <a:p>
            <a:endParaRPr sz="2400"/>
          </a:p>
        </p:txBody>
      </p:sp>
      <p:grpSp>
        <p:nvGrpSpPr>
          <p:cNvPr id="3" name="object 3"/>
          <p:cNvGrpSpPr/>
          <p:nvPr/>
        </p:nvGrpSpPr>
        <p:grpSpPr>
          <a:xfrm>
            <a:off x="241927" y="724465"/>
            <a:ext cx="11725487" cy="226060"/>
            <a:chOff x="181445" y="543348"/>
            <a:chExt cx="8794115" cy="169545"/>
          </a:xfrm>
        </p:grpSpPr>
        <p:pic>
          <p:nvPicPr>
            <p:cNvPr id="4" name="object 4"/>
            <p:cNvPicPr/>
            <p:nvPr/>
          </p:nvPicPr>
          <p:blipFill>
            <a:blip r:embed="rId2" cstate="print"/>
            <a:stretch>
              <a:fillRect/>
            </a:stretch>
          </p:blipFill>
          <p:spPr>
            <a:xfrm>
              <a:off x="8821680" y="543348"/>
              <a:ext cx="153415" cy="169400"/>
            </a:xfrm>
            <a:prstGeom prst="rect">
              <a:avLst/>
            </a:prstGeom>
          </p:spPr>
        </p:pic>
        <p:sp>
          <p:nvSpPr>
            <p:cNvPr id="5" name="object 5"/>
            <p:cNvSpPr/>
            <p:nvPr/>
          </p:nvSpPr>
          <p:spPr>
            <a:xfrm>
              <a:off x="181445" y="629707"/>
              <a:ext cx="8653145" cy="0"/>
            </a:xfrm>
            <a:custGeom>
              <a:avLst/>
              <a:gdLst/>
              <a:ahLst/>
              <a:cxnLst/>
              <a:rect l="l" t="t" r="r" b="b"/>
              <a:pathLst>
                <a:path w="8653145">
                  <a:moveTo>
                    <a:pt x="0" y="0"/>
                  </a:moveTo>
                  <a:lnTo>
                    <a:pt x="8652935" y="1"/>
                  </a:lnTo>
                </a:path>
              </a:pathLst>
            </a:custGeom>
            <a:ln w="6350">
              <a:solidFill>
                <a:srgbClr val="10479B"/>
              </a:solidFill>
            </a:ln>
          </p:spPr>
          <p:txBody>
            <a:bodyPr wrap="square" lIns="0" tIns="0" rIns="0" bIns="0" rtlCol="0"/>
            <a:lstStyle/>
            <a:p>
              <a:endParaRPr sz="2400"/>
            </a:p>
          </p:txBody>
        </p:sp>
      </p:grpSp>
      <p:pic>
        <p:nvPicPr>
          <p:cNvPr id="6" name="object 6"/>
          <p:cNvPicPr/>
          <p:nvPr/>
        </p:nvPicPr>
        <p:blipFill>
          <a:blip r:embed="rId3" cstate="print"/>
          <a:stretch>
            <a:fillRect/>
          </a:stretch>
        </p:blipFill>
        <p:spPr>
          <a:xfrm>
            <a:off x="78484" y="6625275"/>
            <a:ext cx="197293" cy="197293"/>
          </a:xfrm>
          <a:prstGeom prst="rect">
            <a:avLst/>
          </a:prstGeom>
        </p:spPr>
      </p:pic>
      <p:grpSp>
        <p:nvGrpSpPr>
          <p:cNvPr id="7" name="object 7"/>
          <p:cNvGrpSpPr/>
          <p:nvPr/>
        </p:nvGrpSpPr>
        <p:grpSpPr>
          <a:xfrm>
            <a:off x="10103781" y="6120766"/>
            <a:ext cx="2088727" cy="737447"/>
            <a:chOff x="7577835" y="4590574"/>
            <a:chExt cx="1566545" cy="553085"/>
          </a:xfrm>
        </p:grpSpPr>
        <p:sp>
          <p:nvSpPr>
            <p:cNvPr id="8" name="object 8"/>
            <p:cNvSpPr/>
            <p:nvPr/>
          </p:nvSpPr>
          <p:spPr>
            <a:xfrm>
              <a:off x="8752822" y="4877422"/>
              <a:ext cx="391795" cy="266700"/>
            </a:xfrm>
            <a:custGeom>
              <a:avLst/>
              <a:gdLst/>
              <a:ahLst/>
              <a:cxnLst/>
              <a:rect l="l" t="t" r="r" b="b"/>
              <a:pathLst>
                <a:path w="391795" h="266700">
                  <a:moveTo>
                    <a:pt x="391177" y="0"/>
                  </a:moveTo>
                  <a:lnTo>
                    <a:pt x="0" y="266077"/>
                  </a:lnTo>
                  <a:lnTo>
                    <a:pt x="391177" y="266077"/>
                  </a:lnTo>
                  <a:lnTo>
                    <a:pt x="391177" y="0"/>
                  </a:lnTo>
                  <a:close/>
                </a:path>
              </a:pathLst>
            </a:custGeom>
            <a:solidFill>
              <a:srgbClr val="10479B">
                <a:alpha val="72158"/>
              </a:srgbClr>
            </a:solidFill>
          </p:spPr>
          <p:txBody>
            <a:bodyPr wrap="square" lIns="0" tIns="0" rIns="0" bIns="0" rtlCol="0"/>
            <a:lstStyle/>
            <a:p>
              <a:endParaRPr sz="2400"/>
            </a:p>
          </p:txBody>
        </p:sp>
        <p:pic>
          <p:nvPicPr>
            <p:cNvPr id="9" name="object 9"/>
            <p:cNvPicPr/>
            <p:nvPr/>
          </p:nvPicPr>
          <p:blipFill>
            <a:blip r:embed="rId4" cstate="print"/>
            <a:stretch>
              <a:fillRect/>
            </a:stretch>
          </p:blipFill>
          <p:spPr>
            <a:xfrm>
              <a:off x="7577835" y="4590574"/>
              <a:ext cx="1496565" cy="552925"/>
            </a:xfrm>
            <a:prstGeom prst="rect">
              <a:avLst/>
            </a:prstGeom>
          </p:spPr>
        </p:pic>
      </p:grpSp>
      <p:sp>
        <p:nvSpPr>
          <p:cNvPr id="10" name="object 10"/>
          <p:cNvSpPr txBox="1"/>
          <p:nvPr/>
        </p:nvSpPr>
        <p:spPr>
          <a:xfrm>
            <a:off x="222213" y="283801"/>
            <a:ext cx="11448217" cy="386430"/>
          </a:xfrm>
          <a:prstGeom prst="rect">
            <a:avLst/>
          </a:prstGeom>
        </p:spPr>
        <p:txBody>
          <a:bodyPr vert="horz" wrap="square" lIns="0" tIns="16933" rIns="0" bIns="0" rtlCol="0">
            <a:spAutoFit/>
          </a:bodyPr>
          <a:lstStyle/>
          <a:p>
            <a:pPr marL="16933">
              <a:spcBef>
                <a:spcPts val="133"/>
              </a:spcBef>
            </a:pPr>
            <a:r>
              <a:rPr sz="2400" b="1" dirty="0">
                <a:solidFill>
                  <a:srgbClr val="10479B"/>
                </a:solidFill>
                <a:latin typeface="Trebuchet MS"/>
                <a:cs typeface="Trebuchet MS"/>
              </a:rPr>
              <a:t>Data</a:t>
            </a:r>
            <a:r>
              <a:rPr sz="2400" b="1" spc="-67" dirty="0">
                <a:solidFill>
                  <a:srgbClr val="10479B"/>
                </a:solidFill>
                <a:latin typeface="Trebuchet MS"/>
                <a:cs typeface="Trebuchet MS"/>
              </a:rPr>
              <a:t> </a:t>
            </a:r>
            <a:r>
              <a:rPr sz="2400" b="1" spc="-60" dirty="0">
                <a:solidFill>
                  <a:srgbClr val="10479B"/>
                </a:solidFill>
                <a:latin typeface="Trebuchet MS"/>
                <a:cs typeface="Trebuchet MS"/>
              </a:rPr>
              <a:t>Cleansing</a:t>
            </a:r>
            <a:r>
              <a:rPr sz="2400" b="1" spc="-67" dirty="0">
                <a:solidFill>
                  <a:srgbClr val="10479B"/>
                </a:solidFill>
                <a:latin typeface="Trebuchet MS"/>
                <a:cs typeface="Trebuchet MS"/>
              </a:rPr>
              <a:t> </a:t>
            </a:r>
            <a:r>
              <a:rPr sz="2400" b="1" spc="33" dirty="0">
                <a:solidFill>
                  <a:srgbClr val="10479B"/>
                </a:solidFill>
                <a:latin typeface="Trebuchet MS"/>
                <a:cs typeface="Trebuchet MS"/>
              </a:rPr>
              <a:t>&amp;</a:t>
            </a:r>
            <a:r>
              <a:rPr sz="2400" b="1" spc="-67" dirty="0">
                <a:solidFill>
                  <a:srgbClr val="10479B"/>
                </a:solidFill>
                <a:latin typeface="Trebuchet MS"/>
                <a:cs typeface="Trebuchet MS"/>
              </a:rPr>
              <a:t> </a:t>
            </a:r>
            <a:r>
              <a:rPr sz="2400" b="1" spc="-80" dirty="0">
                <a:solidFill>
                  <a:srgbClr val="10479B"/>
                </a:solidFill>
                <a:latin typeface="Trebuchet MS"/>
                <a:cs typeface="Trebuchet MS"/>
              </a:rPr>
              <a:t>Standardization</a:t>
            </a:r>
            <a:r>
              <a:rPr lang="en-IN" sz="2400" b="1" spc="-80" dirty="0">
                <a:solidFill>
                  <a:srgbClr val="10479B"/>
                </a:solidFill>
                <a:latin typeface="Trebuchet MS"/>
                <a:cs typeface="Trebuchet MS"/>
              </a:rPr>
              <a:t> (</a:t>
            </a:r>
            <a:r>
              <a:rPr lang="en-IN" sz="2400" b="1" spc="-47" dirty="0">
                <a:solidFill>
                  <a:srgbClr val="10479B"/>
                </a:solidFill>
                <a:latin typeface="Trebuchet MS"/>
                <a:cs typeface="Trebuchet MS"/>
              </a:rPr>
              <a:t>Vendor &amp; Customer Master)</a:t>
            </a:r>
            <a:r>
              <a:rPr lang="en-IN" sz="2400" b="1" spc="-67" dirty="0">
                <a:solidFill>
                  <a:srgbClr val="10479B"/>
                </a:solidFill>
                <a:latin typeface="Trebuchet MS"/>
                <a:cs typeface="Trebuchet MS"/>
              </a:rPr>
              <a:t> </a:t>
            </a:r>
            <a:endParaRPr sz="2400" dirty="0">
              <a:latin typeface="Trebuchet MS"/>
              <a:cs typeface="Trebuchet MS"/>
            </a:endParaRPr>
          </a:p>
        </p:txBody>
      </p:sp>
      <p:sp>
        <p:nvSpPr>
          <p:cNvPr id="11" name="object 11"/>
          <p:cNvSpPr txBox="1"/>
          <p:nvPr/>
        </p:nvSpPr>
        <p:spPr>
          <a:xfrm>
            <a:off x="5278967" y="6600613"/>
            <a:ext cx="1634067" cy="222219"/>
          </a:xfrm>
          <a:prstGeom prst="rect">
            <a:avLst/>
          </a:prstGeom>
        </p:spPr>
        <p:txBody>
          <a:bodyPr vert="horz" wrap="square" lIns="0" tIns="16933" rIns="0" bIns="0" rtlCol="0">
            <a:spAutoFit/>
          </a:bodyPr>
          <a:lstStyle/>
          <a:p>
            <a:pPr marL="16933">
              <a:spcBef>
                <a:spcPts val="133"/>
              </a:spcBef>
            </a:pPr>
            <a:r>
              <a:rPr sz="1333" b="1" spc="-40" dirty="0">
                <a:solidFill>
                  <a:srgbClr val="10479B"/>
                </a:solidFill>
                <a:latin typeface="Trebuchet MS"/>
                <a:cs typeface="Trebuchet MS"/>
                <a:hlinkClick r:id="rId5"/>
              </a:rPr>
              <a:t>www.piloggroup.com</a:t>
            </a:r>
            <a:endParaRPr sz="1333">
              <a:latin typeface="Trebuchet MS"/>
              <a:cs typeface="Trebuchet MS"/>
            </a:endParaRPr>
          </a:p>
        </p:txBody>
      </p:sp>
      <p:sp>
        <p:nvSpPr>
          <p:cNvPr id="12" name="object 12"/>
          <p:cNvSpPr txBox="1"/>
          <p:nvPr/>
        </p:nvSpPr>
        <p:spPr>
          <a:xfrm>
            <a:off x="361186" y="6568102"/>
            <a:ext cx="436033" cy="222219"/>
          </a:xfrm>
          <a:prstGeom prst="rect">
            <a:avLst/>
          </a:prstGeom>
        </p:spPr>
        <p:txBody>
          <a:bodyPr vert="horz" wrap="square" lIns="0" tIns="16933" rIns="0" bIns="0" rtlCol="0">
            <a:spAutoFit/>
          </a:bodyPr>
          <a:lstStyle/>
          <a:p>
            <a:pPr marL="16933">
              <a:spcBef>
                <a:spcPts val="133"/>
              </a:spcBef>
            </a:pPr>
            <a:r>
              <a:rPr sz="1333" b="1" spc="-60" dirty="0">
                <a:solidFill>
                  <a:srgbClr val="FFFFFF"/>
                </a:solidFill>
                <a:latin typeface="Trebuchet MS"/>
                <a:cs typeface="Trebuchet MS"/>
              </a:rPr>
              <a:t>P</a:t>
            </a:r>
            <a:r>
              <a:rPr sz="1333" b="1" spc="-40" dirty="0">
                <a:solidFill>
                  <a:srgbClr val="FFFFFF"/>
                </a:solidFill>
                <a:latin typeface="Trebuchet MS"/>
                <a:cs typeface="Trebuchet MS"/>
              </a:rPr>
              <a:t>i</a:t>
            </a:r>
            <a:r>
              <a:rPr sz="1333" b="1" spc="-47" dirty="0">
                <a:solidFill>
                  <a:srgbClr val="FFFFFF"/>
                </a:solidFill>
                <a:latin typeface="Trebuchet MS"/>
                <a:cs typeface="Trebuchet MS"/>
              </a:rPr>
              <a:t>L</a:t>
            </a:r>
            <a:r>
              <a:rPr sz="1333" b="1" spc="-60" dirty="0">
                <a:solidFill>
                  <a:srgbClr val="FFFFFF"/>
                </a:solidFill>
                <a:latin typeface="Trebuchet MS"/>
                <a:cs typeface="Trebuchet MS"/>
              </a:rPr>
              <a:t>o</a:t>
            </a:r>
            <a:r>
              <a:rPr sz="1333" b="1" spc="-7" dirty="0">
                <a:solidFill>
                  <a:srgbClr val="FFFFFF"/>
                </a:solidFill>
                <a:latin typeface="Trebuchet MS"/>
                <a:cs typeface="Trebuchet MS"/>
              </a:rPr>
              <a:t>g</a:t>
            </a:r>
            <a:endParaRPr sz="1333" dirty="0">
              <a:latin typeface="Trebuchet MS"/>
              <a:cs typeface="Trebuchet MS"/>
            </a:endParaRPr>
          </a:p>
        </p:txBody>
      </p:sp>
      <p:graphicFrame>
        <p:nvGraphicFramePr>
          <p:cNvPr id="13" name="object 13"/>
          <p:cNvGraphicFramePr>
            <a:graphicFrameLocks noGrp="1"/>
          </p:cNvGraphicFramePr>
          <p:nvPr>
            <p:extLst>
              <p:ext uri="{D42A27DB-BD31-4B8C-83A1-F6EECF244321}">
                <p14:modId xmlns:p14="http://schemas.microsoft.com/office/powerpoint/2010/main" val="1294705654"/>
              </p:ext>
            </p:extLst>
          </p:nvPr>
        </p:nvGraphicFramePr>
        <p:xfrm>
          <a:off x="187800" y="1628143"/>
          <a:ext cx="10853825" cy="3130029"/>
        </p:xfrm>
        <a:graphic>
          <a:graphicData uri="http://schemas.openxmlformats.org/drawingml/2006/table">
            <a:tbl>
              <a:tblPr firstRow="1" bandRow="1">
                <a:tableStyleId>{2D5ABB26-0587-4C30-8999-92F81FD0307C}</a:tableStyleId>
              </a:tblPr>
              <a:tblGrid>
                <a:gridCol w="1001730">
                  <a:extLst>
                    <a:ext uri="{9D8B030D-6E8A-4147-A177-3AD203B41FA5}">
                      <a16:colId xmlns:a16="http://schemas.microsoft.com/office/drawing/2014/main" val="20000"/>
                    </a:ext>
                  </a:extLst>
                </a:gridCol>
                <a:gridCol w="4636760">
                  <a:extLst>
                    <a:ext uri="{9D8B030D-6E8A-4147-A177-3AD203B41FA5}">
                      <a16:colId xmlns:a16="http://schemas.microsoft.com/office/drawing/2014/main" val="20001"/>
                    </a:ext>
                  </a:extLst>
                </a:gridCol>
                <a:gridCol w="1358151">
                  <a:extLst>
                    <a:ext uri="{9D8B030D-6E8A-4147-A177-3AD203B41FA5}">
                      <a16:colId xmlns:a16="http://schemas.microsoft.com/office/drawing/2014/main" val="20002"/>
                    </a:ext>
                  </a:extLst>
                </a:gridCol>
                <a:gridCol w="1285728">
                  <a:extLst>
                    <a:ext uri="{9D8B030D-6E8A-4147-A177-3AD203B41FA5}">
                      <a16:colId xmlns:a16="http://schemas.microsoft.com/office/drawing/2014/main" val="20003"/>
                    </a:ext>
                  </a:extLst>
                </a:gridCol>
                <a:gridCol w="1285728">
                  <a:extLst>
                    <a:ext uri="{9D8B030D-6E8A-4147-A177-3AD203B41FA5}">
                      <a16:colId xmlns:a16="http://schemas.microsoft.com/office/drawing/2014/main" val="20004"/>
                    </a:ext>
                  </a:extLst>
                </a:gridCol>
                <a:gridCol w="1285728">
                  <a:extLst>
                    <a:ext uri="{9D8B030D-6E8A-4147-A177-3AD203B41FA5}">
                      <a16:colId xmlns:a16="http://schemas.microsoft.com/office/drawing/2014/main" val="1769212328"/>
                    </a:ext>
                  </a:extLst>
                </a:gridCol>
              </a:tblGrid>
              <a:tr h="858099">
                <a:tc>
                  <a:txBody>
                    <a:bodyPr/>
                    <a:lstStyle/>
                    <a:p>
                      <a:pPr>
                        <a:lnSpc>
                          <a:spcPct val="100000"/>
                        </a:lnSpc>
                        <a:spcBef>
                          <a:spcPts val="30"/>
                        </a:spcBef>
                      </a:pPr>
                      <a:endParaRPr sz="1900">
                        <a:latin typeface="Times New Roman"/>
                        <a:cs typeface="Times New Roman"/>
                      </a:endParaRPr>
                    </a:p>
                    <a:p>
                      <a:pPr algn="ctr">
                        <a:lnSpc>
                          <a:spcPct val="100000"/>
                        </a:lnSpc>
                      </a:pPr>
                      <a:r>
                        <a:rPr sz="1900" b="1" spc="-5" dirty="0">
                          <a:solidFill>
                            <a:srgbClr val="FFFFFF"/>
                          </a:solidFill>
                          <a:latin typeface="Trebuchet MS"/>
                          <a:cs typeface="Trebuchet MS"/>
                        </a:rPr>
                        <a:t>S.No</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30" dirty="0">
                          <a:solidFill>
                            <a:srgbClr val="FFFFFF"/>
                          </a:solidFill>
                          <a:latin typeface="Trebuchet MS"/>
                          <a:cs typeface="Trebuchet MS"/>
                        </a:rPr>
                        <a:t>Description</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170" dirty="0">
                          <a:solidFill>
                            <a:srgbClr val="FFFFFF"/>
                          </a:solidFill>
                          <a:latin typeface="Trebuchet MS"/>
                          <a:cs typeface="Trebuchet MS"/>
                        </a:rPr>
                        <a:t>UOM</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a:lnSpc>
                          <a:spcPct val="100000"/>
                        </a:lnSpc>
                        <a:spcBef>
                          <a:spcPts val="30"/>
                        </a:spcBef>
                      </a:pPr>
                      <a:endParaRPr sz="1900">
                        <a:latin typeface="Times New Roman"/>
                        <a:cs typeface="Times New Roman"/>
                      </a:endParaRPr>
                    </a:p>
                    <a:p>
                      <a:pPr algn="ctr">
                        <a:lnSpc>
                          <a:spcPct val="100000"/>
                        </a:lnSpc>
                      </a:pPr>
                      <a:r>
                        <a:rPr sz="1900" b="1" spc="5" dirty="0">
                          <a:solidFill>
                            <a:srgbClr val="FFFFFF"/>
                          </a:solidFill>
                          <a:latin typeface="Trebuchet MS"/>
                          <a:cs typeface="Trebuchet MS"/>
                        </a:rPr>
                        <a:t>Qty</a:t>
                      </a:r>
                      <a:endParaRPr sz="1900">
                        <a:latin typeface="Trebuchet MS"/>
                        <a:cs typeface="Trebuchet MS"/>
                      </a:endParaRPr>
                    </a:p>
                  </a:txBody>
                  <a:tcPr marL="0" marR="0" marT="508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10479B"/>
                    </a:solidFill>
                  </a:tcPr>
                </a:tc>
                <a:tc>
                  <a:txBody>
                    <a:bodyPr/>
                    <a:lstStyle/>
                    <a:p>
                      <a:pPr marL="318770" marR="99060" indent="-212090">
                        <a:lnSpc>
                          <a:spcPct val="100000"/>
                        </a:lnSpc>
                        <a:spcBef>
                          <a:spcPts val="800"/>
                        </a:spcBef>
                      </a:pPr>
                      <a:r>
                        <a:rPr sz="1900" b="1" spc="-5" dirty="0">
                          <a:solidFill>
                            <a:srgbClr val="FFFFFF"/>
                          </a:solidFill>
                          <a:latin typeface="Trebuchet MS"/>
                          <a:cs typeface="Trebuchet MS"/>
                        </a:rPr>
                        <a:t>Uni</a:t>
                      </a:r>
                      <a:r>
                        <a:rPr sz="1900" b="1" dirty="0">
                          <a:solidFill>
                            <a:srgbClr val="FFFFFF"/>
                          </a:solidFill>
                          <a:latin typeface="Trebuchet MS"/>
                          <a:cs typeface="Trebuchet MS"/>
                        </a:rPr>
                        <a:t>t</a:t>
                      </a:r>
                      <a:r>
                        <a:rPr sz="1900" b="1" spc="-40" dirty="0">
                          <a:solidFill>
                            <a:srgbClr val="FFFFFF"/>
                          </a:solidFill>
                          <a:latin typeface="Trebuchet MS"/>
                          <a:cs typeface="Trebuchet MS"/>
                        </a:rPr>
                        <a:t> </a:t>
                      </a:r>
                      <a:r>
                        <a:rPr sz="1900" b="1" spc="-5" dirty="0">
                          <a:solidFill>
                            <a:srgbClr val="FFFFFF"/>
                          </a:solidFill>
                          <a:latin typeface="Trebuchet MS"/>
                          <a:cs typeface="Trebuchet MS"/>
                        </a:rPr>
                        <a:t>P</a:t>
                      </a:r>
                      <a:r>
                        <a:rPr sz="1900" b="1" spc="5" dirty="0">
                          <a:solidFill>
                            <a:srgbClr val="FFFFFF"/>
                          </a:solidFill>
                          <a:latin typeface="Trebuchet MS"/>
                          <a:cs typeface="Trebuchet MS"/>
                        </a:rPr>
                        <a:t>r</a:t>
                      </a:r>
                      <a:r>
                        <a:rPr sz="1900" b="1" spc="-5" dirty="0">
                          <a:solidFill>
                            <a:srgbClr val="FFFFFF"/>
                          </a:solidFill>
                          <a:latin typeface="Trebuchet MS"/>
                          <a:cs typeface="Trebuchet MS"/>
                        </a:rPr>
                        <a:t>i</a:t>
                      </a:r>
                      <a:r>
                        <a:rPr sz="1900" b="1" dirty="0">
                          <a:solidFill>
                            <a:srgbClr val="FFFFFF"/>
                          </a:solidFill>
                          <a:latin typeface="Trebuchet MS"/>
                          <a:cs typeface="Trebuchet MS"/>
                        </a:rPr>
                        <a:t>ce  </a:t>
                      </a:r>
                      <a:r>
                        <a:rPr lang="en-IN" sz="1900" b="1" spc="100" dirty="0">
                          <a:solidFill>
                            <a:srgbClr val="FFFFFF"/>
                          </a:solidFill>
                          <a:latin typeface="Trebuchet MS"/>
                          <a:cs typeface="Trebuchet MS"/>
                        </a:rPr>
                        <a:t>INR</a:t>
                      </a:r>
                      <a:endParaRPr sz="1900" dirty="0">
                        <a:latin typeface="Trebuchet MS"/>
                        <a:cs typeface="Trebuchet MS"/>
                      </a:endParaRPr>
                    </a:p>
                  </a:txBody>
                  <a:tcPr marL="0" marR="0" marT="135467" marB="0">
                    <a:lnL w="19050">
                      <a:solidFill>
                        <a:srgbClr val="000000"/>
                      </a:solidFill>
                      <a:prstDash val="solid"/>
                    </a:lnL>
                    <a:lnR w="19050" cap="flat" cmpd="sng" algn="ctr">
                      <a:solidFill>
                        <a:srgbClr val="000000"/>
                      </a:solidFill>
                      <a:prstDash val="solid"/>
                      <a:round/>
                      <a:headEnd type="none" w="med" len="med"/>
                      <a:tailEnd type="none" w="med" len="med"/>
                    </a:lnR>
                    <a:lnT w="19050">
                      <a:solidFill>
                        <a:srgbClr val="000000"/>
                      </a:solidFill>
                      <a:prstDash val="solid"/>
                    </a:lnT>
                    <a:lnB w="19050">
                      <a:solidFill>
                        <a:srgbClr val="000000"/>
                      </a:solidFill>
                      <a:prstDash val="solid"/>
                    </a:lnB>
                    <a:solidFill>
                      <a:srgbClr val="10479B"/>
                    </a:solidFill>
                  </a:tcPr>
                </a:tc>
                <a:tc>
                  <a:txBody>
                    <a:bodyPr/>
                    <a:lstStyle/>
                    <a:p>
                      <a:pPr marL="318770" marR="99060" lvl="0" indent="-212090" defTabSz="914400" eaLnBrk="1" fontAlgn="auto" latinLnBrk="0" hangingPunct="1">
                        <a:lnSpc>
                          <a:spcPct val="100000"/>
                        </a:lnSpc>
                        <a:spcBef>
                          <a:spcPts val="800"/>
                        </a:spcBef>
                        <a:spcAft>
                          <a:spcPts val="0"/>
                        </a:spcAft>
                        <a:buClrTx/>
                        <a:buSzTx/>
                        <a:buFontTx/>
                        <a:buNone/>
                        <a:tabLst/>
                        <a:defRPr/>
                      </a:pPr>
                      <a:r>
                        <a:rPr lang="en-IN" sz="1900" b="1" spc="-5" dirty="0">
                          <a:solidFill>
                            <a:srgbClr val="FFFFFF"/>
                          </a:solidFill>
                          <a:latin typeface="Trebuchet MS"/>
                          <a:ea typeface="+mn-ea"/>
                          <a:cs typeface="Trebuchet MS"/>
                        </a:rPr>
                        <a:t>Grand Total</a:t>
                      </a:r>
                    </a:p>
                  </a:txBody>
                  <a:tcPr marL="0" marR="0" marT="135467" marB="0">
                    <a:lnL w="19050">
                      <a:solidFill>
                        <a:srgbClr val="000000"/>
                      </a:solidFill>
                      <a:prstDash val="solid"/>
                    </a:lnL>
                    <a:lnR w="19050">
                      <a:solidFill>
                        <a:srgbClr val="000000"/>
                      </a:solidFill>
                      <a:prstDash val="solid"/>
                    </a:lnR>
                    <a:lnT w="19050">
                      <a:solidFill>
                        <a:srgbClr val="000000"/>
                      </a:solidFill>
                      <a:prstDash val="solid"/>
                    </a:lnT>
                    <a:lnB w="19050" cap="flat" cmpd="sng" algn="ctr">
                      <a:solidFill>
                        <a:srgbClr val="000000"/>
                      </a:solidFill>
                      <a:prstDash val="solid"/>
                      <a:round/>
                      <a:headEnd type="none" w="med" len="med"/>
                      <a:tailEnd type="none" w="med" len="med"/>
                    </a:lnB>
                    <a:solidFill>
                      <a:srgbClr val="10479B"/>
                    </a:solidFill>
                  </a:tcPr>
                </a:tc>
                <a:extLst>
                  <a:ext uri="{0D108BD9-81ED-4DB2-BD59-A6C34878D82A}">
                    <a16:rowId xmlns:a16="http://schemas.microsoft.com/office/drawing/2014/main" val="10000"/>
                  </a:ext>
                </a:extLst>
              </a:tr>
              <a:tr h="1062941">
                <a:tc>
                  <a:txBody>
                    <a:bodyPr/>
                    <a:lstStyle/>
                    <a:p>
                      <a:pPr>
                        <a:lnSpc>
                          <a:spcPct val="100000"/>
                        </a:lnSpc>
                      </a:pPr>
                      <a:endParaRPr sz="1900" dirty="0">
                        <a:latin typeface="Times New Roman"/>
                        <a:cs typeface="Times New Roman"/>
                      </a:endParaRPr>
                    </a:p>
                    <a:p>
                      <a:pPr>
                        <a:lnSpc>
                          <a:spcPct val="100000"/>
                        </a:lnSpc>
                      </a:pPr>
                      <a:endParaRPr sz="1900" dirty="0">
                        <a:latin typeface="Times New Roman"/>
                        <a:cs typeface="Times New Roman"/>
                      </a:endParaRPr>
                    </a:p>
                    <a:p>
                      <a:pPr algn="ctr">
                        <a:lnSpc>
                          <a:spcPct val="100000"/>
                        </a:lnSpc>
                      </a:pPr>
                      <a:r>
                        <a:rPr sz="1600" dirty="0">
                          <a:solidFill>
                            <a:srgbClr val="10479B"/>
                          </a:solidFill>
                          <a:latin typeface="Trebuchet MS"/>
                          <a:cs typeface="Trebuchet MS"/>
                        </a:rPr>
                        <a:t>1</a:t>
                      </a:r>
                      <a:endParaRPr sz="1600" dirty="0">
                        <a:latin typeface="Trebuchet MS"/>
                        <a:cs typeface="Trebuchet MS"/>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nSpc>
                          <a:spcPct val="100000"/>
                        </a:lnSpc>
                        <a:spcBef>
                          <a:spcPts val="30"/>
                        </a:spcBef>
                      </a:pPr>
                      <a:endParaRPr sz="1800" dirty="0">
                        <a:latin typeface="Times New Roman"/>
                        <a:cs typeface="Times New Roman"/>
                      </a:endParaRPr>
                    </a:p>
                    <a:p>
                      <a:pPr marL="8890" marR="312420">
                        <a:lnSpc>
                          <a:spcPts val="1390"/>
                        </a:lnSpc>
                      </a:pPr>
                      <a:r>
                        <a:rPr lang="en-IN" sz="1600" spc="-20" dirty="0">
                          <a:solidFill>
                            <a:srgbClr val="10479B"/>
                          </a:solidFill>
                          <a:latin typeface="Trebuchet MS"/>
                          <a:cs typeface="Trebuchet MS"/>
                        </a:rPr>
                        <a:t>Vendor</a:t>
                      </a:r>
                      <a:r>
                        <a:rPr sz="1600" spc="-20" dirty="0">
                          <a:solidFill>
                            <a:srgbClr val="10479B"/>
                          </a:solidFill>
                          <a:latin typeface="Trebuchet MS"/>
                          <a:cs typeface="Trebuchet MS"/>
                        </a:rPr>
                        <a:t> Master </a:t>
                      </a:r>
                      <a:r>
                        <a:rPr sz="1600" spc="-5" dirty="0">
                          <a:solidFill>
                            <a:srgbClr val="10479B"/>
                          </a:solidFill>
                          <a:latin typeface="Trebuchet MS"/>
                          <a:cs typeface="Trebuchet MS"/>
                        </a:rPr>
                        <a:t>Data </a:t>
                      </a:r>
                      <a:r>
                        <a:rPr sz="1600" spc="-10" dirty="0">
                          <a:solidFill>
                            <a:srgbClr val="10479B"/>
                          </a:solidFill>
                          <a:latin typeface="Trebuchet MS"/>
                          <a:cs typeface="Trebuchet MS"/>
                        </a:rPr>
                        <a:t>Cleansing </a:t>
                      </a:r>
                      <a:r>
                        <a:rPr sz="1600" spc="15" dirty="0">
                          <a:solidFill>
                            <a:srgbClr val="10479B"/>
                          </a:solidFill>
                          <a:latin typeface="Trebuchet MS"/>
                          <a:cs typeface="Trebuchet MS"/>
                        </a:rPr>
                        <a:t>&amp;</a:t>
                      </a:r>
                      <a:r>
                        <a:rPr lang="en-US" sz="1600" spc="15" dirty="0">
                          <a:solidFill>
                            <a:srgbClr val="10479B"/>
                          </a:solidFill>
                          <a:latin typeface="Trebuchet MS"/>
                          <a:cs typeface="Trebuchet MS"/>
                        </a:rPr>
                        <a:t> </a:t>
                      </a:r>
                      <a:r>
                        <a:rPr lang="en-US" sz="1600" spc="-30" dirty="0">
                          <a:solidFill>
                            <a:srgbClr val="10479B"/>
                          </a:solidFill>
                          <a:latin typeface="Trebuchet MS"/>
                          <a:cs typeface="Trebuchet MS"/>
                        </a:rPr>
                        <a:t>Standardization</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gn="ctr">
                        <a:lnSpc>
                          <a:spcPct val="100000"/>
                        </a:lnSpc>
                        <a:spcBef>
                          <a:spcPts val="1255"/>
                        </a:spcBef>
                      </a:pPr>
                      <a:r>
                        <a:rPr sz="1600" spc="20" dirty="0">
                          <a:solidFill>
                            <a:srgbClr val="10479B"/>
                          </a:solidFill>
                          <a:latin typeface="Trebuchet MS"/>
                          <a:cs typeface="Trebuchet MS"/>
                        </a:rPr>
                        <a:t>EA</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16,000</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40</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spcBef>
                          <a:spcPts val="1255"/>
                        </a:spcBef>
                      </a:pPr>
                      <a:endParaRPr lang="en-IN" sz="1600" spc="-10" dirty="0">
                        <a:solidFill>
                          <a:srgbClr val="10479B"/>
                        </a:solidFill>
                        <a:latin typeface="Trebuchet MS"/>
                        <a:ea typeface="+mn-ea"/>
                        <a:cs typeface="Trebuchet MS"/>
                      </a:endParaRPr>
                    </a:p>
                    <a:p>
                      <a:pPr algn="ctr">
                        <a:lnSpc>
                          <a:spcPct val="100000"/>
                        </a:lnSpc>
                        <a:spcBef>
                          <a:spcPts val="1255"/>
                        </a:spcBef>
                      </a:pPr>
                      <a:r>
                        <a:rPr lang="en-IN" sz="1600" spc="-10" dirty="0">
                          <a:solidFill>
                            <a:srgbClr val="10479B"/>
                          </a:solidFill>
                          <a:latin typeface="Trebuchet MS"/>
                          <a:ea typeface="+mn-ea"/>
                          <a:cs typeface="Trebuchet MS"/>
                        </a:rPr>
                        <a:t>6,40,000</a:t>
                      </a:r>
                      <a:endParaRPr sz="1600" spc="-10" dirty="0">
                        <a:solidFill>
                          <a:srgbClr val="10479B"/>
                        </a:solidFill>
                        <a:latin typeface="Trebuchet MS"/>
                        <a:ea typeface="+mn-ea"/>
                        <a:cs typeface="Trebuchet MS"/>
                      </a:endParaRPr>
                    </a:p>
                  </a:txBody>
                  <a:tcPr marL="0" marR="0" marT="0" marB="0">
                    <a:lnL w="19050" cap="flat" cmpd="sng" algn="ctr">
                      <a:solidFill>
                        <a:srgbClr val="000000"/>
                      </a:solidFill>
                      <a:prstDash val="solid"/>
                      <a:round/>
                      <a:headEnd type="none" w="med" len="med"/>
                      <a:tailEnd type="none" w="med" len="me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62941">
                <a:tc>
                  <a:txBody>
                    <a:bodyPr/>
                    <a:lstStyle/>
                    <a:p>
                      <a:pPr algn="ctr">
                        <a:lnSpc>
                          <a:spcPct val="100000"/>
                        </a:lnSpc>
                      </a:pPr>
                      <a:endParaRPr lang="en-IN" sz="1600" dirty="0">
                        <a:latin typeface="Trebuchet MS"/>
                        <a:cs typeface="Trebuchet MS"/>
                      </a:endParaRPr>
                    </a:p>
                    <a:p>
                      <a:pPr algn="ctr">
                        <a:lnSpc>
                          <a:spcPct val="100000"/>
                        </a:lnSpc>
                      </a:pPr>
                      <a:r>
                        <a:rPr lang="en-IN" sz="1600" dirty="0">
                          <a:latin typeface="Trebuchet MS"/>
                          <a:cs typeface="Trebuchet MS"/>
                        </a:rPr>
                        <a:t>2</a:t>
                      </a:r>
                      <a:endParaRPr sz="1600" dirty="0">
                        <a:latin typeface="Trebuchet MS"/>
                        <a:cs typeface="Trebuchet MS"/>
                      </a:endParaRPr>
                    </a:p>
                  </a:txBody>
                  <a:tcPr marL="0" marR="0" marT="0" marB="0">
                    <a:lnL w="19050">
                      <a:solidFill>
                        <a:srgbClr val="000000"/>
                      </a:solidFill>
                      <a:prstDash val="soli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8890" marR="312420" lvl="0" indent="0" defTabSz="914400" eaLnBrk="1" fontAlgn="auto" latinLnBrk="0" hangingPunct="1">
                        <a:lnSpc>
                          <a:spcPts val="1390"/>
                        </a:lnSpc>
                        <a:spcBef>
                          <a:spcPts val="0"/>
                        </a:spcBef>
                        <a:spcAft>
                          <a:spcPts val="0"/>
                        </a:spcAft>
                        <a:buClrTx/>
                        <a:buSzTx/>
                        <a:buFontTx/>
                        <a:buNone/>
                        <a:tabLst/>
                        <a:defRPr/>
                      </a:pPr>
                      <a:endParaRPr lang="en-US" sz="1600" spc="-20" dirty="0">
                        <a:solidFill>
                          <a:srgbClr val="10479B"/>
                        </a:solidFill>
                        <a:latin typeface="Trebuchet MS"/>
                        <a:cs typeface="Trebuchet MS"/>
                      </a:endParaRPr>
                    </a:p>
                    <a:p>
                      <a:pPr marL="8890" marR="312420" lvl="0" indent="0" defTabSz="914400" eaLnBrk="1" fontAlgn="auto" latinLnBrk="0" hangingPunct="1">
                        <a:lnSpc>
                          <a:spcPts val="1390"/>
                        </a:lnSpc>
                        <a:spcBef>
                          <a:spcPts val="0"/>
                        </a:spcBef>
                        <a:spcAft>
                          <a:spcPts val="0"/>
                        </a:spcAft>
                        <a:buClrTx/>
                        <a:buSzTx/>
                        <a:buFontTx/>
                        <a:buNone/>
                        <a:tabLst/>
                        <a:defRPr/>
                      </a:pPr>
                      <a:r>
                        <a:rPr lang="en-US" sz="1600" spc="-20" dirty="0">
                          <a:solidFill>
                            <a:srgbClr val="10479B"/>
                          </a:solidFill>
                          <a:latin typeface="Trebuchet MS"/>
                          <a:cs typeface="Trebuchet MS"/>
                        </a:rPr>
                        <a:t>Customer Master </a:t>
                      </a:r>
                      <a:r>
                        <a:rPr lang="en-US" sz="1600" spc="-5" dirty="0">
                          <a:solidFill>
                            <a:srgbClr val="10479B"/>
                          </a:solidFill>
                          <a:latin typeface="Trebuchet MS"/>
                          <a:cs typeface="Trebuchet MS"/>
                        </a:rPr>
                        <a:t>Data </a:t>
                      </a:r>
                      <a:r>
                        <a:rPr lang="en-US" sz="1600" spc="-10" dirty="0">
                          <a:solidFill>
                            <a:srgbClr val="10479B"/>
                          </a:solidFill>
                          <a:latin typeface="Trebuchet MS"/>
                          <a:cs typeface="Trebuchet MS"/>
                        </a:rPr>
                        <a:t>Cleansing </a:t>
                      </a:r>
                      <a:r>
                        <a:rPr lang="en-US" sz="1600" spc="15" dirty="0">
                          <a:solidFill>
                            <a:srgbClr val="10479B"/>
                          </a:solidFill>
                          <a:latin typeface="Trebuchet MS"/>
                          <a:cs typeface="Trebuchet MS"/>
                        </a:rPr>
                        <a:t>&amp; </a:t>
                      </a:r>
                      <a:r>
                        <a:rPr lang="en-US" sz="1600" spc="-30" dirty="0">
                          <a:solidFill>
                            <a:srgbClr val="10479B"/>
                          </a:solidFill>
                          <a:latin typeface="Trebuchet MS"/>
                          <a:cs typeface="Trebuchet MS"/>
                        </a:rPr>
                        <a:t>Standardization</a:t>
                      </a:r>
                      <a:endParaRPr lang="en-US" sz="1600" dirty="0">
                        <a:latin typeface="Trebuchet MS"/>
                        <a:cs typeface="Trebuchet MS"/>
                      </a:endParaRPr>
                    </a:p>
                    <a:p>
                      <a:pPr marL="8890" marR="312420">
                        <a:lnSpc>
                          <a:spcPts val="1390"/>
                        </a:lnSpc>
                      </a:pP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gn="ctr">
                        <a:lnSpc>
                          <a:spcPct val="100000"/>
                        </a:lnSpc>
                        <a:spcBef>
                          <a:spcPts val="1255"/>
                        </a:spcBef>
                      </a:pPr>
                      <a:r>
                        <a:rPr sz="1600" spc="20" dirty="0">
                          <a:solidFill>
                            <a:srgbClr val="10479B"/>
                          </a:solidFill>
                          <a:latin typeface="Trebuchet MS"/>
                          <a:cs typeface="Trebuchet MS"/>
                        </a:rPr>
                        <a:t>EA</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spcBef>
                          <a:spcPts val="1255"/>
                        </a:spcBef>
                      </a:pPr>
                      <a:endParaRPr lang="en-IN" sz="1900" spc="0" dirty="0">
                        <a:solidFill>
                          <a:schemeClr val="tx1"/>
                        </a:solidFill>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50,000</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00000"/>
                        </a:lnSpc>
                      </a:pPr>
                      <a:endParaRPr sz="1900" dirty="0">
                        <a:latin typeface="Times New Roman"/>
                        <a:cs typeface="Times New Roman"/>
                      </a:endParaRPr>
                    </a:p>
                    <a:p>
                      <a:pPr algn="ctr">
                        <a:lnSpc>
                          <a:spcPct val="100000"/>
                        </a:lnSpc>
                        <a:spcBef>
                          <a:spcPts val="1255"/>
                        </a:spcBef>
                      </a:pPr>
                      <a:r>
                        <a:rPr lang="en-IN" sz="1600" spc="-5" dirty="0">
                          <a:solidFill>
                            <a:srgbClr val="10479B"/>
                          </a:solidFill>
                          <a:latin typeface="Trebuchet MS"/>
                          <a:cs typeface="Trebuchet MS"/>
                        </a:rPr>
                        <a:t>40</a:t>
                      </a:r>
                      <a:endParaRPr sz="1600" dirty="0">
                        <a:latin typeface="Trebuchet MS"/>
                        <a:cs typeface="Trebuchet MS"/>
                      </a:endParaRPr>
                    </a:p>
                  </a:txBody>
                  <a:tcPr marL="0" marR="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00000"/>
                        </a:lnSpc>
                        <a:spcBef>
                          <a:spcPts val="1255"/>
                        </a:spcBef>
                      </a:pPr>
                      <a:endParaRPr lang="en-IN" sz="1600" spc="-10" dirty="0">
                        <a:solidFill>
                          <a:srgbClr val="10479B"/>
                        </a:solidFill>
                        <a:latin typeface="Trebuchet MS"/>
                        <a:ea typeface="+mn-ea"/>
                        <a:cs typeface="Trebuchet MS"/>
                      </a:endParaRPr>
                    </a:p>
                    <a:p>
                      <a:pPr algn="ctr">
                        <a:lnSpc>
                          <a:spcPct val="100000"/>
                        </a:lnSpc>
                        <a:spcBef>
                          <a:spcPts val="1255"/>
                        </a:spcBef>
                      </a:pPr>
                      <a:r>
                        <a:rPr lang="en-IN" sz="1600" spc="-10" dirty="0">
                          <a:solidFill>
                            <a:srgbClr val="10479B"/>
                          </a:solidFill>
                          <a:latin typeface="Trebuchet MS"/>
                          <a:ea typeface="+mn-ea"/>
                          <a:cs typeface="Trebuchet MS"/>
                        </a:rPr>
                        <a:t>20,00,000</a:t>
                      </a:r>
                      <a:endParaRPr sz="1600" spc="-10" dirty="0">
                        <a:solidFill>
                          <a:srgbClr val="10479B"/>
                        </a:solidFill>
                        <a:latin typeface="Trebuchet MS"/>
                        <a:ea typeface="+mn-ea"/>
                        <a:cs typeface="Trebuchet MS"/>
                      </a:endParaRPr>
                    </a:p>
                  </a:txBody>
                  <a:tcPr marL="0" marR="0" marT="0" marB="0">
                    <a:lnL w="19050" cap="flat" cmpd="sng" algn="ctr">
                      <a:solidFill>
                        <a:srgbClr val="000000"/>
                      </a:solidFill>
                      <a:prstDash val="solid"/>
                      <a:round/>
                      <a:headEnd type="none" w="med" len="med"/>
                      <a:tailEnd type="none" w="med" len="med"/>
                    </a:lnL>
                    <a:lnR w="19050">
                      <a:solidFill>
                        <a:srgbClr val="000000"/>
                      </a:solidFill>
                      <a:prstDash val="soli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5569434"/>
                  </a:ext>
                </a:extLst>
              </a:tr>
            </a:tbl>
          </a:graphicData>
        </a:graphic>
      </p:graphicFrame>
      <p:sp>
        <p:nvSpPr>
          <p:cNvPr id="14" name="object 14"/>
          <p:cNvSpPr txBox="1"/>
          <p:nvPr/>
        </p:nvSpPr>
        <p:spPr>
          <a:xfrm>
            <a:off x="12027603" y="6616870"/>
            <a:ext cx="128693" cy="222219"/>
          </a:xfrm>
          <a:prstGeom prst="rect">
            <a:avLst/>
          </a:prstGeom>
        </p:spPr>
        <p:txBody>
          <a:bodyPr vert="horz" wrap="square" lIns="0" tIns="16933" rIns="0" bIns="0" rtlCol="0">
            <a:spAutoFit/>
          </a:bodyPr>
          <a:lstStyle/>
          <a:p>
            <a:pPr marL="16933">
              <a:spcBef>
                <a:spcPts val="133"/>
              </a:spcBef>
            </a:pPr>
            <a:r>
              <a:rPr sz="1333" b="1" dirty="0">
                <a:solidFill>
                  <a:srgbClr val="FFFFFF"/>
                </a:solidFill>
                <a:latin typeface="Arial"/>
                <a:cs typeface="Arial"/>
              </a:rPr>
              <a:t>4</a:t>
            </a:r>
            <a:endParaRPr sz="1333">
              <a:latin typeface="Arial"/>
              <a:cs typeface="Arial"/>
            </a:endParaRPr>
          </a:p>
        </p:txBody>
      </p:sp>
      <p:sp>
        <p:nvSpPr>
          <p:cNvPr id="15" name="object 4">
            <a:extLst>
              <a:ext uri="{FF2B5EF4-FFF2-40B4-BE49-F238E27FC236}">
                <a16:creationId xmlns:a16="http://schemas.microsoft.com/office/drawing/2014/main" id="{DDC0BBAB-9BDF-6622-7BDD-44AD79C6CDBF}"/>
              </a:ext>
            </a:extLst>
          </p:cNvPr>
          <p:cNvSpPr txBox="1"/>
          <p:nvPr/>
        </p:nvSpPr>
        <p:spPr>
          <a:xfrm>
            <a:off x="328921" y="5201921"/>
            <a:ext cx="11433319" cy="522365"/>
          </a:xfrm>
          <a:prstGeom prst="rect">
            <a:avLst/>
          </a:prstGeom>
        </p:spPr>
        <p:txBody>
          <a:bodyPr vert="horz" wrap="square" lIns="0" tIns="16933" rIns="0" bIns="0" rtlCol="0">
            <a:spAutoFit/>
          </a:bodyPr>
          <a:lstStyle/>
          <a:p>
            <a:pPr marL="16933">
              <a:spcBef>
                <a:spcPts val="133"/>
              </a:spcBef>
              <a:tabLst>
                <a:tab pos="321725" algn="l"/>
              </a:tabLst>
            </a:pPr>
            <a:r>
              <a:rPr lang="en-IN" sz="1600" spc="-27" dirty="0">
                <a:solidFill>
                  <a:srgbClr val="10479B"/>
                </a:solidFill>
                <a:latin typeface="Trebuchet MS"/>
              </a:rPr>
              <a:t>Note : 1. Please note that final cost will vary for point 1 based on no of line items</a:t>
            </a:r>
          </a:p>
          <a:p>
            <a:pPr marL="16933">
              <a:spcBef>
                <a:spcPts val="133"/>
              </a:spcBef>
              <a:tabLst>
                <a:tab pos="321725" algn="l"/>
              </a:tabLst>
            </a:pPr>
            <a:r>
              <a:rPr lang="en-IN" sz="1600" spc="-27" dirty="0">
                <a:solidFill>
                  <a:srgbClr val="10479B"/>
                </a:solidFill>
                <a:latin typeface="Trebuchet MS"/>
              </a:rPr>
              <a:t>           </a:t>
            </a:r>
            <a:endParaRPr sz="1600" spc="-27" dirty="0">
              <a:solidFill>
                <a:srgbClr val="10479B"/>
              </a:solidFill>
              <a:latin typeface="Trebuchet MS"/>
            </a:endParaRPr>
          </a:p>
        </p:txBody>
      </p:sp>
    </p:spTree>
    <p:extLst>
      <p:ext uri="{BB962C8B-B14F-4D97-AF65-F5344CB8AC3E}">
        <p14:creationId xmlns:p14="http://schemas.microsoft.com/office/powerpoint/2010/main" val="1722527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6801" y="6531965"/>
            <a:ext cx="46545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
        <p:nvSpPr>
          <p:cNvPr id="3" name="object 3"/>
          <p:cNvSpPr txBox="1"/>
          <p:nvPr/>
        </p:nvSpPr>
        <p:spPr>
          <a:xfrm>
            <a:off x="5211826" y="6621881"/>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1F487C"/>
                </a:solidFill>
                <a:latin typeface="Verdana"/>
                <a:cs typeface="Verdana"/>
                <a:hlinkClick r:id="rId2"/>
              </a:rPr>
              <a:t>ww</a:t>
            </a:r>
            <a:r>
              <a:rPr sz="1300" dirty="0">
                <a:solidFill>
                  <a:srgbClr val="1F487C"/>
                </a:solidFill>
                <a:latin typeface="Verdana"/>
                <a:cs typeface="Verdana"/>
                <a:hlinkClick r:id="rId2"/>
              </a:rPr>
              <a:t>w</a:t>
            </a:r>
            <a:r>
              <a:rPr sz="1300" spc="-130" dirty="0">
                <a:solidFill>
                  <a:srgbClr val="1F487C"/>
                </a:solidFill>
                <a:latin typeface="Verdana"/>
                <a:cs typeface="Verdana"/>
                <a:hlinkClick r:id="rId2"/>
              </a:rPr>
              <a:t>.</a:t>
            </a:r>
            <a:r>
              <a:rPr sz="1300" spc="-20" dirty="0">
                <a:solidFill>
                  <a:srgbClr val="1F487C"/>
                </a:solidFill>
                <a:latin typeface="Verdana"/>
                <a:cs typeface="Verdana"/>
                <a:hlinkClick r:id="rId2"/>
              </a:rPr>
              <a:t>p</a:t>
            </a:r>
            <a:r>
              <a:rPr sz="1300" spc="5" dirty="0">
                <a:solidFill>
                  <a:srgbClr val="1F487C"/>
                </a:solidFill>
                <a:latin typeface="Verdana"/>
                <a:cs typeface="Verdana"/>
                <a:hlinkClick r:id="rId2"/>
              </a:rPr>
              <a:t>i</a:t>
            </a:r>
            <a:r>
              <a:rPr sz="1300" spc="-100" dirty="0">
                <a:solidFill>
                  <a:srgbClr val="1F487C"/>
                </a:solidFill>
                <a:latin typeface="Verdana"/>
                <a:cs typeface="Verdana"/>
                <a:hlinkClick r:id="rId2"/>
              </a:rPr>
              <a:t>l</a:t>
            </a:r>
            <a:r>
              <a:rPr sz="1300" spc="60" dirty="0">
                <a:solidFill>
                  <a:srgbClr val="1F487C"/>
                </a:solidFill>
                <a:latin typeface="Verdana"/>
                <a:cs typeface="Verdana"/>
                <a:hlinkClick r:id="rId2"/>
              </a:rPr>
              <a:t>og</a:t>
            </a:r>
            <a:r>
              <a:rPr sz="1300" spc="65" dirty="0">
                <a:solidFill>
                  <a:srgbClr val="1F487C"/>
                </a:solidFill>
                <a:latin typeface="Verdana"/>
                <a:cs typeface="Verdana"/>
                <a:hlinkClick r:id="rId2"/>
              </a:rPr>
              <a:t>g</a:t>
            </a:r>
            <a:r>
              <a:rPr sz="1300" spc="-175" dirty="0">
                <a:solidFill>
                  <a:srgbClr val="1F487C"/>
                </a:solidFill>
                <a:latin typeface="Verdana"/>
                <a:cs typeface="Verdana"/>
                <a:hlinkClick r:id="rId2"/>
              </a:rPr>
              <a:t>r</a:t>
            </a:r>
            <a:r>
              <a:rPr sz="1300" spc="10" dirty="0">
                <a:solidFill>
                  <a:srgbClr val="1F487C"/>
                </a:solidFill>
                <a:latin typeface="Verdana"/>
                <a:cs typeface="Verdana"/>
                <a:hlinkClick r:id="rId2"/>
              </a:rPr>
              <a:t>ou</a:t>
            </a:r>
            <a:r>
              <a:rPr sz="1300" spc="-30" dirty="0">
                <a:solidFill>
                  <a:srgbClr val="1F487C"/>
                </a:solidFill>
                <a:latin typeface="Verdana"/>
                <a:cs typeface="Verdana"/>
                <a:hlinkClick r:id="rId2"/>
              </a:rPr>
              <a:t>p</a:t>
            </a:r>
            <a:r>
              <a:rPr sz="1300" spc="-25" dirty="0">
                <a:solidFill>
                  <a:srgbClr val="1F487C"/>
                </a:solidFill>
                <a:latin typeface="Verdana"/>
                <a:cs typeface="Verdana"/>
                <a:hlinkClick r:id="rId2"/>
              </a:rPr>
              <a:t>.</a:t>
            </a:r>
            <a:r>
              <a:rPr sz="1300" spc="55" dirty="0">
                <a:solidFill>
                  <a:srgbClr val="1F487C"/>
                </a:solidFill>
                <a:latin typeface="Verdana"/>
                <a:cs typeface="Verdana"/>
                <a:hlinkClick r:id="rId2"/>
              </a:rPr>
              <a:t>com</a:t>
            </a:r>
            <a:endParaRPr sz="1300">
              <a:latin typeface="Verdana"/>
              <a:cs typeface="Verdana"/>
            </a:endParaRPr>
          </a:p>
        </p:txBody>
      </p:sp>
      <p:sp>
        <p:nvSpPr>
          <p:cNvPr id="4" name="object 4"/>
          <p:cNvSpPr txBox="1">
            <a:spLocks noGrp="1"/>
          </p:cNvSpPr>
          <p:nvPr>
            <p:ph type="title"/>
          </p:nvPr>
        </p:nvSpPr>
        <p:spPr>
          <a:xfrm>
            <a:off x="1371600" y="228600"/>
            <a:ext cx="6992316" cy="382156"/>
          </a:xfrm>
          <a:prstGeom prst="rect">
            <a:avLst/>
          </a:prstGeom>
        </p:spPr>
        <p:txBody>
          <a:bodyPr vert="horz" wrap="square" lIns="0" tIns="12700" rIns="0" bIns="0" rtlCol="0">
            <a:spAutoFit/>
          </a:bodyPr>
          <a:lstStyle/>
          <a:p>
            <a:pPr marL="12700" algn="ctr">
              <a:lnSpc>
                <a:spcPct val="100000"/>
              </a:lnSpc>
              <a:spcBef>
                <a:spcPts val="100"/>
              </a:spcBef>
            </a:pPr>
            <a:r>
              <a:rPr lang="en-IN" sz="2400" spc="-30" dirty="0">
                <a:solidFill>
                  <a:srgbClr val="0F469B"/>
                </a:solidFill>
                <a:latin typeface="+mj-lt"/>
              </a:rPr>
              <a:t>Payment Terms</a:t>
            </a:r>
            <a:endParaRPr sz="2400" dirty="0">
              <a:latin typeface="+mj-lt"/>
              <a:cs typeface="Calibri"/>
            </a:endParaRPr>
          </a:p>
        </p:txBody>
      </p:sp>
      <p:sp>
        <p:nvSpPr>
          <p:cNvPr id="5" name="object 5"/>
          <p:cNvSpPr txBox="1"/>
          <p:nvPr/>
        </p:nvSpPr>
        <p:spPr>
          <a:xfrm>
            <a:off x="550227" y="1600200"/>
            <a:ext cx="11091545" cy="2421176"/>
          </a:xfrm>
          <a:prstGeom prst="rect">
            <a:avLst/>
          </a:prstGeom>
        </p:spPr>
        <p:txBody>
          <a:bodyPr vert="horz" wrap="square" lIns="0" tIns="12700" rIns="0" bIns="0" rtlCol="0">
            <a:spAutoFit/>
          </a:bodyPr>
          <a:lstStyle/>
          <a:p>
            <a:pPr marL="641350" indent="-285750">
              <a:lnSpc>
                <a:spcPct val="100000"/>
              </a:lnSpc>
              <a:spcBef>
                <a:spcPts val="325"/>
              </a:spcBef>
              <a:buFont typeface="Wingdings" panose="05000000000000000000" pitchFamily="2" charset="2"/>
              <a:buChar char="v"/>
            </a:pPr>
            <a:r>
              <a:rPr lang="en-US" spc="-5" dirty="0">
                <a:solidFill>
                  <a:srgbClr val="0F469B"/>
                </a:solidFill>
                <a:latin typeface="+mj-lt"/>
                <a:cs typeface="Calibri"/>
              </a:rPr>
              <a:t>Data Cleansing Services Powered by iDQM solution: PiLog will send monthly invoice for the number of items submitted/approved – if items are not approved due to delay in QC process from client for 15 days it will be deemed approved</a:t>
            </a:r>
          </a:p>
          <a:p>
            <a:pPr marL="641350" indent="-285750">
              <a:lnSpc>
                <a:spcPct val="100000"/>
              </a:lnSpc>
              <a:spcBef>
                <a:spcPts val="325"/>
              </a:spcBef>
              <a:buFont typeface="Wingdings" panose="05000000000000000000" pitchFamily="2" charset="2"/>
              <a:buChar char="ü"/>
            </a:pPr>
            <a:endParaRPr lang="en-US" spc="-5" dirty="0">
              <a:solidFill>
                <a:srgbClr val="0F469B"/>
              </a:solidFill>
              <a:latin typeface="+mj-lt"/>
              <a:cs typeface="Calibri"/>
            </a:endParaRPr>
          </a:p>
          <a:p>
            <a:pPr marL="641350" indent="-285750">
              <a:lnSpc>
                <a:spcPct val="100000"/>
              </a:lnSpc>
              <a:spcBef>
                <a:spcPts val="325"/>
              </a:spcBef>
              <a:buFont typeface="Wingdings" panose="05000000000000000000" pitchFamily="2" charset="2"/>
              <a:buChar char="v"/>
            </a:pPr>
            <a:r>
              <a:rPr lang="en-US" spc="-5" dirty="0">
                <a:solidFill>
                  <a:srgbClr val="0F469B"/>
                </a:solidFill>
                <a:latin typeface="+mj-lt"/>
                <a:cs typeface="Calibri"/>
              </a:rPr>
              <a:t>Payment to be released within 30 days from the date of submission of invoice</a:t>
            </a:r>
          </a:p>
          <a:p>
            <a:pPr marL="355600">
              <a:lnSpc>
                <a:spcPct val="100000"/>
              </a:lnSpc>
              <a:spcBef>
                <a:spcPts val="325"/>
              </a:spcBef>
            </a:pPr>
            <a:endParaRPr lang="en-US" spc="-5" dirty="0">
              <a:solidFill>
                <a:srgbClr val="0F469B"/>
              </a:solidFill>
              <a:latin typeface="+mj-lt"/>
              <a:cs typeface="Calibri"/>
            </a:endParaRPr>
          </a:p>
          <a:p>
            <a:pPr marL="641350" indent="-285750">
              <a:lnSpc>
                <a:spcPct val="100000"/>
              </a:lnSpc>
              <a:spcBef>
                <a:spcPts val="325"/>
              </a:spcBef>
              <a:buFont typeface="Wingdings" panose="05000000000000000000" pitchFamily="2" charset="2"/>
              <a:buChar char="v"/>
            </a:pPr>
            <a:r>
              <a:rPr lang="en-US" spc="-5" dirty="0">
                <a:solidFill>
                  <a:srgbClr val="0F469B"/>
                </a:solidFill>
                <a:latin typeface="+mj-lt"/>
                <a:cs typeface="Calibri"/>
              </a:rPr>
              <a:t>The Prices are exclusive of all Taxes </a:t>
            </a:r>
          </a:p>
          <a:p>
            <a:pPr marL="641350" indent="-285750">
              <a:lnSpc>
                <a:spcPct val="100000"/>
              </a:lnSpc>
              <a:spcBef>
                <a:spcPts val="325"/>
              </a:spcBef>
              <a:buFont typeface="Arial" panose="020B0604020202020204" pitchFamily="34" charset="0"/>
              <a:buChar char="•"/>
            </a:pPr>
            <a:endParaRPr lang="en-IN" sz="1800" spc="-10" dirty="0">
              <a:solidFill>
                <a:srgbClr val="0F469B"/>
              </a:solidFill>
              <a:latin typeface="+mj-lt"/>
              <a:cs typeface="Calibri"/>
            </a:endParaRPr>
          </a:p>
        </p:txBody>
      </p:sp>
    </p:spTree>
    <p:extLst>
      <p:ext uri="{BB962C8B-B14F-4D97-AF65-F5344CB8AC3E}">
        <p14:creationId xmlns:p14="http://schemas.microsoft.com/office/powerpoint/2010/main" val="2014067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751" y="259207"/>
            <a:ext cx="1711960" cy="528320"/>
          </a:xfrm>
          <a:prstGeom prst="rect">
            <a:avLst/>
          </a:prstGeom>
        </p:spPr>
        <p:txBody>
          <a:bodyPr vert="horz" wrap="square" lIns="0" tIns="12700" rIns="0" bIns="0" rtlCol="0">
            <a:spAutoFit/>
          </a:bodyPr>
          <a:lstStyle/>
          <a:p>
            <a:pPr marL="12700">
              <a:lnSpc>
                <a:spcPct val="100000"/>
              </a:lnSpc>
              <a:spcBef>
                <a:spcPts val="100"/>
              </a:spcBef>
            </a:pPr>
            <a:r>
              <a:rPr sz="3300" spc="-10" dirty="0">
                <a:solidFill>
                  <a:srgbClr val="0F469B"/>
                </a:solidFill>
                <a:latin typeface="+mj-lt"/>
              </a:rPr>
              <a:t>Copyright</a:t>
            </a:r>
            <a:endParaRPr sz="3300" dirty="0">
              <a:latin typeface="+mj-lt"/>
            </a:endParaRPr>
          </a:p>
        </p:txBody>
      </p:sp>
      <p:sp>
        <p:nvSpPr>
          <p:cNvPr id="3" name="object 3"/>
          <p:cNvSpPr txBox="1"/>
          <p:nvPr/>
        </p:nvSpPr>
        <p:spPr>
          <a:xfrm>
            <a:off x="265277" y="959963"/>
            <a:ext cx="11262995" cy="4142740"/>
          </a:xfrm>
          <a:prstGeom prst="rect">
            <a:avLst/>
          </a:prstGeom>
        </p:spPr>
        <p:txBody>
          <a:bodyPr vert="horz" wrap="square" lIns="0" tIns="100330" rIns="0" bIns="0" rtlCol="0">
            <a:spAutoFit/>
          </a:bodyPr>
          <a:lstStyle/>
          <a:p>
            <a:pPr marL="12700">
              <a:lnSpc>
                <a:spcPct val="100000"/>
              </a:lnSpc>
              <a:spcBef>
                <a:spcPts val="790"/>
              </a:spcBef>
            </a:pPr>
            <a:r>
              <a:rPr sz="2900" b="1" dirty="0">
                <a:solidFill>
                  <a:srgbClr val="0F469B"/>
                </a:solidFill>
                <a:latin typeface="+mj-lt"/>
                <a:cs typeface="Calibri"/>
              </a:rPr>
              <a:t>©</a:t>
            </a:r>
            <a:r>
              <a:rPr sz="2900" b="1" spc="-25" dirty="0">
                <a:solidFill>
                  <a:srgbClr val="0F469B"/>
                </a:solidFill>
                <a:latin typeface="+mj-lt"/>
                <a:cs typeface="Calibri"/>
              </a:rPr>
              <a:t> </a:t>
            </a:r>
            <a:r>
              <a:rPr sz="2900" b="1" spc="-5" dirty="0">
                <a:solidFill>
                  <a:srgbClr val="0F469B"/>
                </a:solidFill>
                <a:latin typeface="+mj-lt"/>
                <a:cs typeface="Calibri"/>
              </a:rPr>
              <a:t>PiLog</a:t>
            </a:r>
            <a:r>
              <a:rPr sz="2900" b="1" spc="-35" dirty="0">
                <a:solidFill>
                  <a:srgbClr val="0F469B"/>
                </a:solidFill>
                <a:latin typeface="+mj-lt"/>
                <a:cs typeface="Calibri"/>
              </a:rPr>
              <a:t> </a:t>
            </a:r>
            <a:r>
              <a:rPr sz="2900" b="1" dirty="0">
                <a:solidFill>
                  <a:srgbClr val="0F469B"/>
                </a:solidFill>
                <a:latin typeface="+mj-lt"/>
                <a:cs typeface="Calibri"/>
              </a:rPr>
              <a:t>202</a:t>
            </a:r>
            <a:r>
              <a:rPr lang="en-IN" sz="2900" b="1" dirty="0">
                <a:solidFill>
                  <a:srgbClr val="0F469B"/>
                </a:solidFill>
                <a:latin typeface="+mj-lt"/>
                <a:cs typeface="Calibri"/>
              </a:rPr>
              <a:t>3</a:t>
            </a:r>
            <a:endParaRPr sz="2900" dirty="0">
              <a:latin typeface="+mj-lt"/>
              <a:cs typeface="Calibri"/>
            </a:endParaRPr>
          </a:p>
          <a:p>
            <a:pPr marL="12700" marR="8322309">
              <a:lnSpc>
                <a:spcPts val="4180"/>
              </a:lnSpc>
              <a:spcBef>
                <a:spcPts val="254"/>
              </a:spcBef>
            </a:pPr>
            <a:r>
              <a:rPr sz="2900" b="1" dirty="0">
                <a:solidFill>
                  <a:srgbClr val="0F469B"/>
                </a:solidFill>
                <a:latin typeface="+mj-lt"/>
                <a:cs typeface="Calibri"/>
              </a:rPr>
              <a:t>All</a:t>
            </a:r>
            <a:r>
              <a:rPr sz="2900" b="1" spc="-40" dirty="0">
                <a:solidFill>
                  <a:srgbClr val="0F469B"/>
                </a:solidFill>
                <a:latin typeface="+mj-lt"/>
                <a:cs typeface="Calibri"/>
              </a:rPr>
              <a:t> </a:t>
            </a:r>
            <a:r>
              <a:rPr sz="2900" b="1" spc="-5" dirty="0">
                <a:solidFill>
                  <a:srgbClr val="0F469B"/>
                </a:solidFill>
                <a:latin typeface="+mj-lt"/>
                <a:cs typeface="Calibri"/>
              </a:rPr>
              <a:t>Rights</a:t>
            </a:r>
            <a:r>
              <a:rPr sz="2900" b="1" spc="-55" dirty="0">
                <a:solidFill>
                  <a:srgbClr val="0F469B"/>
                </a:solidFill>
                <a:latin typeface="+mj-lt"/>
                <a:cs typeface="Calibri"/>
              </a:rPr>
              <a:t> </a:t>
            </a:r>
            <a:r>
              <a:rPr sz="2900" b="1" spc="-10" dirty="0">
                <a:solidFill>
                  <a:srgbClr val="0F469B"/>
                </a:solidFill>
                <a:latin typeface="+mj-lt"/>
                <a:cs typeface="Calibri"/>
              </a:rPr>
              <a:t>Reserved </a:t>
            </a:r>
            <a:r>
              <a:rPr sz="2900" b="1" spc="-640" dirty="0">
                <a:solidFill>
                  <a:srgbClr val="0F469B"/>
                </a:solidFill>
                <a:latin typeface="+mj-lt"/>
                <a:cs typeface="Calibri"/>
              </a:rPr>
              <a:t> </a:t>
            </a:r>
            <a:r>
              <a:rPr sz="2900" b="1" spc="-5" dirty="0">
                <a:solidFill>
                  <a:srgbClr val="0F469B"/>
                </a:solidFill>
                <a:latin typeface="+mj-lt"/>
                <a:cs typeface="Calibri"/>
              </a:rPr>
              <a:t>PiLog</a:t>
            </a:r>
            <a:r>
              <a:rPr sz="2900" b="1" spc="-10" dirty="0">
                <a:solidFill>
                  <a:srgbClr val="0F469B"/>
                </a:solidFill>
                <a:latin typeface="+mj-lt"/>
                <a:cs typeface="Calibri"/>
              </a:rPr>
              <a:t> Group</a:t>
            </a:r>
            <a:endParaRPr sz="2900" dirty="0">
              <a:latin typeface="+mj-lt"/>
              <a:cs typeface="Calibri"/>
            </a:endParaRPr>
          </a:p>
          <a:p>
            <a:pPr>
              <a:lnSpc>
                <a:spcPct val="100000"/>
              </a:lnSpc>
              <a:spcBef>
                <a:spcPts val="35"/>
              </a:spcBef>
            </a:pPr>
            <a:endParaRPr sz="3750" dirty="0">
              <a:latin typeface="+mj-lt"/>
              <a:cs typeface="Calibri"/>
            </a:endParaRPr>
          </a:p>
          <a:p>
            <a:pPr marL="12700">
              <a:lnSpc>
                <a:spcPct val="100000"/>
              </a:lnSpc>
            </a:pPr>
            <a:r>
              <a:rPr sz="2900" b="1" spc="-5" dirty="0">
                <a:solidFill>
                  <a:srgbClr val="FF0000"/>
                </a:solidFill>
                <a:latin typeface="+mj-lt"/>
                <a:cs typeface="Calibri"/>
              </a:rPr>
              <a:t>Notice</a:t>
            </a:r>
            <a:endParaRPr sz="2900" dirty="0">
              <a:latin typeface="+mj-lt"/>
              <a:cs typeface="Calibri"/>
            </a:endParaRPr>
          </a:p>
          <a:p>
            <a:pPr marL="12700" marR="5080">
              <a:lnSpc>
                <a:spcPct val="100000"/>
              </a:lnSpc>
              <a:spcBef>
                <a:spcPts val="500"/>
              </a:spcBef>
            </a:pPr>
            <a:r>
              <a:rPr sz="1800" i="1" spc="-5" dirty="0">
                <a:solidFill>
                  <a:srgbClr val="0F469B"/>
                </a:solidFill>
                <a:latin typeface="+mj-lt"/>
                <a:cs typeface="Calibri"/>
              </a:rPr>
              <a:t>The</a:t>
            </a:r>
            <a:r>
              <a:rPr sz="1800" i="1" dirty="0">
                <a:solidFill>
                  <a:srgbClr val="0F469B"/>
                </a:solidFill>
                <a:latin typeface="+mj-lt"/>
                <a:cs typeface="Calibri"/>
              </a:rPr>
              <a:t> </a:t>
            </a:r>
            <a:r>
              <a:rPr sz="1800" i="1" spc="-10" dirty="0">
                <a:solidFill>
                  <a:srgbClr val="0F469B"/>
                </a:solidFill>
                <a:latin typeface="+mj-lt"/>
                <a:cs typeface="Calibri"/>
              </a:rPr>
              <a:t>information</a:t>
            </a:r>
            <a:r>
              <a:rPr sz="1800" i="1" spc="25" dirty="0">
                <a:solidFill>
                  <a:srgbClr val="0F469B"/>
                </a:solidFill>
                <a:latin typeface="+mj-lt"/>
                <a:cs typeface="Calibri"/>
              </a:rPr>
              <a:t> </a:t>
            </a:r>
            <a:r>
              <a:rPr sz="1800" i="1" spc="-5" dirty="0">
                <a:solidFill>
                  <a:srgbClr val="0F469B"/>
                </a:solidFill>
                <a:latin typeface="+mj-lt"/>
                <a:cs typeface="Calibri"/>
              </a:rPr>
              <a:t>in</a:t>
            </a:r>
            <a:r>
              <a:rPr sz="1800" i="1" dirty="0">
                <a:solidFill>
                  <a:srgbClr val="0F469B"/>
                </a:solidFill>
                <a:latin typeface="+mj-lt"/>
                <a:cs typeface="Calibri"/>
              </a:rPr>
              <a:t> </a:t>
            </a:r>
            <a:r>
              <a:rPr sz="1800" i="1" spc="-5" dirty="0">
                <a:solidFill>
                  <a:srgbClr val="0F469B"/>
                </a:solidFill>
                <a:latin typeface="+mj-lt"/>
                <a:cs typeface="Calibri"/>
              </a:rPr>
              <a:t>this</a:t>
            </a:r>
            <a:r>
              <a:rPr sz="1800" i="1" spc="25" dirty="0">
                <a:solidFill>
                  <a:srgbClr val="0F469B"/>
                </a:solidFill>
                <a:latin typeface="+mj-lt"/>
                <a:cs typeface="Calibri"/>
              </a:rPr>
              <a:t> </a:t>
            </a:r>
            <a:r>
              <a:rPr sz="1800" i="1" spc="-5" dirty="0">
                <a:solidFill>
                  <a:srgbClr val="0F469B"/>
                </a:solidFill>
                <a:latin typeface="+mj-lt"/>
                <a:cs typeface="Calibri"/>
              </a:rPr>
              <a:t>document</a:t>
            </a:r>
            <a:r>
              <a:rPr sz="1800" i="1" spc="5" dirty="0">
                <a:solidFill>
                  <a:srgbClr val="0F469B"/>
                </a:solidFill>
                <a:latin typeface="+mj-lt"/>
                <a:cs typeface="Calibri"/>
              </a:rPr>
              <a:t> </a:t>
            </a:r>
            <a:r>
              <a:rPr sz="1800" i="1" spc="-10" dirty="0">
                <a:solidFill>
                  <a:srgbClr val="0F469B"/>
                </a:solidFill>
                <a:latin typeface="+mj-lt"/>
                <a:cs typeface="Calibri"/>
              </a:rPr>
              <a:t>shall</a:t>
            </a:r>
            <a:r>
              <a:rPr sz="1800" i="1" spc="20" dirty="0">
                <a:solidFill>
                  <a:srgbClr val="0F469B"/>
                </a:solidFill>
                <a:latin typeface="+mj-lt"/>
                <a:cs typeface="Calibri"/>
              </a:rPr>
              <a:t> </a:t>
            </a:r>
            <a:r>
              <a:rPr sz="1800" i="1" spc="-5" dirty="0">
                <a:solidFill>
                  <a:srgbClr val="0F469B"/>
                </a:solidFill>
                <a:latin typeface="+mj-lt"/>
                <a:cs typeface="Calibri"/>
              </a:rPr>
              <a:t>not</a:t>
            </a:r>
            <a:r>
              <a:rPr sz="1800" i="1" dirty="0">
                <a:solidFill>
                  <a:srgbClr val="0F469B"/>
                </a:solidFill>
                <a:latin typeface="+mj-lt"/>
                <a:cs typeface="Calibri"/>
              </a:rPr>
              <a:t> </a:t>
            </a:r>
            <a:r>
              <a:rPr sz="1800" i="1" spc="-5" dirty="0">
                <a:solidFill>
                  <a:srgbClr val="0F469B"/>
                </a:solidFill>
                <a:latin typeface="+mj-lt"/>
                <a:cs typeface="Calibri"/>
              </a:rPr>
              <a:t>be</a:t>
            </a:r>
            <a:r>
              <a:rPr sz="1800" i="1" spc="5" dirty="0">
                <a:solidFill>
                  <a:srgbClr val="0F469B"/>
                </a:solidFill>
                <a:latin typeface="+mj-lt"/>
                <a:cs typeface="Calibri"/>
              </a:rPr>
              <a:t> </a:t>
            </a:r>
            <a:r>
              <a:rPr sz="1800" i="1" spc="-10" dirty="0">
                <a:solidFill>
                  <a:srgbClr val="0F469B"/>
                </a:solidFill>
                <a:latin typeface="+mj-lt"/>
                <a:cs typeface="Calibri"/>
              </a:rPr>
              <a:t>disclosed</a:t>
            </a:r>
            <a:r>
              <a:rPr sz="1800" i="1" spc="35" dirty="0">
                <a:solidFill>
                  <a:srgbClr val="0F469B"/>
                </a:solidFill>
                <a:latin typeface="+mj-lt"/>
                <a:cs typeface="Calibri"/>
              </a:rPr>
              <a:t> </a:t>
            </a:r>
            <a:r>
              <a:rPr sz="1800" i="1" spc="-5" dirty="0">
                <a:solidFill>
                  <a:srgbClr val="0F469B"/>
                </a:solidFill>
                <a:latin typeface="+mj-lt"/>
                <a:cs typeface="Calibri"/>
              </a:rPr>
              <a:t>outside</a:t>
            </a:r>
            <a:r>
              <a:rPr sz="1800" i="1" spc="15" dirty="0">
                <a:solidFill>
                  <a:srgbClr val="0F469B"/>
                </a:solidFill>
                <a:latin typeface="+mj-lt"/>
                <a:cs typeface="Calibri"/>
              </a:rPr>
              <a:t> </a:t>
            </a:r>
            <a:r>
              <a:rPr sz="1800" i="1" spc="-5" dirty="0">
                <a:solidFill>
                  <a:srgbClr val="0F469B"/>
                </a:solidFill>
                <a:latin typeface="+mj-lt"/>
                <a:cs typeface="Calibri"/>
              </a:rPr>
              <a:t>of</a:t>
            </a:r>
            <a:r>
              <a:rPr sz="1800" i="1" dirty="0">
                <a:solidFill>
                  <a:srgbClr val="0F469B"/>
                </a:solidFill>
                <a:latin typeface="+mj-lt"/>
                <a:cs typeface="Calibri"/>
              </a:rPr>
              <a:t> the</a:t>
            </a:r>
            <a:r>
              <a:rPr sz="1800" i="1" spc="25" dirty="0">
                <a:solidFill>
                  <a:srgbClr val="0F469B"/>
                </a:solidFill>
                <a:latin typeface="+mj-lt"/>
                <a:cs typeface="Calibri"/>
              </a:rPr>
              <a:t> </a:t>
            </a:r>
            <a:r>
              <a:rPr sz="1800" i="1" spc="-10" dirty="0">
                <a:solidFill>
                  <a:srgbClr val="0F469B"/>
                </a:solidFill>
                <a:latin typeface="+mj-lt"/>
                <a:cs typeface="Calibri"/>
              </a:rPr>
              <a:t>recipient’s</a:t>
            </a:r>
            <a:r>
              <a:rPr sz="1800" i="1" spc="10" dirty="0">
                <a:solidFill>
                  <a:srgbClr val="0F469B"/>
                </a:solidFill>
                <a:latin typeface="+mj-lt"/>
                <a:cs typeface="Calibri"/>
              </a:rPr>
              <a:t> </a:t>
            </a:r>
            <a:r>
              <a:rPr sz="1800" i="1" spc="-10" dirty="0">
                <a:solidFill>
                  <a:srgbClr val="0F469B"/>
                </a:solidFill>
                <a:latin typeface="+mj-lt"/>
                <a:cs typeface="Calibri"/>
              </a:rPr>
              <a:t>organization</a:t>
            </a:r>
            <a:r>
              <a:rPr sz="1800" i="1" spc="35" dirty="0">
                <a:solidFill>
                  <a:srgbClr val="0F469B"/>
                </a:solidFill>
                <a:latin typeface="+mj-lt"/>
                <a:cs typeface="Calibri"/>
              </a:rPr>
              <a:t> </a:t>
            </a:r>
            <a:r>
              <a:rPr sz="1800" i="1" spc="-5" dirty="0">
                <a:solidFill>
                  <a:srgbClr val="0F469B"/>
                </a:solidFill>
                <a:latin typeface="+mj-lt"/>
                <a:cs typeface="Calibri"/>
              </a:rPr>
              <a:t>and</a:t>
            </a:r>
            <a:r>
              <a:rPr sz="1800" i="1" spc="15" dirty="0">
                <a:solidFill>
                  <a:srgbClr val="0F469B"/>
                </a:solidFill>
                <a:latin typeface="+mj-lt"/>
                <a:cs typeface="Calibri"/>
              </a:rPr>
              <a:t> </a:t>
            </a:r>
            <a:r>
              <a:rPr sz="1800" i="1" spc="-10" dirty="0">
                <a:solidFill>
                  <a:srgbClr val="0F469B"/>
                </a:solidFill>
                <a:latin typeface="+mj-lt"/>
                <a:cs typeface="Calibri"/>
              </a:rPr>
              <a:t>shall</a:t>
            </a:r>
            <a:r>
              <a:rPr sz="1800" i="1" spc="10" dirty="0">
                <a:solidFill>
                  <a:srgbClr val="0F469B"/>
                </a:solidFill>
                <a:latin typeface="+mj-lt"/>
                <a:cs typeface="Calibri"/>
              </a:rPr>
              <a:t> </a:t>
            </a:r>
            <a:r>
              <a:rPr sz="1800" i="1" spc="-5" dirty="0">
                <a:solidFill>
                  <a:srgbClr val="0F469B"/>
                </a:solidFill>
                <a:latin typeface="+mj-lt"/>
                <a:cs typeface="Calibri"/>
              </a:rPr>
              <a:t>not</a:t>
            </a:r>
            <a:r>
              <a:rPr sz="1800" i="1" spc="10" dirty="0">
                <a:solidFill>
                  <a:srgbClr val="0F469B"/>
                </a:solidFill>
                <a:latin typeface="+mj-lt"/>
                <a:cs typeface="Calibri"/>
              </a:rPr>
              <a:t> </a:t>
            </a:r>
            <a:r>
              <a:rPr sz="1800" i="1" spc="-5" dirty="0">
                <a:solidFill>
                  <a:srgbClr val="0F469B"/>
                </a:solidFill>
                <a:latin typeface="+mj-lt"/>
                <a:cs typeface="Calibri"/>
              </a:rPr>
              <a:t>be</a:t>
            </a:r>
            <a:r>
              <a:rPr sz="1800" i="1" dirty="0">
                <a:solidFill>
                  <a:srgbClr val="0F469B"/>
                </a:solidFill>
                <a:latin typeface="+mj-lt"/>
                <a:cs typeface="Calibri"/>
              </a:rPr>
              <a:t> </a:t>
            </a:r>
            <a:r>
              <a:rPr sz="1800" i="1" spc="-10" dirty="0">
                <a:solidFill>
                  <a:srgbClr val="0F469B"/>
                </a:solidFill>
                <a:latin typeface="+mj-lt"/>
                <a:cs typeface="Calibri"/>
              </a:rPr>
              <a:t>duplicated, </a:t>
            </a:r>
            <a:r>
              <a:rPr sz="1800" i="1" spc="-390" dirty="0">
                <a:solidFill>
                  <a:srgbClr val="0F469B"/>
                </a:solidFill>
                <a:latin typeface="+mj-lt"/>
                <a:cs typeface="Calibri"/>
              </a:rPr>
              <a:t> </a:t>
            </a:r>
            <a:r>
              <a:rPr sz="1800" i="1" spc="-5" dirty="0">
                <a:solidFill>
                  <a:srgbClr val="0F469B"/>
                </a:solidFill>
                <a:latin typeface="+mj-lt"/>
                <a:cs typeface="Calibri"/>
              </a:rPr>
              <a:t>used</a:t>
            </a:r>
            <a:r>
              <a:rPr sz="1800" i="1" spc="15" dirty="0">
                <a:solidFill>
                  <a:srgbClr val="0F469B"/>
                </a:solidFill>
                <a:latin typeface="+mj-lt"/>
                <a:cs typeface="Calibri"/>
              </a:rPr>
              <a:t> </a:t>
            </a:r>
            <a:r>
              <a:rPr sz="1800" i="1" spc="-5" dirty="0">
                <a:solidFill>
                  <a:srgbClr val="0F469B"/>
                </a:solidFill>
                <a:latin typeface="+mj-lt"/>
                <a:cs typeface="Calibri"/>
              </a:rPr>
              <a:t>or</a:t>
            </a:r>
            <a:r>
              <a:rPr sz="1800" i="1" dirty="0">
                <a:solidFill>
                  <a:srgbClr val="0F469B"/>
                </a:solidFill>
                <a:latin typeface="+mj-lt"/>
                <a:cs typeface="Calibri"/>
              </a:rPr>
              <a:t> </a:t>
            </a:r>
            <a:r>
              <a:rPr sz="1800" i="1" spc="-10" dirty="0">
                <a:solidFill>
                  <a:srgbClr val="0F469B"/>
                </a:solidFill>
                <a:latin typeface="+mj-lt"/>
                <a:cs typeface="Calibri"/>
              </a:rPr>
              <a:t>disclosed</a:t>
            </a:r>
            <a:r>
              <a:rPr sz="1800" i="1" spc="35" dirty="0">
                <a:solidFill>
                  <a:srgbClr val="0F469B"/>
                </a:solidFill>
                <a:latin typeface="+mj-lt"/>
                <a:cs typeface="Calibri"/>
              </a:rPr>
              <a:t> </a:t>
            </a:r>
            <a:r>
              <a:rPr sz="1800" i="1" spc="-5" dirty="0">
                <a:solidFill>
                  <a:srgbClr val="0F469B"/>
                </a:solidFill>
                <a:latin typeface="+mj-lt"/>
                <a:cs typeface="Calibri"/>
              </a:rPr>
              <a:t>in</a:t>
            </a:r>
            <a:r>
              <a:rPr sz="1800" i="1" spc="15" dirty="0">
                <a:solidFill>
                  <a:srgbClr val="0F469B"/>
                </a:solidFill>
                <a:latin typeface="+mj-lt"/>
                <a:cs typeface="Calibri"/>
              </a:rPr>
              <a:t> </a:t>
            </a:r>
            <a:r>
              <a:rPr sz="1800" i="1" spc="-5" dirty="0">
                <a:solidFill>
                  <a:srgbClr val="0F469B"/>
                </a:solidFill>
                <a:latin typeface="+mj-lt"/>
                <a:cs typeface="Calibri"/>
              </a:rPr>
              <a:t>whole</a:t>
            </a:r>
            <a:r>
              <a:rPr sz="1800" i="1" spc="20" dirty="0">
                <a:solidFill>
                  <a:srgbClr val="0F469B"/>
                </a:solidFill>
                <a:latin typeface="+mj-lt"/>
                <a:cs typeface="Calibri"/>
              </a:rPr>
              <a:t> </a:t>
            </a:r>
            <a:r>
              <a:rPr sz="1800" i="1" spc="-5" dirty="0">
                <a:solidFill>
                  <a:srgbClr val="0F469B"/>
                </a:solidFill>
                <a:latin typeface="+mj-lt"/>
                <a:cs typeface="Calibri"/>
              </a:rPr>
              <a:t>or in</a:t>
            </a:r>
            <a:r>
              <a:rPr sz="1800" i="1" spc="15" dirty="0">
                <a:solidFill>
                  <a:srgbClr val="0F469B"/>
                </a:solidFill>
                <a:latin typeface="+mj-lt"/>
                <a:cs typeface="Calibri"/>
              </a:rPr>
              <a:t> </a:t>
            </a:r>
            <a:r>
              <a:rPr sz="1800" i="1" spc="-5" dirty="0">
                <a:solidFill>
                  <a:srgbClr val="0F469B"/>
                </a:solidFill>
                <a:latin typeface="+mj-lt"/>
                <a:cs typeface="Calibri"/>
              </a:rPr>
              <a:t>part</a:t>
            </a:r>
            <a:r>
              <a:rPr sz="1800" i="1" spc="10" dirty="0">
                <a:solidFill>
                  <a:srgbClr val="0F469B"/>
                </a:solidFill>
                <a:latin typeface="+mj-lt"/>
                <a:cs typeface="Calibri"/>
              </a:rPr>
              <a:t> </a:t>
            </a:r>
            <a:r>
              <a:rPr sz="1800" i="1" spc="-10" dirty="0">
                <a:solidFill>
                  <a:srgbClr val="0F469B"/>
                </a:solidFill>
                <a:latin typeface="+mj-lt"/>
                <a:cs typeface="Calibri"/>
              </a:rPr>
              <a:t>for</a:t>
            </a:r>
            <a:r>
              <a:rPr sz="1800" i="1" dirty="0">
                <a:solidFill>
                  <a:srgbClr val="0F469B"/>
                </a:solidFill>
                <a:latin typeface="+mj-lt"/>
                <a:cs typeface="Calibri"/>
              </a:rPr>
              <a:t> </a:t>
            </a:r>
            <a:r>
              <a:rPr sz="1800" i="1" spc="-20" dirty="0">
                <a:solidFill>
                  <a:srgbClr val="0F469B"/>
                </a:solidFill>
                <a:latin typeface="+mj-lt"/>
                <a:cs typeface="Calibri"/>
              </a:rPr>
              <a:t>any</a:t>
            </a:r>
            <a:r>
              <a:rPr sz="1800" i="1" spc="10" dirty="0">
                <a:solidFill>
                  <a:srgbClr val="0F469B"/>
                </a:solidFill>
                <a:latin typeface="+mj-lt"/>
                <a:cs typeface="Calibri"/>
              </a:rPr>
              <a:t> </a:t>
            </a:r>
            <a:r>
              <a:rPr sz="1800" i="1" spc="-5" dirty="0">
                <a:solidFill>
                  <a:srgbClr val="0F469B"/>
                </a:solidFill>
                <a:latin typeface="+mj-lt"/>
                <a:cs typeface="Calibri"/>
              </a:rPr>
              <a:t>purpose</a:t>
            </a:r>
            <a:r>
              <a:rPr sz="1800" i="1" dirty="0">
                <a:solidFill>
                  <a:srgbClr val="0F469B"/>
                </a:solidFill>
                <a:latin typeface="+mj-lt"/>
                <a:cs typeface="Calibri"/>
              </a:rPr>
              <a:t> </a:t>
            </a:r>
            <a:r>
              <a:rPr sz="1800" i="1" spc="-5" dirty="0">
                <a:solidFill>
                  <a:srgbClr val="0F469B"/>
                </a:solidFill>
                <a:latin typeface="+mj-lt"/>
                <a:cs typeface="Calibri"/>
              </a:rPr>
              <a:t>other</a:t>
            </a:r>
            <a:r>
              <a:rPr sz="1800" i="1" dirty="0">
                <a:solidFill>
                  <a:srgbClr val="0F469B"/>
                </a:solidFill>
                <a:latin typeface="+mj-lt"/>
                <a:cs typeface="Calibri"/>
              </a:rPr>
              <a:t> than</a:t>
            </a:r>
            <a:r>
              <a:rPr sz="1800" i="1" spc="5" dirty="0">
                <a:solidFill>
                  <a:srgbClr val="0F469B"/>
                </a:solidFill>
                <a:latin typeface="+mj-lt"/>
                <a:cs typeface="Calibri"/>
              </a:rPr>
              <a:t> </a:t>
            </a:r>
            <a:r>
              <a:rPr sz="1800" i="1" spc="-15" dirty="0">
                <a:solidFill>
                  <a:srgbClr val="0F469B"/>
                </a:solidFill>
                <a:latin typeface="+mj-lt"/>
                <a:cs typeface="Calibri"/>
              </a:rPr>
              <a:t>to</a:t>
            </a:r>
            <a:r>
              <a:rPr sz="1800" i="1" dirty="0">
                <a:solidFill>
                  <a:srgbClr val="0F469B"/>
                </a:solidFill>
                <a:latin typeface="+mj-lt"/>
                <a:cs typeface="Calibri"/>
              </a:rPr>
              <a:t> </a:t>
            </a:r>
            <a:r>
              <a:rPr sz="1800" i="1" spc="-10" dirty="0">
                <a:solidFill>
                  <a:srgbClr val="0F469B"/>
                </a:solidFill>
                <a:latin typeface="+mj-lt"/>
                <a:cs typeface="Calibri"/>
              </a:rPr>
              <a:t>evaluate</a:t>
            </a:r>
            <a:r>
              <a:rPr sz="1800" i="1" spc="20" dirty="0">
                <a:solidFill>
                  <a:srgbClr val="0F469B"/>
                </a:solidFill>
                <a:latin typeface="+mj-lt"/>
                <a:cs typeface="Calibri"/>
              </a:rPr>
              <a:t> </a:t>
            </a:r>
            <a:r>
              <a:rPr sz="1800" i="1" dirty="0">
                <a:solidFill>
                  <a:srgbClr val="0F469B"/>
                </a:solidFill>
                <a:latin typeface="+mj-lt"/>
                <a:cs typeface="Calibri"/>
              </a:rPr>
              <a:t>the</a:t>
            </a:r>
            <a:r>
              <a:rPr sz="1800" i="1" spc="5" dirty="0">
                <a:solidFill>
                  <a:srgbClr val="0F469B"/>
                </a:solidFill>
                <a:latin typeface="+mj-lt"/>
                <a:cs typeface="Calibri"/>
              </a:rPr>
              <a:t> </a:t>
            </a:r>
            <a:r>
              <a:rPr sz="1800" i="1" spc="-10" dirty="0">
                <a:solidFill>
                  <a:srgbClr val="0F469B"/>
                </a:solidFill>
                <a:latin typeface="+mj-lt"/>
                <a:cs typeface="Calibri"/>
              </a:rPr>
              <a:t>proposal,</a:t>
            </a:r>
            <a:r>
              <a:rPr sz="1800" i="1" spc="15" dirty="0">
                <a:solidFill>
                  <a:srgbClr val="0F469B"/>
                </a:solidFill>
                <a:latin typeface="+mj-lt"/>
                <a:cs typeface="Calibri"/>
              </a:rPr>
              <a:t> </a:t>
            </a:r>
            <a:r>
              <a:rPr sz="1800" i="1" spc="-5" dirty="0">
                <a:solidFill>
                  <a:srgbClr val="0F469B"/>
                </a:solidFill>
                <a:latin typeface="+mj-lt"/>
                <a:cs typeface="Calibri"/>
              </a:rPr>
              <a:t>provided</a:t>
            </a:r>
            <a:r>
              <a:rPr sz="1800" i="1" spc="20" dirty="0">
                <a:solidFill>
                  <a:srgbClr val="0F469B"/>
                </a:solidFill>
                <a:latin typeface="+mj-lt"/>
                <a:cs typeface="Calibri"/>
              </a:rPr>
              <a:t> </a:t>
            </a:r>
            <a:r>
              <a:rPr sz="1800" i="1" dirty="0">
                <a:solidFill>
                  <a:srgbClr val="0F469B"/>
                </a:solidFill>
                <a:latin typeface="+mj-lt"/>
                <a:cs typeface="Calibri"/>
              </a:rPr>
              <a:t>that</a:t>
            </a:r>
            <a:r>
              <a:rPr sz="1800" i="1" spc="5" dirty="0">
                <a:solidFill>
                  <a:srgbClr val="0F469B"/>
                </a:solidFill>
                <a:latin typeface="+mj-lt"/>
                <a:cs typeface="Calibri"/>
              </a:rPr>
              <a:t> </a:t>
            </a:r>
            <a:r>
              <a:rPr sz="1800" i="1" spc="-5" dirty="0">
                <a:solidFill>
                  <a:srgbClr val="0F469B"/>
                </a:solidFill>
                <a:latin typeface="+mj-lt"/>
                <a:cs typeface="Calibri"/>
              </a:rPr>
              <a:t>if</a:t>
            </a:r>
            <a:r>
              <a:rPr sz="1800" i="1" spc="15" dirty="0">
                <a:solidFill>
                  <a:srgbClr val="0F469B"/>
                </a:solidFill>
                <a:latin typeface="+mj-lt"/>
                <a:cs typeface="Calibri"/>
              </a:rPr>
              <a:t> </a:t>
            </a:r>
            <a:r>
              <a:rPr sz="1800" i="1" dirty="0">
                <a:solidFill>
                  <a:srgbClr val="0F469B"/>
                </a:solidFill>
                <a:latin typeface="+mj-lt"/>
                <a:cs typeface="Calibri"/>
              </a:rPr>
              <a:t>a </a:t>
            </a:r>
            <a:r>
              <a:rPr sz="1800" i="1" spc="-10" dirty="0">
                <a:solidFill>
                  <a:srgbClr val="0F469B"/>
                </a:solidFill>
                <a:latin typeface="+mj-lt"/>
                <a:cs typeface="Calibri"/>
              </a:rPr>
              <a:t>confidential</a:t>
            </a:r>
            <a:r>
              <a:rPr sz="1800" i="1" dirty="0">
                <a:solidFill>
                  <a:srgbClr val="0F469B"/>
                </a:solidFill>
                <a:latin typeface="+mj-lt"/>
                <a:cs typeface="Calibri"/>
              </a:rPr>
              <a:t> &amp; </a:t>
            </a:r>
            <a:r>
              <a:rPr sz="1800" i="1" spc="5" dirty="0">
                <a:solidFill>
                  <a:srgbClr val="0F469B"/>
                </a:solidFill>
                <a:latin typeface="+mj-lt"/>
                <a:cs typeface="Calibri"/>
              </a:rPr>
              <a:t> </a:t>
            </a:r>
            <a:r>
              <a:rPr sz="1800" i="1" spc="-10" dirty="0">
                <a:solidFill>
                  <a:srgbClr val="0F469B"/>
                </a:solidFill>
                <a:latin typeface="+mj-lt"/>
                <a:cs typeface="Calibri"/>
              </a:rPr>
              <a:t>NDA</a:t>
            </a:r>
            <a:r>
              <a:rPr sz="1800" i="1" dirty="0">
                <a:solidFill>
                  <a:srgbClr val="0F469B"/>
                </a:solidFill>
                <a:latin typeface="+mj-lt"/>
                <a:cs typeface="Calibri"/>
              </a:rPr>
              <a:t> </a:t>
            </a:r>
            <a:r>
              <a:rPr sz="1800" i="1" spc="-5" dirty="0">
                <a:solidFill>
                  <a:srgbClr val="0F469B"/>
                </a:solidFill>
                <a:latin typeface="+mj-lt"/>
                <a:cs typeface="Calibri"/>
              </a:rPr>
              <a:t>is</a:t>
            </a:r>
            <a:r>
              <a:rPr sz="1800" i="1" spc="10" dirty="0">
                <a:solidFill>
                  <a:srgbClr val="0F469B"/>
                </a:solidFill>
                <a:latin typeface="+mj-lt"/>
                <a:cs typeface="Calibri"/>
              </a:rPr>
              <a:t> </a:t>
            </a:r>
            <a:r>
              <a:rPr sz="1800" i="1" spc="-5" dirty="0">
                <a:solidFill>
                  <a:srgbClr val="0F469B"/>
                </a:solidFill>
                <a:latin typeface="+mj-lt"/>
                <a:cs typeface="Calibri"/>
              </a:rPr>
              <a:t>signed</a:t>
            </a:r>
            <a:r>
              <a:rPr sz="1800" i="1" spc="5" dirty="0">
                <a:solidFill>
                  <a:srgbClr val="0F469B"/>
                </a:solidFill>
                <a:latin typeface="+mj-lt"/>
                <a:cs typeface="Calibri"/>
              </a:rPr>
              <a:t> </a:t>
            </a:r>
            <a:r>
              <a:rPr sz="1800" i="1" spc="-5" dirty="0">
                <a:solidFill>
                  <a:srgbClr val="0F469B"/>
                </a:solidFill>
                <a:latin typeface="+mj-lt"/>
                <a:cs typeface="Calibri"/>
              </a:rPr>
              <a:t>between</a:t>
            </a:r>
            <a:r>
              <a:rPr sz="1800" i="1" spc="15" dirty="0">
                <a:solidFill>
                  <a:srgbClr val="0F469B"/>
                </a:solidFill>
                <a:latin typeface="+mj-lt"/>
                <a:cs typeface="Calibri"/>
              </a:rPr>
              <a:t> </a:t>
            </a:r>
            <a:r>
              <a:rPr sz="1800" i="1" spc="-5" dirty="0">
                <a:solidFill>
                  <a:srgbClr val="0F469B"/>
                </a:solidFill>
                <a:latin typeface="+mj-lt"/>
                <a:cs typeface="Calibri"/>
              </a:rPr>
              <a:t>the</a:t>
            </a:r>
            <a:r>
              <a:rPr sz="1800" i="1" spc="5" dirty="0">
                <a:solidFill>
                  <a:srgbClr val="0F469B"/>
                </a:solidFill>
                <a:latin typeface="+mj-lt"/>
                <a:cs typeface="Calibri"/>
              </a:rPr>
              <a:t> </a:t>
            </a:r>
            <a:r>
              <a:rPr sz="1800" i="1" spc="-5" dirty="0">
                <a:solidFill>
                  <a:srgbClr val="0F469B"/>
                </a:solidFill>
                <a:latin typeface="+mj-lt"/>
                <a:cs typeface="Calibri"/>
              </a:rPr>
              <a:t>parties,</a:t>
            </a:r>
            <a:r>
              <a:rPr sz="1800" i="1" spc="15" dirty="0">
                <a:solidFill>
                  <a:srgbClr val="0F469B"/>
                </a:solidFill>
                <a:latin typeface="+mj-lt"/>
                <a:cs typeface="Calibri"/>
              </a:rPr>
              <a:t> </a:t>
            </a:r>
            <a:r>
              <a:rPr sz="1800" i="1" spc="-5" dirty="0">
                <a:solidFill>
                  <a:srgbClr val="0F469B"/>
                </a:solidFill>
                <a:latin typeface="+mj-lt"/>
                <a:cs typeface="Calibri"/>
              </a:rPr>
              <a:t>The</a:t>
            </a:r>
            <a:r>
              <a:rPr sz="1800" i="1" dirty="0">
                <a:solidFill>
                  <a:srgbClr val="0F469B"/>
                </a:solidFill>
                <a:latin typeface="+mj-lt"/>
                <a:cs typeface="Calibri"/>
              </a:rPr>
              <a:t> </a:t>
            </a:r>
            <a:r>
              <a:rPr sz="1800" i="1" spc="-5" dirty="0">
                <a:solidFill>
                  <a:srgbClr val="0F469B"/>
                </a:solidFill>
                <a:latin typeface="+mj-lt"/>
                <a:cs typeface="Calibri"/>
              </a:rPr>
              <a:t>recipient</a:t>
            </a:r>
            <a:r>
              <a:rPr sz="1800" i="1" spc="5" dirty="0">
                <a:solidFill>
                  <a:srgbClr val="0F469B"/>
                </a:solidFill>
                <a:latin typeface="+mj-lt"/>
                <a:cs typeface="Calibri"/>
              </a:rPr>
              <a:t> </a:t>
            </a:r>
            <a:r>
              <a:rPr sz="1800" i="1" spc="-10" dirty="0">
                <a:solidFill>
                  <a:srgbClr val="0F469B"/>
                </a:solidFill>
                <a:latin typeface="+mj-lt"/>
                <a:cs typeface="Calibri"/>
              </a:rPr>
              <a:t>shall</a:t>
            </a:r>
            <a:r>
              <a:rPr sz="1800" i="1" spc="20" dirty="0">
                <a:solidFill>
                  <a:srgbClr val="0F469B"/>
                </a:solidFill>
                <a:latin typeface="+mj-lt"/>
                <a:cs typeface="Calibri"/>
              </a:rPr>
              <a:t> </a:t>
            </a:r>
            <a:r>
              <a:rPr sz="1800" i="1" spc="-5" dirty="0">
                <a:solidFill>
                  <a:srgbClr val="0F469B"/>
                </a:solidFill>
                <a:latin typeface="+mj-lt"/>
                <a:cs typeface="Calibri"/>
              </a:rPr>
              <a:t>have</a:t>
            </a:r>
            <a:r>
              <a:rPr sz="1800" i="1" dirty="0">
                <a:solidFill>
                  <a:srgbClr val="0F469B"/>
                </a:solidFill>
                <a:latin typeface="+mj-lt"/>
                <a:cs typeface="Calibri"/>
              </a:rPr>
              <a:t> </a:t>
            </a:r>
            <a:r>
              <a:rPr sz="1800" i="1" spc="-5" dirty="0">
                <a:solidFill>
                  <a:srgbClr val="0F469B"/>
                </a:solidFill>
                <a:latin typeface="+mj-lt"/>
                <a:cs typeface="Calibri"/>
              </a:rPr>
              <a:t>the </a:t>
            </a:r>
            <a:r>
              <a:rPr sz="1800" i="1" spc="-10" dirty="0">
                <a:solidFill>
                  <a:srgbClr val="0F469B"/>
                </a:solidFill>
                <a:latin typeface="+mj-lt"/>
                <a:cs typeface="Calibri"/>
              </a:rPr>
              <a:t>right</a:t>
            </a:r>
            <a:r>
              <a:rPr sz="1800" i="1" spc="10" dirty="0">
                <a:solidFill>
                  <a:srgbClr val="0F469B"/>
                </a:solidFill>
                <a:latin typeface="+mj-lt"/>
                <a:cs typeface="Calibri"/>
              </a:rPr>
              <a:t> </a:t>
            </a:r>
            <a:r>
              <a:rPr sz="1800" i="1" spc="-15" dirty="0">
                <a:solidFill>
                  <a:srgbClr val="0F469B"/>
                </a:solidFill>
                <a:latin typeface="+mj-lt"/>
                <a:cs typeface="Calibri"/>
              </a:rPr>
              <a:t>to</a:t>
            </a:r>
            <a:r>
              <a:rPr sz="1800" i="1" spc="15" dirty="0">
                <a:solidFill>
                  <a:srgbClr val="0F469B"/>
                </a:solidFill>
                <a:latin typeface="+mj-lt"/>
                <a:cs typeface="Calibri"/>
              </a:rPr>
              <a:t> </a:t>
            </a:r>
            <a:r>
              <a:rPr sz="1800" i="1" spc="-10" dirty="0">
                <a:solidFill>
                  <a:srgbClr val="0F469B"/>
                </a:solidFill>
                <a:latin typeface="+mj-lt"/>
                <a:cs typeface="Calibri"/>
              </a:rPr>
              <a:t>duplicate,</a:t>
            </a:r>
            <a:r>
              <a:rPr sz="1800" i="1" spc="20" dirty="0">
                <a:solidFill>
                  <a:srgbClr val="0F469B"/>
                </a:solidFill>
                <a:latin typeface="+mj-lt"/>
                <a:cs typeface="Calibri"/>
              </a:rPr>
              <a:t> </a:t>
            </a:r>
            <a:r>
              <a:rPr sz="1800" i="1" spc="-5" dirty="0">
                <a:solidFill>
                  <a:srgbClr val="0F469B"/>
                </a:solidFill>
                <a:latin typeface="+mj-lt"/>
                <a:cs typeface="Calibri"/>
              </a:rPr>
              <a:t>use</a:t>
            </a:r>
            <a:r>
              <a:rPr sz="1800" i="1" spc="15" dirty="0">
                <a:solidFill>
                  <a:srgbClr val="0F469B"/>
                </a:solidFill>
                <a:latin typeface="+mj-lt"/>
                <a:cs typeface="Calibri"/>
              </a:rPr>
              <a:t> </a:t>
            </a:r>
            <a:r>
              <a:rPr sz="1800" i="1" spc="-5" dirty="0">
                <a:solidFill>
                  <a:srgbClr val="0F469B"/>
                </a:solidFill>
                <a:latin typeface="+mj-lt"/>
                <a:cs typeface="Calibri"/>
              </a:rPr>
              <a:t>or</a:t>
            </a:r>
            <a:r>
              <a:rPr sz="1800" i="1" spc="5" dirty="0">
                <a:solidFill>
                  <a:srgbClr val="0F469B"/>
                </a:solidFill>
                <a:latin typeface="+mj-lt"/>
                <a:cs typeface="Calibri"/>
              </a:rPr>
              <a:t> </a:t>
            </a:r>
            <a:r>
              <a:rPr sz="1800" i="1" spc="-10" dirty="0">
                <a:solidFill>
                  <a:srgbClr val="0F469B"/>
                </a:solidFill>
                <a:latin typeface="+mj-lt"/>
                <a:cs typeface="Calibri"/>
              </a:rPr>
              <a:t>disclose</a:t>
            </a:r>
            <a:r>
              <a:rPr sz="1800" i="1" spc="25" dirty="0">
                <a:solidFill>
                  <a:srgbClr val="0F469B"/>
                </a:solidFill>
                <a:latin typeface="+mj-lt"/>
                <a:cs typeface="Calibri"/>
              </a:rPr>
              <a:t> </a:t>
            </a:r>
            <a:r>
              <a:rPr sz="1800" i="1" spc="-5" dirty="0">
                <a:solidFill>
                  <a:srgbClr val="0F469B"/>
                </a:solidFill>
                <a:latin typeface="+mj-lt"/>
                <a:cs typeface="Calibri"/>
              </a:rPr>
              <a:t>the</a:t>
            </a:r>
            <a:r>
              <a:rPr sz="1800" i="1" spc="5" dirty="0">
                <a:solidFill>
                  <a:srgbClr val="0F469B"/>
                </a:solidFill>
                <a:latin typeface="+mj-lt"/>
                <a:cs typeface="Calibri"/>
              </a:rPr>
              <a:t> </a:t>
            </a:r>
            <a:r>
              <a:rPr sz="1800" i="1" spc="-5" dirty="0">
                <a:solidFill>
                  <a:srgbClr val="0F469B"/>
                </a:solidFill>
                <a:latin typeface="+mj-lt"/>
                <a:cs typeface="Calibri"/>
              </a:rPr>
              <a:t>information</a:t>
            </a:r>
            <a:r>
              <a:rPr sz="1800" i="1" spc="15" dirty="0">
                <a:solidFill>
                  <a:srgbClr val="0F469B"/>
                </a:solidFill>
                <a:latin typeface="+mj-lt"/>
                <a:cs typeface="Calibri"/>
              </a:rPr>
              <a:t> </a:t>
            </a:r>
            <a:r>
              <a:rPr sz="1800" i="1" spc="-15" dirty="0">
                <a:solidFill>
                  <a:srgbClr val="0F469B"/>
                </a:solidFill>
                <a:latin typeface="+mj-lt"/>
                <a:cs typeface="Calibri"/>
              </a:rPr>
              <a:t>to</a:t>
            </a:r>
            <a:r>
              <a:rPr sz="1800" i="1" dirty="0">
                <a:solidFill>
                  <a:srgbClr val="0F469B"/>
                </a:solidFill>
                <a:latin typeface="+mj-lt"/>
                <a:cs typeface="Calibri"/>
              </a:rPr>
              <a:t> </a:t>
            </a:r>
            <a:r>
              <a:rPr sz="1800" i="1" spc="-5" dirty="0">
                <a:solidFill>
                  <a:srgbClr val="0F469B"/>
                </a:solidFill>
                <a:latin typeface="+mj-lt"/>
                <a:cs typeface="Calibri"/>
              </a:rPr>
              <a:t>the </a:t>
            </a:r>
            <a:r>
              <a:rPr sz="1800" i="1" dirty="0">
                <a:solidFill>
                  <a:srgbClr val="0F469B"/>
                </a:solidFill>
                <a:latin typeface="+mj-lt"/>
                <a:cs typeface="Calibri"/>
              </a:rPr>
              <a:t> </a:t>
            </a:r>
            <a:r>
              <a:rPr sz="1800" i="1" spc="-15" dirty="0">
                <a:solidFill>
                  <a:srgbClr val="0F469B"/>
                </a:solidFill>
                <a:latin typeface="+mj-lt"/>
                <a:cs typeface="Calibri"/>
              </a:rPr>
              <a:t>extent</a:t>
            </a:r>
            <a:r>
              <a:rPr sz="1800" i="1" dirty="0">
                <a:solidFill>
                  <a:srgbClr val="0F469B"/>
                </a:solidFill>
                <a:latin typeface="+mj-lt"/>
                <a:cs typeface="Calibri"/>
              </a:rPr>
              <a:t> </a:t>
            </a:r>
            <a:r>
              <a:rPr sz="1800" i="1" spc="-5" dirty="0">
                <a:solidFill>
                  <a:srgbClr val="0F469B"/>
                </a:solidFill>
                <a:latin typeface="+mj-lt"/>
                <a:cs typeface="Calibri"/>
              </a:rPr>
              <a:t>provided</a:t>
            </a:r>
            <a:r>
              <a:rPr sz="1800" i="1" spc="20" dirty="0">
                <a:solidFill>
                  <a:srgbClr val="0F469B"/>
                </a:solidFill>
                <a:latin typeface="+mj-lt"/>
                <a:cs typeface="Calibri"/>
              </a:rPr>
              <a:t> </a:t>
            </a:r>
            <a:r>
              <a:rPr sz="1800" i="1" spc="-5" dirty="0">
                <a:solidFill>
                  <a:srgbClr val="0F469B"/>
                </a:solidFill>
                <a:latin typeface="+mj-lt"/>
                <a:cs typeface="Calibri"/>
              </a:rPr>
              <a:t>in</a:t>
            </a:r>
            <a:r>
              <a:rPr sz="1800" i="1" spc="15" dirty="0">
                <a:solidFill>
                  <a:srgbClr val="0F469B"/>
                </a:solidFill>
                <a:latin typeface="+mj-lt"/>
                <a:cs typeface="Calibri"/>
              </a:rPr>
              <a:t> </a:t>
            </a:r>
            <a:r>
              <a:rPr sz="1800" i="1" dirty="0">
                <a:solidFill>
                  <a:srgbClr val="0F469B"/>
                </a:solidFill>
                <a:latin typeface="+mj-lt"/>
                <a:cs typeface="Calibri"/>
              </a:rPr>
              <a:t>the</a:t>
            </a:r>
            <a:r>
              <a:rPr sz="1800" i="1" spc="5" dirty="0">
                <a:solidFill>
                  <a:srgbClr val="0F469B"/>
                </a:solidFill>
                <a:latin typeface="+mj-lt"/>
                <a:cs typeface="Calibri"/>
              </a:rPr>
              <a:t> </a:t>
            </a:r>
            <a:r>
              <a:rPr sz="1800" i="1" spc="-10" dirty="0">
                <a:solidFill>
                  <a:srgbClr val="0F469B"/>
                </a:solidFill>
                <a:latin typeface="+mj-lt"/>
                <a:cs typeface="Calibri"/>
              </a:rPr>
              <a:t>contract.</a:t>
            </a:r>
            <a:r>
              <a:rPr sz="1800" i="1" spc="15" dirty="0">
                <a:solidFill>
                  <a:srgbClr val="0F469B"/>
                </a:solidFill>
                <a:latin typeface="+mj-lt"/>
                <a:cs typeface="Calibri"/>
              </a:rPr>
              <a:t> </a:t>
            </a:r>
            <a:r>
              <a:rPr sz="1800" i="1" spc="-5" dirty="0">
                <a:solidFill>
                  <a:srgbClr val="0F469B"/>
                </a:solidFill>
                <a:latin typeface="+mj-lt"/>
                <a:cs typeface="Calibri"/>
              </a:rPr>
              <a:t>This</a:t>
            </a:r>
            <a:r>
              <a:rPr sz="1800" i="1" spc="5" dirty="0">
                <a:solidFill>
                  <a:srgbClr val="0F469B"/>
                </a:solidFill>
                <a:latin typeface="+mj-lt"/>
                <a:cs typeface="Calibri"/>
              </a:rPr>
              <a:t> </a:t>
            </a:r>
            <a:r>
              <a:rPr sz="1800" i="1" spc="-10" dirty="0">
                <a:solidFill>
                  <a:srgbClr val="0F469B"/>
                </a:solidFill>
                <a:latin typeface="+mj-lt"/>
                <a:cs typeface="Calibri"/>
              </a:rPr>
              <a:t>restriction</a:t>
            </a:r>
            <a:r>
              <a:rPr sz="1800" i="1" spc="25" dirty="0">
                <a:solidFill>
                  <a:srgbClr val="0F469B"/>
                </a:solidFill>
                <a:latin typeface="+mj-lt"/>
                <a:cs typeface="Calibri"/>
              </a:rPr>
              <a:t> </a:t>
            </a:r>
            <a:r>
              <a:rPr sz="1800" i="1" spc="-5" dirty="0">
                <a:solidFill>
                  <a:srgbClr val="0F469B"/>
                </a:solidFill>
                <a:latin typeface="+mj-lt"/>
                <a:cs typeface="Calibri"/>
              </a:rPr>
              <a:t>does</a:t>
            </a:r>
            <a:r>
              <a:rPr sz="1800" i="1" spc="15" dirty="0">
                <a:solidFill>
                  <a:srgbClr val="0F469B"/>
                </a:solidFill>
                <a:latin typeface="+mj-lt"/>
                <a:cs typeface="Calibri"/>
              </a:rPr>
              <a:t> </a:t>
            </a:r>
            <a:r>
              <a:rPr sz="1800" i="1" spc="-5" dirty="0">
                <a:solidFill>
                  <a:srgbClr val="0F469B"/>
                </a:solidFill>
                <a:latin typeface="+mj-lt"/>
                <a:cs typeface="Calibri"/>
              </a:rPr>
              <a:t>not</a:t>
            </a:r>
            <a:r>
              <a:rPr sz="1800" i="1" spc="10" dirty="0">
                <a:solidFill>
                  <a:srgbClr val="0F469B"/>
                </a:solidFill>
                <a:latin typeface="+mj-lt"/>
                <a:cs typeface="Calibri"/>
              </a:rPr>
              <a:t> </a:t>
            </a:r>
            <a:r>
              <a:rPr sz="1800" i="1" spc="-5" dirty="0">
                <a:solidFill>
                  <a:srgbClr val="0F469B"/>
                </a:solidFill>
                <a:latin typeface="+mj-lt"/>
                <a:cs typeface="Calibri"/>
              </a:rPr>
              <a:t>limit</a:t>
            </a:r>
            <a:r>
              <a:rPr sz="1800" i="1" spc="10" dirty="0">
                <a:solidFill>
                  <a:srgbClr val="0F469B"/>
                </a:solidFill>
                <a:latin typeface="+mj-lt"/>
                <a:cs typeface="Calibri"/>
              </a:rPr>
              <a:t> </a:t>
            </a:r>
            <a:r>
              <a:rPr sz="1800" i="1" dirty="0">
                <a:solidFill>
                  <a:srgbClr val="0F469B"/>
                </a:solidFill>
                <a:latin typeface="+mj-lt"/>
                <a:cs typeface="Calibri"/>
              </a:rPr>
              <a:t>the</a:t>
            </a:r>
            <a:r>
              <a:rPr sz="1800" i="1" spc="5" dirty="0">
                <a:solidFill>
                  <a:srgbClr val="0F469B"/>
                </a:solidFill>
                <a:latin typeface="+mj-lt"/>
                <a:cs typeface="Calibri"/>
              </a:rPr>
              <a:t> </a:t>
            </a:r>
            <a:r>
              <a:rPr sz="1800" i="1" spc="-10" dirty="0">
                <a:solidFill>
                  <a:srgbClr val="0F469B"/>
                </a:solidFill>
                <a:latin typeface="+mj-lt"/>
                <a:cs typeface="Calibri"/>
              </a:rPr>
              <a:t>right</a:t>
            </a:r>
            <a:r>
              <a:rPr sz="1800" i="1" spc="5" dirty="0">
                <a:solidFill>
                  <a:srgbClr val="0F469B"/>
                </a:solidFill>
                <a:latin typeface="+mj-lt"/>
                <a:cs typeface="Calibri"/>
              </a:rPr>
              <a:t> </a:t>
            </a:r>
            <a:r>
              <a:rPr sz="1800" i="1" spc="-5" dirty="0">
                <a:solidFill>
                  <a:srgbClr val="0F469B"/>
                </a:solidFill>
                <a:latin typeface="+mj-lt"/>
                <a:cs typeface="Calibri"/>
              </a:rPr>
              <a:t>of</a:t>
            </a:r>
            <a:r>
              <a:rPr sz="1800" i="1" dirty="0">
                <a:solidFill>
                  <a:srgbClr val="0F469B"/>
                </a:solidFill>
                <a:latin typeface="+mj-lt"/>
                <a:cs typeface="Calibri"/>
              </a:rPr>
              <a:t> </a:t>
            </a:r>
            <a:r>
              <a:rPr sz="1800" i="1" spc="-5" dirty="0">
                <a:solidFill>
                  <a:srgbClr val="0F469B"/>
                </a:solidFill>
                <a:latin typeface="+mj-lt"/>
                <a:cs typeface="Calibri"/>
              </a:rPr>
              <a:t>recipient</a:t>
            </a:r>
            <a:r>
              <a:rPr sz="1800" i="1" spc="10" dirty="0">
                <a:solidFill>
                  <a:srgbClr val="0F469B"/>
                </a:solidFill>
                <a:latin typeface="+mj-lt"/>
                <a:cs typeface="Calibri"/>
              </a:rPr>
              <a:t> </a:t>
            </a:r>
            <a:r>
              <a:rPr sz="1800" i="1" spc="-15" dirty="0">
                <a:solidFill>
                  <a:srgbClr val="0F469B"/>
                </a:solidFill>
                <a:latin typeface="+mj-lt"/>
                <a:cs typeface="Calibri"/>
              </a:rPr>
              <a:t>to</a:t>
            </a:r>
            <a:r>
              <a:rPr sz="1800" i="1" spc="15" dirty="0">
                <a:solidFill>
                  <a:srgbClr val="0F469B"/>
                </a:solidFill>
                <a:latin typeface="+mj-lt"/>
                <a:cs typeface="Calibri"/>
              </a:rPr>
              <a:t> </a:t>
            </a:r>
            <a:r>
              <a:rPr sz="1800" i="1" spc="-5" dirty="0">
                <a:solidFill>
                  <a:srgbClr val="0F469B"/>
                </a:solidFill>
                <a:latin typeface="+mj-lt"/>
                <a:cs typeface="Calibri"/>
              </a:rPr>
              <a:t>use</a:t>
            </a:r>
            <a:r>
              <a:rPr sz="1800" i="1" spc="5" dirty="0">
                <a:solidFill>
                  <a:srgbClr val="0F469B"/>
                </a:solidFill>
                <a:latin typeface="+mj-lt"/>
                <a:cs typeface="Calibri"/>
              </a:rPr>
              <a:t> </a:t>
            </a:r>
            <a:r>
              <a:rPr sz="1800" i="1" spc="-10" dirty="0">
                <a:solidFill>
                  <a:srgbClr val="0F469B"/>
                </a:solidFill>
                <a:latin typeface="+mj-lt"/>
                <a:cs typeface="Calibri"/>
              </a:rPr>
              <a:t>information</a:t>
            </a:r>
            <a:r>
              <a:rPr sz="1800" i="1" spc="25" dirty="0">
                <a:solidFill>
                  <a:srgbClr val="0F469B"/>
                </a:solidFill>
                <a:latin typeface="+mj-lt"/>
                <a:cs typeface="Calibri"/>
              </a:rPr>
              <a:t> </a:t>
            </a:r>
            <a:r>
              <a:rPr sz="1800" i="1" spc="-15" dirty="0">
                <a:solidFill>
                  <a:srgbClr val="0F469B"/>
                </a:solidFill>
                <a:latin typeface="+mj-lt"/>
                <a:cs typeface="Calibri"/>
              </a:rPr>
              <a:t>contained</a:t>
            </a:r>
            <a:r>
              <a:rPr sz="1800" i="1" spc="-5" dirty="0">
                <a:solidFill>
                  <a:srgbClr val="0F469B"/>
                </a:solidFill>
                <a:latin typeface="+mj-lt"/>
                <a:cs typeface="Calibri"/>
              </a:rPr>
              <a:t> </a:t>
            </a:r>
            <a:r>
              <a:rPr sz="1800" i="1" dirty="0">
                <a:solidFill>
                  <a:srgbClr val="0F469B"/>
                </a:solidFill>
                <a:latin typeface="+mj-lt"/>
                <a:cs typeface="Calibri"/>
              </a:rPr>
              <a:t>in</a:t>
            </a:r>
            <a:r>
              <a:rPr sz="1800" i="1" spc="10" dirty="0">
                <a:solidFill>
                  <a:srgbClr val="0F469B"/>
                </a:solidFill>
                <a:latin typeface="+mj-lt"/>
                <a:cs typeface="Calibri"/>
              </a:rPr>
              <a:t> </a:t>
            </a:r>
            <a:r>
              <a:rPr sz="1800" i="1" dirty="0">
                <a:solidFill>
                  <a:srgbClr val="0F469B"/>
                </a:solidFill>
                <a:latin typeface="+mj-lt"/>
                <a:cs typeface="Calibri"/>
              </a:rPr>
              <a:t>the </a:t>
            </a:r>
            <a:r>
              <a:rPr sz="1800" i="1" spc="5" dirty="0">
                <a:solidFill>
                  <a:srgbClr val="0F469B"/>
                </a:solidFill>
                <a:latin typeface="+mj-lt"/>
                <a:cs typeface="Calibri"/>
              </a:rPr>
              <a:t> </a:t>
            </a:r>
            <a:r>
              <a:rPr sz="1800" i="1" spc="-5" dirty="0">
                <a:solidFill>
                  <a:srgbClr val="0F469B"/>
                </a:solidFill>
                <a:latin typeface="+mj-lt"/>
                <a:cs typeface="Calibri"/>
              </a:rPr>
              <a:t>proposal</a:t>
            </a:r>
            <a:r>
              <a:rPr sz="1800" i="1" spc="5" dirty="0">
                <a:solidFill>
                  <a:srgbClr val="0F469B"/>
                </a:solidFill>
                <a:latin typeface="+mj-lt"/>
                <a:cs typeface="Calibri"/>
              </a:rPr>
              <a:t> </a:t>
            </a:r>
            <a:r>
              <a:rPr sz="1800" i="1" spc="-5" dirty="0">
                <a:solidFill>
                  <a:srgbClr val="0F469B"/>
                </a:solidFill>
                <a:latin typeface="+mj-lt"/>
                <a:cs typeface="Calibri"/>
              </a:rPr>
              <a:t>if </a:t>
            </a:r>
            <a:r>
              <a:rPr sz="1800" i="1" dirty="0">
                <a:solidFill>
                  <a:srgbClr val="0F469B"/>
                </a:solidFill>
                <a:latin typeface="+mj-lt"/>
                <a:cs typeface="Calibri"/>
              </a:rPr>
              <a:t>it</a:t>
            </a:r>
            <a:r>
              <a:rPr sz="1800" i="1" spc="5" dirty="0">
                <a:solidFill>
                  <a:srgbClr val="0F469B"/>
                </a:solidFill>
                <a:latin typeface="+mj-lt"/>
                <a:cs typeface="Calibri"/>
              </a:rPr>
              <a:t> </a:t>
            </a:r>
            <a:r>
              <a:rPr sz="1800" i="1" spc="-5" dirty="0">
                <a:solidFill>
                  <a:srgbClr val="0F469B"/>
                </a:solidFill>
                <a:latin typeface="+mj-lt"/>
                <a:cs typeface="Calibri"/>
              </a:rPr>
              <a:t>is</a:t>
            </a:r>
            <a:r>
              <a:rPr sz="1800" i="1" spc="5" dirty="0">
                <a:solidFill>
                  <a:srgbClr val="0F469B"/>
                </a:solidFill>
                <a:latin typeface="+mj-lt"/>
                <a:cs typeface="Calibri"/>
              </a:rPr>
              <a:t> </a:t>
            </a:r>
            <a:r>
              <a:rPr sz="1800" i="1" spc="-10" dirty="0">
                <a:solidFill>
                  <a:srgbClr val="0F469B"/>
                </a:solidFill>
                <a:latin typeface="+mj-lt"/>
                <a:cs typeface="Calibri"/>
              </a:rPr>
              <a:t>obtained</a:t>
            </a:r>
            <a:r>
              <a:rPr sz="1800" i="1" spc="10" dirty="0">
                <a:solidFill>
                  <a:srgbClr val="0F469B"/>
                </a:solidFill>
                <a:latin typeface="+mj-lt"/>
                <a:cs typeface="Calibri"/>
              </a:rPr>
              <a:t> </a:t>
            </a:r>
            <a:r>
              <a:rPr sz="1800" i="1" spc="-5" dirty="0">
                <a:solidFill>
                  <a:srgbClr val="0F469B"/>
                </a:solidFill>
                <a:latin typeface="+mj-lt"/>
                <a:cs typeface="Calibri"/>
              </a:rPr>
              <a:t>from another</a:t>
            </a:r>
            <a:r>
              <a:rPr sz="1800" i="1" spc="5" dirty="0">
                <a:solidFill>
                  <a:srgbClr val="0F469B"/>
                </a:solidFill>
                <a:latin typeface="+mj-lt"/>
                <a:cs typeface="Calibri"/>
              </a:rPr>
              <a:t> </a:t>
            </a:r>
            <a:r>
              <a:rPr sz="1800" i="1" spc="-10" dirty="0">
                <a:solidFill>
                  <a:srgbClr val="0F469B"/>
                </a:solidFill>
                <a:latin typeface="+mj-lt"/>
                <a:cs typeface="Calibri"/>
              </a:rPr>
              <a:t>source</a:t>
            </a:r>
            <a:r>
              <a:rPr sz="1800" i="1" spc="15" dirty="0">
                <a:solidFill>
                  <a:srgbClr val="0F469B"/>
                </a:solidFill>
                <a:latin typeface="+mj-lt"/>
                <a:cs typeface="Calibri"/>
              </a:rPr>
              <a:t> </a:t>
            </a:r>
            <a:r>
              <a:rPr sz="1800" i="1" spc="-5" dirty="0">
                <a:solidFill>
                  <a:srgbClr val="0F469B"/>
                </a:solidFill>
                <a:latin typeface="+mj-lt"/>
                <a:cs typeface="Calibri"/>
              </a:rPr>
              <a:t>without</a:t>
            </a:r>
            <a:r>
              <a:rPr sz="1800" i="1" spc="15" dirty="0">
                <a:solidFill>
                  <a:srgbClr val="0F469B"/>
                </a:solidFill>
                <a:latin typeface="+mj-lt"/>
                <a:cs typeface="Calibri"/>
              </a:rPr>
              <a:t> </a:t>
            </a:r>
            <a:r>
              <a:rPr sz="1800" i="1" spc="-5" dirty="0">
                <a:solidFill>
                  <a:srgbClr val="0F469B"/>
                </a:solidFill>
                <a:latin typeface="+mj-lt"/>
                <a:cs typeface="Calibri"/>
              </a:rPr>
              <a:t>restriction</a:t>
            </a:r>
            <a:r>
              <a:rPr sz="2000" i="1" spc="-5" dirty="0">
                <a:solidFill>
                  <a:srgbClr val="0F469B"/>
                </a:solidFill>
                <a:latin typeface="+mj-lt"/>
                <a:cs typeface="Calibri"/>
              </a:rPr>
              <a:t>.</a:t>
            </a:r>
            <a:endParaRPr sz="2000" dirty="0">
              <a:latin typeface="+mj-lt"/>
              <a:cs typeface="Calibri"/>
            </a:endParaRPr>
          </a:p>
        </p:txBody>
      </p:sp>
      <p:sp>
        <p:nvSpPr>
          <p:cNvPr id="4" name="object 4"/>
          <p:cNvSpPr txBox="1"/>
          <p:nvPr/>
        </p:nvSpPr>
        <p:spPr>
          <a:xfrm>
            <a:off x="5211826" y="6579819"/>
            <a:ext cx="1769110" cy="223520"/>
          </a:xfrm>
          <a:prstGeom prst="rect">
            <a:avLst/>
          </a:prstGeom>
        </p:spPr>
        <p:txBody>
          <a:bodyPr vert="horz" wrap="square" lIns="0" tIns="12065" rIns="0" bIns="0" rtlCol="0">
            <a:spAutoFit/>
          </a:bodyPr>
          <a:lstStyle/>
          <a:p>
            <a:pPr marL="12700">
              <a:lnSpc>
                <a:spcPct val="100000"/>
              </a:lnSpc>
              <a:spcBef>
                <a:spcPts val="95"/>
              </a:spcBef>
            </a:pPr>
            <a:r>
              <a:rPr sz="1300" spc="-10" dirty="0">
                <a:solidFill>
                  <a:srgbClr val="1F487C"/>
                </a:solidFill>
                <a:latin typeface="Verdana"/>
                <a:cs typeface="Verdana"/>
                <a:hlinkClick r:id="rId2"/>
              </a:rPr>
              <a:t>ww</a:t>
            </a:r>
            <a:r>
              <a:rPr sz="1300" dirty="0">
                <a:solidFill>
                  <a:srgbClr val="1F487C"/>
                </a:solidFill>
                <a:latin typeface="Verdana"/>
                <a:cs typeface="Verdana"/>
                <a:hlinkClick r:id="rId2"/>
              </a:rPr>
              <a:t>w</a:t>
            </a:r>
            <a:r>
              <a:rPr sz="1300" spc="-130" dirty="0">
                <a:solidFill>
                  <a:srgbClr val="1F487C"/>
                </a:solidFill>
                <a:latin typeface="Verdana"/>
                <a:cs typeface="Verdana"/>
                <a:hlinkClick r:id="rId2"/>
              </a:rPr>
              <a:t>.</a:t>
            </a:r>
            <a:r>
              <a:rPr sz="1300" spc="-20" dirty="0">
                <a:solidFill>
                  <a:srgbClr val="1F487C"/>
                </a:solidFill>
                <a:latin typeface="Verdana"/>
                <a:cs typeface="Verdana"/>
                <a:hlinkClick r:id="rId2"/>
              </a:rPr>
              <a:t>p</a:t>
            </a:r>
            <a:r>
              <a:rPr sz="1300" spc="5" dirty="0">
                <a:solidFill>
                  <a:srgbClr val="1F487C"/>
                </a:solidFill>
                <a:latin typeface="Verdana"/>
                <a:cs typeface="Verdana"/>
                <a:hlinkClick r:id="rId2"/>
              </a:rPr>
              <a:t>i</a:t>
            </a:r>
            <a:r>
              <a:rPr sz="1300" spc="-100" dirty="0">
                <a:solidFill>
                  <a:srgbClr val="1F487C"/>
                </a:solidFill>
                <a:latin typeface="Verdana"/>
                <a:cs typeface="Verdana"/>
                <a:hlinkClick r:id="rId2"/>
              </a:rPr>
              <a:t>l</a:t>
            </a:r>
            <a:r>
              <a:rPr sz="1300" spc="60" dirty="0">
                <a:solidFill>
                  <a:srgbClr val="1F487C"/>
                </a:solidFill>
                <a:latin typeface="Verdana"/>
                <a:cs typeface="Verdana"/>
                <a:hlinkClick r:id="rId2"/>
              </a:rPr>
              <a:t>og</a:t>
            </a:r>
            <a:r>
              <a:rPr sz="1300" spc="65" dirty="0">
                <a:solidFill>
                  <a:srgbClr val="1F487C"/>
                </a:solidFill>
                <a:latin typeface="Verdana"/>
                <a:cs typeface="Verdana"/>
                <a:hlinkClick r:id="rId2"/>
              </a:rPr>
              <a:t>g</a:t>
            </a:r>
            <a:r>
              <a:rPr sz="1300" spc="-175" dirty="0">
                <a:solidFill>
                  <a:srgbClr val="1F487C"/>
                </a:solidFill>
                <a:latin typeface="Verdana"/>
                <a:cs typeface="Verdana"/>
                <a:hlinkClick r:id="rId2"/>
              </a:rPr>
              <a:t>r</a:t>
            </a:r>
            <a:r>
              <a:rPr sz="1300" spc="10" dirty="0">
                <a:solidFill>
                  <a:srgbClr val="1F487C"/>
                </a:solidFill>
                <a:latin typeface="Verdana"/>
                <a:cs typeface="Verdana"/>
                <a:hlinkClick r:id="rId2"/>
              </a:rPr>
              <a:t>ou</a:t>
            </a:r>
            <a:r>
              <a:rPr sz="1300" spc="-30" dirty="0">
                <a:solidFill>
                  <a:srgbClr val="1F487C"/>
                </a:solidFill>
                <a:latin typeface="Verdana"/>
                <a:cs typeface="Verdana"/>
                <a:hlinkClick r:id="rId2"/>
              </a:rPr>
              <a:t>p</a:t>
            </a:r>
            <a:r>
              <a:rPr sz="1300" spc="-25" dirty="0">
                <a:solidFill>
                  <a:srgbClr val="1F487C"/>
                </a:solidFill>
                <a:latin typeface="Verdana"/>
                <a:cs typeface="Verdana"/>
                <a:hlinkClick r:id="rId2"/>
              </a:rPr>
              <a:t>.</a:t>
            </a:r>
            <a:r>
              <a:rPr sz="1300" spc="55" dirty="0">
                <a:solidFill>
                  <a:srgbClr val="1F487C"/>
                </a:solidFill>
                <a:latin typeface="Verdana"/>
                <a:cs typeface="Verdana"/>
                <a:hlinkClick r:id="rId2"/>
              </a:rPr>
              <a:t>com</a:t>
            </a:r>
            <a:endParaRPr sz="1300">
              <a:latin typeface="Verdana"/>
              <a:cs typeface="Verdana"/>
            </a:endParaRPr>
          </a:p>
        </p:txBody>
      </p:sp>
      <p:sp>
        <p:nvSpPr>
          <p:cNvPr id="5" name="object 5"/>
          <p:cNvSpPr txBox="1"/>
          <p:nvPr/>
        </p:nvSpPr>
        <p:spPr>
          <a:xfrm>
            <a:off x="11933935" y="6589877"/>
            <a:ext cx="230504"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a:cs typeface="Calibri"/>
              </a:rPr>
              <a:t>70</a:t>
            </a:r>
            <a:endParaRPr sz="1600">
              <a:latin typeface="Calibri"/>
              <a:cs typeface="Calibri"/>
            </a:endParaRPr>
          </a:p>
        </p:txBody>
      </p:sp>
      <p:sp>
        <p:nvSpPr>
          <p:cNvPr id="6" name="object 6"/>
          <p:cNvSpPr txBox="1"/>
          <p:nvPr/>
        </p:nvSpPr>
        <p:spPr>
          <a:xfrm>
            <a:off x="266801" y="6574028"/>
            <a:ext cx="465455"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FFFFFF"/>
                </a:solidFill>
                <a:latin typeface="Calibri"/>
                <a:cs typeface="Calibri"/>
              </a:rPr>
              <a:t>P</a:t>
            </a:r>
            <a:r>
              <a:rPr sz="1600" dirty="0">
                <a:solidFill>
                  <a:srgbClr val="FFFFFF"/>
                </a:solidFill>
                <a:latin typeface="Calibri"/>
                <a:cs typeface="Calibri"/>
              </a:rPr>
              <a:t>i</a:t>
            </a:r>
            <a:r>
              <a:rPr sz="1600" spc="-10" dirty="0">
                <a:solidFill>
                  <a:srgbClr val="FFFFFF"/>
                </a:solidFill>
                <a:latin typeface="Calibri"/>
                <a:cs typeface="Calibri"/>
              </a:rPr>
              <a:t>Log</a:t>
            </a:r>
            <a:endParaRPr sz="1600" dirty="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OPTIMA"/>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1015</TotalTime>
  <Words>5757</Words>
  <Application>Microsoft Office PowerPoint</Application>
  <PresentationFormat>Widescreen</PresentationFormat>
  <Paragraphs>1083</Paragraphs>
  <Slides>44</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44</vt:i4>
      </vt:variant>
    </vt:vector>
  </HeadingPairs>
  <TitlesOfParts>
    <vt:vector size="59" baseType="lpstr">
      <vt:lpstr>Malgun Gothic</vt:lpstr>
      <vt:lpstr>Microsoft JhengHei</vt:lpstr>
      <vt:lpstr>MS PGothic</vt:lpstr>
      <vt:lpstr>Adani Regular</vt:lpstr>
      <vt:lpstr>Arial</vt:lpstr>
      <vt:lpstr>Arial MT</vt:lpstr>
      <vt:lpstr>Calibri</vt:lpstr>
      <vt:lpstr>Courier New</vt:lpstr>
      <vt:lpstr>Optima</vt:lpstr>
      <vt:lpstr>Symbol</vt:lpstr>
      <vt:lpstr>Times New Roman</vt:lpstr>
      <vt:lpstr>Trebuchet MS</vt:lpstr>
      <vt:lpstr>Verdana</vt:lpstr>
      <vt:lpstr>Wingdings</vt:lpstr>
      <vt:lpstr>Office Theme</vt:lpstr>
      <vt:lpstr>PowerPoint Presentation</vt:lpstr>
      <vt:lpstr>Our understanding of Shree Cement Ltd Key objectives… …</vt:lpstr>
      <vt:lpstr>PiLog Group Overview and Clientele</vt:lpstr>
      <vt:lpstr>PiLog - The Digital Transformation Company</vt:lpstr>
      <vt:lpstr>Gartner  Recognitions</vt:lpstr>
      <vt:lpstr>PiLog’s Industry experience…</vt:lpstr>
      <vt:lpstr>PiLog Recommended Solution &amp; Approach</vt:lpstr>
      <vt:lpstr>Master Data Management – Organizational Strategy</vt:lpstr>
      <vt:lpstr>Data Quality Hub (PDQH): End to End Data lifecycle management solution…</vt:lpstr>
      <vt:lpstr>PowerPoint Presentation</vt:lpstr>
      <vt:lpstr>Solution Architecture Framework</vt:lpstr>
      <vt:lpstr>Single Version of Truth – Data Cleansing</vt:lpstr>
      <vt:lpstr>Data Quality Standards for Material Master…</vt:lpstr>
      <vt:lpstr>PiLog Preferred Ontology PPO (Taxonomy Standard) &amp; Business Benefits…</vt:lpstr>
      <vt:lpstr>PPO (PiLog Preferred Ontology) Examples… (Noun, Modifer)</vt:lpstr>
      <vt:lpstr>Codification Vs. Classification</vt:lpstr>
      <vt:lpstr>Taxonomies &amp; Classifications in the International market…</vt:lpstr>
      <vt:lpstr>UNSPSC Segments grouped with transformation</vt:lpstr>
      <vt:lpstr>Advantages of UNSPSC</vt:lpstr>
      <vt:lpstr>PiLog’s Taxonomy &amp; UNSPSC Classification (PPO: PiLog Preferred Ontology)…</vt:lpstr>
      <vt:lpstr>Sample Data Harmonization/Cleansing Process (Material)….</vt:lpstr>
      <vt:lpstr>Data Cleansing &amp; Standardization Example</vt:lpstr>
      <vt:lpstr>Material Harmonization and Cataloguing Outcome (Example….)</vt:lpstr>
      <vt:lpstr>Sample Catalogued Data</vt:lpstr>
      <vt:lpstr>Potential Duplicate Resolution Type-1</vt:lpstr>
      <vt:lpstr>Potential Duplicate Resolution Type-2</vt:lpstr>
      <vt:lpstr>Key Deliverables by PiLog (Material Master)</vt:lpstr>
      <vt:lpstr>Key Deliverables by PiLog (Material Master)</vt:lpstr>
      <vt:lpstr>Key Deliverables by PiLog (Material Master)</vt:lpstr>
      <vt:lpstr>PowerPoint Presentation</vt:lpstr>
      <vt:lpstr>PowerPoint Presentation</vt:lpstr>
      <vt:lpstr>PowerPoint Presentation</vt:lpstr>
      <vt:lpstr>PowerPoint Presentation</vt:lpstr>
      <vt:lpstr>PowerPoint Presentation</vt:lpstr>
      <vt:lpstr>Key Deliverables by PiLog (Vendor &amp; Customer Master)</vt:lpstr>
      <vt:lpstr>Key Deliverables by PiLog (Vendor &amp; Customer Master)</vt:lpstr>
      <vt:lpstr>Key Assumptions</vt:lpstr>
      <vt:lpstr>Key Assumptions</vt:lpstr>
      <vt:lpstr>Key Expectations from Shree Cement Ltd …</vt:lpstr>
      <vt:lpstr>Commercial proposal</vt:lpstr>
      <vt:lpstr>PowerPoint Presentation</vt:lpstr>
      <vt:lpstr>PowerPoint Presentation</vt:lpstr>
      <vt:lpstr>Payment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Umar Farooq</dc:creator>
  <cp:lastModifiedBy>Allaparthi Haritha</cp:lastModifiedBy>
  <cp:revision>152</cp:revision>
  <dcterms:created xsi:type="dcterms:W3CDTF">2022-12-22T09:20:37Z</dcterms:created>
  <dcterms:modified xsi:type="dcterms:W3CDTF">2024-01-25T08:51:02Z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2022-11-07T00:00:00Z</vt:filetime>
  </property>
  <property fmtid="{D5CDD505-2E9C-101B-9397-08002B2CF9AE}" pid="3" name="Creator">
    <vt:lpwstr>Microsoft® PowerPoint® 2021</vt:lpwstr>
  </property>
  <property fmtid="{D5CDD505-2E9C-101B-9397-08002B2CF9AE}" pid="4" name="LastSaved">
    <vt:filetime>2022-12-22T00:00:00Z</vt:filetime>
  </property>
</Properties>
</file>