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817DE-DCA7-4A32-A651-3BE038BDEDAA}" type="datetimeFigureOut">
              <a:rPr lang="en-IN" smtClean="0"/>
              <a:t>28-12-2022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0673F-F9A6-4E26-9E8B-B72240861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5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0673F-F9A6-4E26-9E8B-B722408616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16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8006"/>
            <a:ext cx="12191999" cy="322966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40" y="6240778"/>
            <a:ext cx="1150620" cy="5425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054852"/>
            <a:ext cx="5387340" cy="803275"/>
          </a:xfrm>
          <a:custGeom>
            <a:avLst/>
            <a:gdLst/>
            <a:ahLst/>
            <a:cxnLst/>
            <a:rect l="l" t="t" r="r" b="b"/>
            <a:pathLst>
              <a:path w="5387340" h="803275">
                <a:moveTo>
                  <a:pt x="0" y="0"/>
                </a:moveTo>
                <a:lnTo>
                  <a:pt x="0" y="802829"/>
                </a:lnTo>
                <a:lnTo>
                  <a:pt x="5386959" y="802829"/>
                </a:lnTo>
                <a:lnTo>
                  <a:pt x="1917064" y="492671"/>
                </a:lnTo>
                <a:lnTo>
                  <a:pt x="0" y="0"/>
                </a:lnTo>
                <a:close/>
              </a:path>
            </a:pathLst>
          </a:custGeom>
          <a:solidFill>
            <a:srgbClr val="0F469B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766804" y="728472"/>
            <a:ext cx="195072" cy="21793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42315" y="839724"/>
            <a:ext cx="11536680" cy="0"/>
          </a:xfrm>
          <a:custGeom>
            <a:avLst/>
            <a:gdLst/>
            <a:ahLst/>
            <a:cxnLst/>
            <a:rect l="l" t="t" r="r" b="b"/>
            <a:pathLst>
              <a:path w="11536680">
                <a:moveTo>
                  <a:pt x="0" y="0"/>
                </a:moveTo>
                <a:lnTo>
                  <a:pt x="11536553" y="0"/>
                </a:lnTo>
              </a:path>
            </a:pathLst>
          </a:custGeom>
          <a:ln w="6350">
            <a:solidFill>
              <a:srgbClr val="0F46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723" y="6624826"/>
            <a:ext cx="198119" cy="19811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670791" y="6502908"/>
            <a:ext cx="521334" cy="354965"/>
          </a:xfrm>
          <a:custGeom>
            <a:avLst/>
            <a:gdLst/>
            <a:ahLst/>
            <a:cxnLst/>
            <a:rect l="l" t="t" r="r" b="b"/>
            <a:pathLst>
              <a:path w="521334" h="354965">
                <a:moveTo>
                  <a:pt x="520826" y="0"/>
                </a:moveTo>
                <a:lnTo>
                  <a:pt x="0" y="354897"/>
                </a:lnTo>
                <a:lnTo>
                  <a:pt x="520826" y="354897"/>
                </a:lnTo>
                <a:lnTo>
                  <a:pt x="520826" y="0"/>
                </a:lnTo>
                <a:close/>
              </a:path>
            </a:pathLst>
          </a:custGeom>
          <a:solidFill>
            <a:srgbClr val="0F469B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04119" y="6120383"/>
            <a:ext cx="1994916" cy="7376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13479" y="2233422"/>
            <a:ext cx="4765040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0868" y="6576453"/>
            <a:ext cx="425450" cy="216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25934" y="6629881"/>
            <a:ext cx="259079" cy="210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loggroup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loggroup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loggroup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loggroup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loggroup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iloggroup.com/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loggroup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315" y="728472"/>
            <a:ext cx="11719560" cy="218440"/>
            <a:chOff x="242315" y="728472"/>
            <a:chExt cx="11719560" cy="2184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66804" y="728472"/>
              <a:ext cx="195072" cy="2179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2315" y="839724"/>
              <a:ext cx="11536680" cy="0"/>
            </a:xfrm>
            <a:custGeom>
              <a:avLst/>
              <a:gdLst/>
              <a:ahLst/>
              <a:cxnLst/>
              <a:rect l="l" t="t" r="r" b="b"/>
              <a:pathLst>
                <a:path w="11536680">
                  <a:moveTo>
                    <a:pt x="0" y="0"/>
                  </a:moveTo>
                  <a:lnTo>
                    <a:pt x="11536553" y="0"/>
                  </a:lnTo>
                </a:path>
              </a:pathLst>
            </a:custGeom>
            <a:ln w="6350">
              <a:solidFill>
                <a:srgbClr val="0F46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3" y="6624826"/>
            <a:ext cx="198119" cy="1981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16455" y="6362886"/>
            <a:ext cx="1375282" cy="45974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2191999" cy="56067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5478748"/>
              <a:ext cx="12192000" cy="1379220"/>
            </a:xfrm>
            <a:custGeom>
              <a:avLst/>
              <a:gdLst/>
              <a:ahLst/>
              <a:cxnLst/>
              <a:rect l="l" t="t" r="r" b="b"/>
              <a:pathLst>
                <a:path w="12192000" h="1379220">
                  <a:moveTo>
                    <a:pt x="12192000" y="0"/>
                  </a:moveTo>
                  <a:lnTo>
                    <a:pt x="0" y="0"/>
                  </a:lnTo>
                  <a:lnTo>
                    <a:pt x="0" y="1379219"/>
                  </a:lnTo>
                  <a:lnTo>
                    <a:pt x="12192000" y="13792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F46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5420846"/>
              <a:ext cx="12192000" cy="57785"/>
            </a:xfrm>
            <a:custGeom>
              <a:avLst/>
              <a:gdLst/>
              <a:ahLst/>
              <a:cxnLst/>
              <a:rect l="l" t="t" r="r" b="b"/>
              <a:pathLst>
                <a:path w="12192000" h="57785">
                  <a:moveTo>
                    <a:pt x="12192000" y="0"/>
                  </a:moveTo>
                  <a:lnTo>
                    <a:pt x="0" y="0"/>
                  </a:lnTo>
                  <a:lnTo>
                    <a:pt x="0" y="57552"/>
                  </a:lnTo>
                  <a:lnTo>
                    <a:pt x="12192000" y="575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2544" y="2895600"/>
              <a:ext cx="3480815" cy="13624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69891" y="2909316"/>
              <a:ext cx="3246119" cy="12100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23" y="6591298"/>
              <a:ext cx="198119" cy="1965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86528" y="2093976"/>
              <a:ext cx="2267712" cy="11247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68111" y="1786127"/>
              <a:ext cx="1319784" cy="7071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44311" y="1807464"/>
              <a:ext cx="1219199" cy="60655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46989" y="6524955"/>
            <a:ext cx="4978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0"/>
            <a:ext cx="12191999" cy="5737860"/>
            <a:chOff x="0" y="0"/>
            <a:chExt cx="12191999" cy="5737860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1628" y="4306823"/>
              <a:ext cx="1219200" cy="54101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8684" y="4130040"/>
              <a:ext cx="2378964" cy="17678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7388" y="3517391"/>
              <a:ext cx="1709927" cy="54254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1227" y="2756916"/>
              <a:ext cx="1103375" cy="6477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0" y="0"/>
              <a:ext cx="12191999" cy="5737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7388" y="4180332"/>
              <a:ext cx="1940052" cy="86258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81227" y="5515202"/>
            <a:ext cx="11046181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endParaRPr sz="2900" dirty="0">
              <a:latin typeface="Optima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2900" b="1" spc="-55" dirty="0">
                <a:solidFill>
                  <a:srgbClr val="FFFFFF"/>
                </a:solidFill>
                <a:latin typeface="Optima"/>
                <a:cs typeface="Trebuchet MS"/>
              </a:rPr>
              <a:t>Material</a:t>
            </a:r>
            <a:r>
              <a:rPr sz="2900" b="1" spc="-110" dirty="0">
                <a:solidFill>
                  <a:srgbClr val="FFFFFF"/>
                </a:solidFill>
                <a:latin typeface="Optima"/>
                <a:cs typeface="Trebuchet MS"/>
              </a:rPr>
              <a:t> </a:t>
            </a:r>
            <a:r>
              <a:rPr sz="2900" b="1" spc="-55" dirty="0">
                <a:solidFill>
                  <a:srgbClr val="FFFFFF"/>
                </a:solidFill>
                <a:latin typeface="Optima"/>
                <a:cs typeface="Trebuchet MS"/>
              </a:rPr>
              <a:t>Master</a:t>
            </a:r>
            <a:r>
              <a:rPr sz="2900" b="1" spc="-95" dirty="0">
                <a:solidFill>
                  <a:srgbClr val="FFFFFF"/>
                </a:solidFill>
                <a:latin typeface="Optima"/>
                <a:cs typeface="Trebuchet MS"/>
              </a:rPr>
              <a:t> </a:t>
            </a:r>
            <a:r>
              <a:rPr sz="2900" b="1" dirty="0">
                <a:solidFill>
                  <a:srgbClr val="FFFFFF"/>
                </a:solidFill>
                <a:latin typeface="Optima"/>
                <a:cs typeface="Trebuchet MS"/>
              </a:rPr>
              <a:t>Data</a:t>
            </a:r>
            <a:r>
              <a:rPr sz="2900" b="1" spc="-75" dirty="0">
                <a:solidFill>
                  <a:srgbClr val="FFFFFF"/>
                </a:solidFill>
                <a:latin typeface="Optima"/>
                <a:cs typeface="Trebuchet MS"/>
              </a:rPr>
              <a:t> </a:t>
            </a:r>
            <a:r>
              <a:rPr sz="2900" b="1" spc="-65" dirty="0">
                <a:solidFill>
                  <a:srgbClr val="FFFFFF"/>
                </a:solidFill>
                <a:latin typeface="Optima"/>
                <a:cs typeface="Trebuchet MS"/>
              </a:rPr>
              <a:t>Cleansing</a:t>
            </a:r>
            <a:r>
              <a:rPr sz="2900" b="1" spc="-165" dirty="0">
                <a:solidFill>
                  <a:srgbClr val="FFFFFF"/>
                </a:solidFill>
                <a:latin typeface="Optima"/>
                <a:cs typeface="Trebuchet MS"/>
              </a:rPr>
              <a:t> </a:t>
            </a:r>
            <a:r>
              <a:rPr sz="2900" b="1" dirty="0">
                <a:solidFill>
                  <a:srgbClr val="FFFFFF"/>
                </a:solidFill>
                <a:latin typeface="Optima"/>
                <a:cs typeface="Trebuchet MS"/>
              </a:rPr>
              <a:t>&amp;</a:t>
            </a:r>
            <a:r>
              <a:rPr sz="2900" b="1" spc="-20" dirty="0">
                <a:solidFill>
                  <a:srgbClr val="FFFFFF"/>
                </a:solidFill>
                <a:latin typeface="Optima"/>
                <a:cs typeface="Trebuchet MS"/>
              </a:rPr>
              <a:t> </a:t>
            </a:r>
            <a:r>
              <a:rPr sz="2900" b="1" spc="-80" dirty="0">
                <a:solidFill>
                  <a:srgbClr val="FFFFFF"/>
                </a:solidFill>
                <a:latin typeface="Optima"/>
                <a:cs typeface="Trebuchet MS"/>
              </a:rPr>
              <a:t>Governance</a:t>
            </a:r>
            <a:r>
              <a:rPr sz="2900" b="1" spc="-135" dirty="0">
                <a:solidFill>
                  <a:srgbClr val="FFFFFF"/>
                </a:solidFill>
                <a:latin typeface="Optima"/>
                <a:cs typeface="Trebuchet MS"/>
              </a:rPr>
              <a:t> </a:t>
            </a:r>
            <a:r>
              <a:rPr sz="2900" b="1" spc="-60" dirty="0">
                <a:solidFill>
                  <a:srgbClr val="FFFFFF"/>
                </a:solidFill>
                <a:latin typeface="Optima"/>
                <a:cs typeface="Trebuchet MS"/>
              </a:rPr>
              <a:t>Commercial</a:t>
            </a:r>
            <a:r>
              <a:rPr sz="2900" b="1" spc="-180" dirty="0">
                <a:solidFill>
                  <a:srgbClr val="FFFFFF"/>
                </a:solidFill>
                <a:latin typeface="Optima"/>
                <a:cs typeface="Trebuchet MS"/>
              </a:rPr>
              <a:t> </a:t>
            </a:r>
            <a:r>
              <a:rPr sz="2900" b="1" spc="-75" dirty="0">
                <a:solidFill>
                  <a:srgbClr val="FFFFFF"/>
                </a:solidFill>
                <a:latin typeface="Optima"/>
                <a:cs typeface="Trebuchet MS"/>
              </a:rPr>
              <a:t>Proposal</a:t>
            </a:r>
            <a:endParaRPr sz="2900" dirty="0">
              <a:latin typeface="Optima"/>
              <a:cs typeface="Trebuchet M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2CBF0D4-5E43-C6D2-367B-1E78069BC84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03" y="231074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81" y="182067"/>
            <a:ext cx="17056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solidFill>
                  <a:srgbClr val="0F469B"/>
                </a:solidFill>
                <a:latin typeface="Optimax"/>
              </a:rPr>
              <a:t>Introduction</a:t>
            </a:r>
            <a:endParaRPr sz="2400" dirty="0">
              <a:latin typeface="Optimax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634" y="6608545"/>
            <a:ext cx="49085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300" b="1" spc="5" dirty="0">
                <a:solidFill>
                  <a:srgbClr val="FFFFFF"/>
                </a:solidFill>
                <a:latin typeface="Arial"/>
                <a:cs typeface="Arial"/>
              </a:rPr>
              <a:t>iLo</a:t>
            </a:r>
            <a:r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5288" y="6629881"/>
            <a:ext cx="172275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300" b="1" u="heavy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www.piloggroup.com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19788" y="6629881"/>
            <a:ext cx="16827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810" y="904493"/>
            <a:ext cx="11498580" cy="3471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0F469B"/>
                </a:solidFill>
                <a:latin typeface="Trebuchet MS"/>
                <a:cs typeface="Trebuchet MS"/>
              </a:rPr>
              <a:t>Dear</a:t>
            </a:r>
            <a:r>
              <a:rPr sz="1900" spc="-1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155" dirty="0">
                <a:solidFill>
                  <a:srgbClr val="0F469B"/>
                </a:solidFill>
                <a:latin typeface="Trebuchet MS"/>
                <a:cs typeface="Trebuchet MS"/>
              </a:rPr>
              <a:t>Sir,</a:t>
            </a:r>
            <a:endParaRPr sz="19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13900"/>
              </a:lnSpc>
              <a:spcBef>
                <a:spcPts val="1390"/>
              </a:spcBef>
            </a:pPr>
            <a:r>
              <a:rPr sz="1900" spc="-95" dirty="0">
                <a:solidFill>
                  <a:srgbClr val="0F469B"/>
                </a:solidFill>
                <a:latin typeface="Trebuchet MS"/>
                <a:cs typeface="Trebuchet MS"/>
              </a:rPr>
              <a:t>First, </a:t>
            </a:r>
            <a:r>
              <a:rPr sz="1900" spc="-15" dirty="0">
                <a:solidFill>
                  <a:srgbClr val="0F469B"/>
                </a:solidFill>
                <a:latin typeface="Trebuchet MS"/>
                <a:cs typeface="Trebuchet MS"/>
              </a:rPr>
              <a:t>we </a:t>
            </a:r>
            <a:r>
              <a:rPr sz="1900" spc="-10" dirty="0">
                <a:solidFill>
                  <a:srgbClr val="0F469B"/>
                </a:solidFill>
                <a:latin typeface="Trebuchet MS"/>
                <a:cs typeface="Trebuchet MS"/>
              </a:rPr>
              <a:t>would </a:t>
            </a:r>
            <a:r>
              <a:rPr sz="1900" spc="-40" dirty="0">
                <a:solidFill>
                  <a:srgbClr val="0F469B"/>
                </a:solidFill>
                <a:latin typeface="Trebuchet MS"/>
                <a:cs typeface="Trebuchet MS"/>
              </a:rPr>
              <a:t>like </a:t>
            </a:r>
            <a:r>
              <a:rPr sz="1900" spc="-50" dirty="0">
                <a:solidFill>
                  <a:srgbClr val="0F469B"/>
                </a:solidFill>
                <a:latin typeface="Trebuchet MS"/>
                <a:cs typeface="Trebuchet MS"/>
              </a:rPr>
              <a:t>to </a:t>
            </a:r>
            <a:r>
              <a:rPr sz="1900" spc="-55" dirty="0">
                <a:solidFill>
                  <a:srgbClr val="0F469B"/>
                </a:solidFill>
                <a:latin typeface="Trebuchet MS"/>
                <a:cs typeface="Trebuchet MS"/>
              </a:rPr>
              <a:t>thank </a:t>
            </a:r>
            <a:r>
              <a:rPr sz="1900" spc="-5" dirty="0">
                <a:solidFill>
                  <a:srgbClr val="0F469B"/>
                </a:solidFill>
                <a:latin typeface="Trebuchet MS"/>
                <a:cs typeface="Trebuchet MS"/>
              </a:rPr>
              <a:t>you </a:t>
            </a:r>
            <a:r>
              <a:rPr sz="1900" spc="-65" dirty="0">
                <a:solidFill>
                  <a:srgbClr val="0F469B"/>
                </a:solidFill>
                <a:latin typeface="Trebuchet MS"/>
                <a:cs typeface="Trebuchet MS"/>
              </a:rPr>
              <a:t>for </a:t>
            </a:r>
            <a:r>
              <a:rPr sz="1900" spc="-80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900" spc="-55" dirty="0">
                <a:solidFill>
                  <a:srgbClr val="0F469B"/>
                </a:solidFill>
                <a:latin typeface="Trebuchet MS"/>
                <a:cs typeface="Trebuchet MS"/>
              </a:rPr>
              <a:t>opportunity 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granted </a:t>
            </a:r>
            <a:r>
              <a:rPr sz="1900" spc="-55" dirty="0">
                <a:solidFill>
                  <a:srgbClr val="0F469B"/>
                </a:solidFill>
                <a:latin typeface="Trebuchet MS"/>
                <a:cs typeface="Trebuchet MS"/>
              </a:rPr>
              <a:t>to </a:t>
            </a:r>
            <a:r>
              <a:rPr sz="1900" spc="-40" dirty="0">
                <a:solidFill>
                  <a:srgbClr val="0F469B"/>
                </a:solidFill>
                <a:latin typeface="Trebuchet MS"/>
                <a:cs typeface="Trebuchet MS"/>
              </a:rPr>
              <a:t>PiLog </a:t>
            </a:r>
            <a:r>
              <a:rPr sz="1900" spc="-55" dirty="0">
                <a:solidFill>
                  <a:srgbClr val="0F469B"/>
                </a:solidFill>
                <a:latin typeface="Trebuchet MS"/>
                <a:cs typeface="Trebuchet MS"/>
              </a:rPr>
              <a:t>to </a:t>
            </a:r>
            <a:r>
              <a:rPr sz="1900" spc="-65" dirty="0">
                <a:solidFill>
                  <a:srgbClr val="0F469B"/>
                </a:solidFill>
                <a:latin typeface="Trebuchet MS"/>
                <a:cs typeface="Trebuchet MS"/>
              </a:rPr>
              <a:t>submit </a:t>
            </a:r>
            <a:r>
              <a:rPr sz="1900" spc="-5" dirty="0">
                <a:solidFill>
                  <a:srgbClr val="0F469B"/>
                </a:solidFill>
                <a:latin typeface="Trebuchet MS"/>
                <a:cs typeface="Trebuchet MS"/>
              </a:rPr>
              <a:t>a </a:t>
            </a:r>
            <a:r>
              <a:rPr sz="1900" spc="-65" dirty="0">
                <a:solidFill>
                  <a:srgbClr val="0F469B"/>
                </a:solidFill>
                <a:latin typeface="Trebuchet MS"/>
                <a:cs typeface="Trebuchet MS"/>
              </a:rPr>
              <a:t>response </a:t>
            </a:r>
            <a:r>
              <a:rPr sz="1900" spc="-55" dirty="0">
                <a:solidFill>
                  <a:srgbClr val="0F469B"/>
                </a:solidFill>
                <a:latin typeface="Trebuchet MS"/>
                <a:cs typeface="Trebuchet MS"/>
              </a:rPr>
              <a:t>to </a:t>
            </a:r>
            <a:r>
              <a:rPr sz="1900" spc="-85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900" spc="-90" dirty="0">
                <a:solidFill>
                  <a:srgbClr val="0F469B"/>
                </a:solidFill>
                <a:latin typeface="Trebuchet MS"/>
                <a:cs typeface="Trebuchet MS"/>
              </a:rPr>
              <a:t>request </a:t>
            </a:r>
            <a:r>
              <a:rPr sz="1900" spc="-70" dirty="0">
                <a:solidFill>
                  <a:srgbClr val="0F469B"/>
                </a:solidFill>
                <a:latin typeface="Trebuchet MS"/>
                <a:cs typeface="Trebuchet MS"/>
              </a:rPr>
              <a:t>from </a:t>
            </a:r>
            <a:r>
              <a:rPr lang="en-IN" sz="2000" spc="-20" dirty="0">
                <a:solidFill>
                  <a:srgbClr val="0F469B"/>
                </a:solidFill>
                <a:latin typeface="Optima"/>
                <a:cs typeface="Calibri"/>
              </a:rPr>
              <a:t>A</a:t>
            </a:r>
            <a:r>
              <a:rPr lang="en-IN" sz="2000" dirty="0">
                <a:solidFill>
                  <a:srgbClr val="0F469B"/>
                </a:solidFill>
                <a:latin typeface="Optima"/>
                <a:cs typeface="Calibri"/>
              </a:rPr>
              <a:t>l-</a:t>
            </a:r>
            <a:r>
              <a:rPr lang="en-IN" sz="2000" dirty="0" err="1">
                <a:solidFill>
                  <a:srgbClr val="0F469B"/>
                </a:solidFill>
                <a:latin typeface="Optima"/>
                <a:cs typeface="Calibri"/>
              </a:rPr>
              <a:t>Hajri</a:t>
            </a:r>
            <a:r>
              <a:rPr lang="en-IN" sz="2000" dirty="0">
                <a:solidFill>
                  <a:srgbClr val="0F469B"/>
                </a:solidFill>
                <a:latin typeface="Optima"/>
                <a:cs typeface="Calibri"/>
              </a:rPr>
              <a:t> Corporation</a:t>
            </a:r>
            <a:r>
              <a:rPr lang="en-IN" sz="2000" spc="-35" dirty="0">
                <a:solidFill>
                  <a:srgbClr val="0F469B"/>
                </a:solidFill>
                <a:latin typeface="Optima"/>
                <a:cs typeface="Calibri"/>
              </a:rPr>
              <a:t> </a:t>
            </a:r>
            <a:r>
              <a:rPr sz="1900" spc="-65" dirty="0">
                <a:solidFill>
                  <a:srgbClr val="0F469B"/>
                </a:solidFill>
                <a:latin typeface="Trebuchet MS"/>
                <a:cs typeface="Trebuchet MS"/>
              </a:rPr>
              <a:t>for</a:t>
            </a:r>
            <a:r>
              <a:rPr sz="1900" spc="-6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80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0F469B"/>
                </a:solidFill>
                <a:latin typeface="Trebuchet MS"/>
                <a:cs typeface="Trebuchet MS"/>
              </a:rPr>
              <a:t>provisioning</a:t>
            </a:r>
            <a:r>
              <a:rPr sz="1900" spc="-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0F469B"/>
                </a:solidFill>
                <a:latin typeface="Trebuchet MS"/>
                <a:cs typeface="Trebuchet MS"/>
              </a:rPr>
              <a:t>of</a:t>
            </a:r>
            <a:r>
              <a:rPr sz="1900" spc="-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0F469B"/>
                </a:solidFill>
                <a:latin typeface="Trebuchet MS"/>
                <a:cs typeface="Trebuchet MS"/>
              </a:rPr>
              <a:t>Material</a:t>
            </a:r>
            <a:r>
              <a:rPr sz="1900" spc="-35" dirty="0">
                <a:solidFill>
                  <a:srgbClr val="0F469B"/>
                </a:solidFill>
                <a:latin typeface="Trebuchet MS"/>
                <a:cs typeface="Trebuchet MS"/>
              </a:rPr>
              <a:t> Master</a:t>
            </a:r>
            <a:r>
              <a:rPr sz="1900" spc="-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15" dirty="0">
                <a:solidFill>
                  <a:srgbClr val="0F469B"/>
                </a:solidFill>
                <a:latin typeface="Trebuchet MS"/>
                <a:cs typeface="Trebuchet MS"/>
              </a:rPr>
              <a:t>Data</a:t>
            </a:r>
            <a:r>
              <a:rPr sz="1900" spc="-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0F469B"/>
                </a:solidFill>
                <a:latin typeface="Trebuchet MS"/>
                <a:cs typeface="Trebuchet MS"/>
              </a:rPr>
              <a:t>Cleansing</a:t>
            </a:r>
            <a:r>
              <a:rPr sz="1900" spc="-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0F469B"/>
                </a:solidFill>
                <a:latin typeface="Trebuchet MS"/>
                <a:cs typeface="Trebuchet MS"/>
              </a:rPr>
              <a:t>&amp;</a:t>
            </a:r>
            <a:r>
              <a:rPr sz="19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30" dirty="0">
                <a:solidFill>
                  <a:srgbClr val="0F469B"/>
                </a:solidFill>
                <a:latin typeface="Trebuchet MS"/>
                <a:cs typeface="Trebuchet MS"/>
              </a:rPr>
              <a:t>Governance</a:t>
            </a:r>
            <a:r>
              <a:rPr sz="1900" spc="-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30" dirty="0">
                <a:solidFill>
                  <a:srgbClr val="0F469B"/>
                </a:solidFill>
                <a:latin typeface="Trebuchet MS"/>
                <a:cs typeface="Trebuchet MS"/>
              </a:rPr>
              <a:t>Solution </a:t>
            </a:r>
            <a:r>
              <a:rPr sz="1900" spc="-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0F469B"/>
                </a:solidFill>
                <a:latin typeface="Trebuchet MS"/>
                <a:cs typeface="Trebuchet MS"/>
              </a:rPr>
              <a:t>Implementation</a:t>
            </a:r>
            <a:endParaRPr sz="1900" dirty="0">
              <a:latin typeface="Trebuchet MS"/>
              <a:cs typeface="Trebuchet MS"/>
            </a:endParaRPr>
          </a:p>
          <a:p>
            <a:pPr marL="12700" marR="22225" algn="just">
              <a:lnSpc>
                <a:spcPct val="114700"/>
              </a:lnSpc>
              <a:spcBef>
                <a:spcPts val="1500"/>
              </a:spcBef>
            </a:pPr>
            <a:r>
              <a:rPr sz="1900" spc="-50" dirty="0">
                <a:solidFill>
                  <a:srgbClr val="0F469B"/>
                </a:solidFill>
                <a:latin typeface="Trebuchet MS"/>
                <a:cs typeface="Trebuchet MS"/>
              </a:rPr>
              <a:t>This document </a:t>
            </a:r>
            <a:r>
              <a:rPr sz="1900" spc="-45" dirty="0">
                <a:solidFill>
                  <a:srgbClr val="0F469B"/>
                </a:solidFill>
                <a:latin typeface="Trebuchet MS"/>
                <a:cs typeface="Trebuchet MS"/>
              </a:rPr>
              <a:t>contains </a:t>
            </a:r>
            <a:r>
              <a:rPr sz="1900" spc="-5" dirty="0">
                <a:solidFill>
                  <a:srgbClr val="0F469B"/>
                </a:solidFill>
                <a:latin typeface="Trebuchet MS"/>
                <a:cs typeface="Trebuchet MS"/>
              </a:rPr>
              <a:t>a </a:t>
            </a:r>
            <a:r>
              <a:rPr sz="1900" spc="-50" dirty="0">
                <a:solidFill>
                  <a:srgbClr val="0F469B"/>
                </a:solidFill>
                <a:latin typeface="Trebuchet MS"/>
                <a:cs typeface="Trebuchet MS"/>
              </a:rPr>
              <a:t>preliminary </a:t>
            </a:r>
            <a:r>
              <a:rPr sz="1900" spc="-45" dirty="0">
                <a:solidFill>
                  <a:srgbClr val="0F469B"/>
                </a:solidFill>
                <a:latin typeface="Trebuchet MS"/>
                <a:cs typeface="Trebuchet MS"/>
              </a:rPr>
              <a:t>commercial </a:t>
            </a:r>
            <a:r>
              <a:rPr sz="1900" spc="-35" dirty="0">
                <a:solidFill>
                  <a:srgbClr val="0F469B"/>
                </a:solidFill>
                <a:latin typeface="Trebuchet MS"/>
                <a:cs typeface="Trebuchet MS"/>
              </a:rPr>
              <a:t>proposal </a:t>
            </a:r>
            <a:r>
              <a:rPr sz="1900" spc="-65" dirty="0">
                <a:solidFill>
                  <a:srgbClr val="0F469B"/>
                </a:solidFill>
                <a:latin typeface="Trebuchet MS"/>
                <a:cs typeface="Trebuchet MS"/>
              </a:rPr>
              <a:t>for </a:t>
            </a:r>
            <a:r>
              <a:rPr sz="1900" spc="-30" dirty="0">
                <a:solidFill>
                  <a:srgbClr val="0F469B"/>
                </a:solidFill>
                <a:latin typeface="Trebuchet MS"/>
                <a:cs typeface="Trebuchet MS"/>
              </a:rPr>
              <a:t>your </a:t>
            </a:r>
            <a:r>
              <a:rPr sz="1900" spc="-15" dirty="0">
                <a:solidFill>
                  <a:srgbClr val="0F469B"/>
                </a:solidFill>
                <a:latin typeface="Trebuchet MS"/>
                <a:cs typeface="Trebuchet MS"/>
              </a:rPr>
              <a:t>kind </a:t>
            </a:r>
            <a:r>
              <a:rPr sz="1900" spc="-85" dirty="0">
                <a:solidFill>
                  <a:srgbClr val="0F469B"/>
                </a:solidFill>
                <a:latin typeface="Trebuchet MS"/>
                <a:cs typeface="Trebuchet MS"/>
              </a:rPr>
              <a:t>reference </a:t>
            </a:r>
            <a:r>
              <a:rPr sz="1900" spc="-45" dirty="0">
                <a:solidFill>
                  <a:srgbClr val="0F469B"/>
                </a:solidFill>
                <a:latin typeface="Trebuchet MS"/>
                <a:cs typeface="Trebuchet MS"/>
              </a:rPr>
              <a:t>with price </a:t>
            </a:r>
            <a:r>
              <a:rPr sz="1900" spc="-55" dirty="0">
                <a:solidFill>
                  <a:srgbClr val="0F469B"/>
                </a:solidFill>
                <a:latin typeface="Trebuchet MS"/>
                <a:cs typeface="Trebuchet MS"/>
              </a:rPr>
              <a:t>validity </a:t>
            </a:r>
            <a:r>
              <a:rPr sz="1900" spc="-65" dirty="0">
                <a:solidFill>
                  <a:srgbClr val="0F469B"/>
                </a:solidFill>
                <a:latin typeface="Trebuchet MS"/>
                <a:cs typeface="Trebuchet MS"/>
              </a:rPr>
              <a:t>for </a:t>
            </a:r>
            <a:r>
              <a:rPr sz="1900" spc="30" dirty="0">
                <a:solidFill>
                  <a:srgbClr val="0F469B"/>
                </a:solidFill>
                <a:latin typeface="Trebuchet MS"/>
                <a:cs typeface="Trebuchet MS"/>
              </a:rPr>
              <a:t>60 </a:t>
            </a:r>
            <a:r>
              <a:rPr sz="1900" spc="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10" dirty="0">
                <a:solidFill>
                  <a:srgbClr val="0F469B"/>
                </a:solidFill>
                <a:latin typeface="Trebuchet MS"/>
                <a:cs typeface="Trebuchet MS"/>
              </a:rPr>
              <a:t>Days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900" spc="-30" dirty="0">
                <a:solidFill>
                  <a:srgbClr val="0F469B"/>
                </a:solidFill>
                <a:latin typeface="Trebuchet MS"/>
                <a:cs typeface="Trebuchet MS"/>
              </a:rPr>
              <a:t>We</a:t>
            </a:r>
            <a:r>
              <a:rPr sz="1900" spc="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0F469B"/>
                </a:solidFill>
                <a:latin typeface="Trebuchet MS"/>
                <a:cs typeface="Trebuchet MS"/>
              </a:rPr>
              <a:t>shall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0F469B"/>
                </a:solidFill>
                <a:latin typeface="Trebuchet MS"/>
                <a:cs typeface="Trebuchet MS"/>
              </a:rPr>
              <a:t>remain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80" dirty="0">
                <a:solidFill>
                  <a:srgbClr val="0F469B"/>
                </a:solidFill>
                <a:latin typeface="Trebuchet MS"/>
                <a:cs typeface="Trebuchet MS"/>
              </a:rPr>
              <a:t>at</a:t>
            </a:r>
            <a:r>
              <a:rPr sz="1900" spc="-1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0F469B"/>
                </a:solidFill>
                <a:latin typeface="Trebuchet MS"/>
                <a:cs typeface="Trebuchet MS"/>
              </a:rPr>
              <a:t>your</a:t>
            </a:r>
            <a:r>
              <a:rPr sz="1900" spc="-6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0F469B"/>
                </a:solidFill>
                <a:latin typeface="Trebuchet MS"/>
                <a:cs typeface="Trebuchet MS"/>
              </a:rPr>
              <a:t>disposal</a:t>
            </a:r>
            <a:r>
              <a:rPr lang="en-IN" sz="1900" spc="-70" dirty="0">
                <a:solidFill>
                  <a:srgbClr val="0F469B"/>
                </a:solidFill>
                <a:latin typeface="Trebuchet MS"/>
                <a:cs typeface="Trebuchet MS"/>
              </a:rPr>
              <a:t>, In case </a:t>
            </a:r>
            <a:r>
              <a:rPr sz="1900" spc="-5" dirty="0">
                <a:solidFill>
                  <a:srgbClr val="0F469B"/>
                </a:solidFill>
                <a:latin typeface="Trebuchet MS"/>
                <a:cs typeface="Trebuchet MS"/>
              </a:rPr>
              <a:t>you</a:t>
            </a:r>
            <a:r>
              <a:rPr sz="1900" spc="-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0F469B"/>
                </a:solidFill>
                <a:latin typeface="Trebuchet MS"/>
                <a:cs typeface="Trebuchet MS"/>
              </a:rPr>
              <a:t>require </a:t>
            </a:r>
            <a:r>
              <a:rPr sz="1900" spc="-25" dirty="0">
                <a:solidFill>
                  <a:srgbClr val="0F469B"/>
                </a:solidFill>
                <a:latin typeface="Trebuchet MS"/>
                <a:cs typeface="Trebuchet MS"/>
              </a:rPr>
              <a:t>any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0F469B"/>
                </a:solidFill>
                <a:latin typeface="Trebuchet MS"/>
                <a:cs typeface="Trebuchet MS"/>
              </a:rPr>
              <a:t>additional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 information.</a:t>
            </a:r>
            <a:endParaRPr sz="1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1900" spc="-30" dirty="0">
                <a:solidFill>
                  <a:srgbClr val="0F469B"/>
                </a:solidFill>
                <a:latin typeface="Trebuchet MS"/>
                <a:cs typeface="Trebuchet MS"/>
              </a:rPr>
              <a:t>We</a:t>
            </a:r>
            <a:r>
              <a:rPr sz="1900" spc="-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0F469B"/>
                </a:solidFill>
                <a:latin typeface="Trebuchet MS"/>
                <a:cs typeface="Trebuchet MS"/>
              </a:rPr>
              <a:t>look</a:t>
            </a:r>
            <a:r>
              <a:rPr sz="1900" spc="-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0F469B"/>
                </a:solidFill>
                <a:latin typeface="Trebuchet MS"/>
                <a:cs typeface="Trebuchet MS"/>
              </a:rPr>
              <a:t>forward</a:t>
            </a:r>
            <a:r>
              <a:rPr sz="1900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0F469B"/>
                </a:solidFill>
                <a:latin typeface="Trebuchet MS"/>
                <a:cs typeface="Trebuchet MS"/>
              </a:rPr>
              <a:t>to</a:t>
            </a:r>
            <a:r>
              <a:rPr sz="1900" spc="-1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0F469B"/>
                </a:solidFill>
                <a:latin typeface="Trebuchet MS"/>
                <a:cs typeface="Trebuchet MS"/>
              </a:rPr>
              <a:t>hearing</a:t>
            </a:r>
            <a:r>
              <a:rPr sz="1900" spc="-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0F469B"/>
                </a:solidFill>
                <a:latin typeface="Trebuchet MS"/>
                <a:cs typeface="Trebuchet MS"/>
              </a:rPr>
              <a:t>from</a:t>
            </a:r>
            <a:r>
              <a:rPr sz="1900" spc="-1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0F469B"/>
                </a:solidFill>
                <a:latin typeface="Trebuchet MS"/>
                <a:cs typeface="Trebuchet MS"/>
              </a:rPr>
              <a:t>you</a:t>
            </a:r>
            <a:r>
              <a:rPr sz="1900" spc="-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0F469B"/>
                </a:solidFill>
                <a:latin typeface="Trebuchet MS"/>
                <a:cs typeface="Trebuchet MS"/>
              </a:rPr>
              <a:t>and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15" dirty="0">
                <a:solidFill>
                  <a:srgbClr val="0F469B"/>
                </a:solidFill>
                <a:latin typeface="Trebuchet MS"/>
                <a:cs typeface="Trebuchet MS"/>
              </a:rPr>
              <a:t>we</a:t>
            </a:r>
            <a:r>
              <a:rPr sz="1900" spc="-8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0F469B"/>
                </a:solidFill>
                <a:latin typeface="Trebuchet MS"/>
                <a:cs typeface="Trebuchet MS"/>
              </a:rPr>
              <a:t>assure</a:t>
            </a:r>
            <a:r>
              <a:rPr sz="1900" spc="-8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45" dirty="0">
                <a:solidFill>
                  <a:srgbClr val="0F469B"/>
                </a:solidFill>
                <a:latin typeface="Trebuchet MS"/>
                <a:cs typeface="Trebuchet MS"/>
              </a:rPr>
              <a:t>of</a:t>
            </a:r>
            <a:r>
              <a:rPr sz="1900" spc="-1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30" dirty="0">
                <a:solidFill>
                  <a:srgbClr val="0F469B"/>
                </a:solidFill>
                <a:latin typeface="Trebuchet MS"/>
                <a:cs typeface="Trebuchet MS"/>
              </a:rPr>
              <a:t>our</a:t>
            </a:r>
            <a:r>
              <a:rPr sz="1900" spc="-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utmost</a:t>
            </a:r>
            <a:r>
              <a:rPr sz="1900" spc="-16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0F469B"/>
                </a:solidFill>
                <a:latin typeface="Trebuchet MS"/>
                <a:cs typeface="Trebuchet MS"/>
              </a:rPr>
              <a:t>cooperation,</a:t>
            </a:r>
            <a:r>
              <a:rPr sz="1900" spc="-6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0F469B"/>
                </a:solidFill>
                <a:latin typeface="Trebuchet MS"/>
                <a:cs typeface="Trebuchet MS"/>
              </a:rPr>
              <a:t>at</a:t>
            </a:r>
            <a:r>
              <a:rPr sz="1900" spc="-2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spc="-35" dirty="0">
                <a:solidFill>
                  <a:srgbClr val="0F469B"/>
                </a:solidFill>
                <a:latin typeface="Trebuchet MS"/>
                <a:cs typeface="Trebuchet MS"/>
              </a:rPr>
              <a:t>all</a:t>
            </a:r>
            <a:r>
              <a:rPr sz="1900" spc="-85" dirty="0">
                <a:solidFill>
                  <a:srgbClr val="0F469B"/>
                </a:solidFill>
                <a:latin typeface="Trebuchet MS"/>
                <a:cs typeface="Trebuchet MS"/>
              </a:rPr>
              <a:t> times.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810" y="5036566"/>
            <a:ext cx="3131185" cy="99186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95" dirty="0">
                <a:solidFill>
                  <a:srgbClr val="0F469B"/>
                </a:solidFill>
                <a:latin typeface="Trebuchet MS"/>
                <a:cs typeface="Trebuchet MS"/>
              </a:rPr>
              <a:t>Sincerely,</a:t>
            </a:r>
            <a:endParaRPr sz="1900" dirty="0">
              <a:latin typeface="Trebuchet MS"/>
              <a:cs typeface="Trebuchet MS"/>
            </a:endParaRPr>
          </a:p>
          <a:p>
            <a:pPr marL="12700">
              <a:lnSpc>
                <a:spcPts val="2245"/>
              </a:lnSpc>
              <a:spcBef>
                <a:spcPts val="420"/>
              </a:spcBef>
            </a:pPr>
            <a:r>
              <a:rPr sz="1900" b="1" spc="-30" dirty="0">
                <a:solidFill>
                  <a:srgbClr val="0F469B"/>
                </a:solidFill>
                <a:latin typeface="Trebuchet MS"/>
                <a:cs typeface="Trebuchet MS"/>
              </a:rPr>
              <a:t>Um</a:t>
            </a:r>
            <a:r>
              <a:rPr sz="1900" b="1" spc="-35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900" b="1" spc="-5" dirty="0">
                <a:solidFill>
                  <a:srgbClr val="0F469B"/>
                </a:solidFill>
                <a:latin typeface="Trebuchet MS"/>
                <a:cs typeface="Trebuchet MS"/>
              </a:rPr>
              <a:t>r</a:t>
            </a:r>
            <a:r>
              <a:rPr sz="1900" b="1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b="1" spc="-190" dirty="0">
                <a:solidFill>
                  <a:srgbClr val="0F469B"/>
                </a:solidFill>
                <a:latin typeface="Optima"/>
                <a:cs typeface="Trebuchet MS"/>
              </a:rPr>
              <a:t>F</a:t>
            </a:r>
            <a:r>
              <a:rPr sz="1900" b="1" spc="-105" dirty="0">
                <a:solidFill>
                  <a:srgbClr val="0F469B"/>
                </a:solidFill>
                <a:latin typeface="Optima"/>
                <a:cs typeface="Trebuchet MS"/>
              </a:rPr>
              <a:t>a</a:t>
            </a:r>
            <a:r>
              <a:rPr sz="1900" b="1" spc="-95" dirty="0">
                <a:solidFill>
                  <a:srgbClr val="0F469B"/>
                </a:solidFill>
                <a:latin typeface="Optima"/>
                <a:cs typeface="Trebuchet MS"/>
              </a:rPr>
              <a:t>r</a:t>
            </a:r>
            <a:r>
              <a:rPr sz="1900" b="1" spc="-110" dirty="0">
                <a:solidFill>
                  <a:srgbClr val="0F469B"/>
                </a:solidFill>
                <a:latin typeface="Optima"/>
                <a:cs typeface="Trebuchet MS"/>
              </a:rPr>
              <a:t>oo</a:t>
            </a:r>
            <a:r>
              <a:rPr sz="1900" b="1" spc="-5" dirty="0">
                <a:solidFill>
                  <a:srgbClr val="0F469B"/>
                </a:solidFill>
                <a:latin typeface="Optima"/>
                <a:cs typeface="Trebuchet MS"/>
              </a:rPr>
              <a:t>q</a:t>
            </a:r>
            <a:endParaRPr sz="1900" dirty="0">
              <a:latin typeface="Optima"/>
              <a:cs typeface="Trebuchet MS"/>
            </a:endParaRPr>
          </a:p>
          <a:p>
            <a:pPr marL="12700">
              <a:lnSpc>
                <a:spcPts val="2245"/>
              </a:lnSpc>
            </a:pPr>
            <a:r>
              <a:rPr sz="1900" b="1" spc="-65" dirty="0">
                <a:solidFill>
                  <a:srgbClr val="0F469B"/>
                </a:solidFill>
                <a:latin typeface="Trebuchet MS"/>
                <a:cs typeface="Trebuchet MS"/>
              </a:rPr>
              <a:t>S</a:t>
            </a:r>
            <a:r>
              <a:rPr sz="1900" b="1" spc="-70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900" b="1" spc="-4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900" b="1" spc="-15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900" b="1" spc="-5" dirty="0">
                <a:solidFill>
                  <a:srgbClr val="0F469B"/>
                </a:solidFill>
                <a:latin typeface="Trebuchet MS"/>
                <a:cs typeface="Trebuchet MS"/>
              </a:rPr>
              <a:t>s</a:t>
            </a:r>
            <a:r>
              <a:rPr sz="1900" b="1" spc="-16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0F469B"/>
                </a:solidFill>
                <a:latin typeface="Trebuchet MS"/>
                <a:cs typeface="Trebuchet MS"/>
              </a:rPr>
              <a:t>H</a:t>
            </a:r>
            <a:r>
              <a:rPr sz="1900" b="1" spc="-5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900" b="1" spc="-95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900" b="1" spc="-75" dirty="0">
                <a:solidFill>
                  <a:srgbClr val="0F469B"/>
                </a:solidFill>
                <a:latin typeface="Trebuchet MS"/>
                <a:cs typeface="Trebuchet MS"/>
              </a:rPr>
              <a:t>d</a:t>
            </a:r>
            <a:r>
              <a:rPr sz="1900" b="1" spc="-5" dirty="0">
                <a:solidFill>
                  <a:srgbClr val="0F469B"/>
                </a:solidFill>
                <a:latin typeface="Trebuchet MS"/>
                <a:cs typeface="Trebuchet MS"/>
              </a:rPr>
              <a:t>,</a:t>
            </a:r>
            <a:r>
              <a:rPr sz="1900" b="1" spc="-2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0F469B"/>
                </a:solidFill>
                <a:latin typeface="Trebuchet MS"/>
                <a:cs typeface="Trebuchet MS"/>
              </a:rPr>
              <a:t>P</a:t>
            </a:r>
            <a:r>
              <a:rPr sz="1900" b="1" spc="-45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900" b="1" spc="-13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900" b="1" spc="-50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900" b="1" spc="-5" dirty="0">
                <a:solidFill>
                  <a:srgbClr val="0F469B"/>
                </a:solidFill>
                <a:latin typeface="Trebuchet MS"/>
                <a:cs typeface="Trebuchet MS"/>
              </a:rPr>
              <a:t>g</a:t>
            </a:r>
            <a:r>
              <a:rPr sz="1900" b="1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b="1" spc="130" dirty="0">
                <a:solidFill>
                  <a:srgbClr val="0F469B"/>
                </a:solidFill>
                <a:latin typeface="Optimax"/>
                <a:cs typeface="Trebuchet MS"/>
              </a:rPr>
              <a:t>M</a:t>
            </a:r>
            <a:r>
              <a:rPr sz="1900" b="1" spc="50" dirty="0">
                <a:solidFill>
                  <a:srgbClr val="0F469B"/>
                </a:solidFill>
                <a:latin typeface="Optimax"/>
                <a:cs typeface="Trebuchet MS"/>
              </a:rPr>
              <a:t>i</a:t>
            </a:r>
            <a:r>
              <a:rPr sz="1900" b="1" spc="-75" dirty="0">
                <a:solidFill>
                  <a:srgbClr val="0F469B"/>
                </a:solidFill>
                <a:latin typeface="Optimax"/>
                <a:cs typeface="Trebuchet MS"/>
              </a:rPr>
              <a:t>dd</a:t>
            </a:r>
            <a:r>
              <a:rPr sz="1900" b="1" spc="-40" dirty="0">
                <a:solidFill>
                  <a:srgbClr val="0F469B"/>
                </a:solidFill>
                <a:latin typeface="Optimax"/>
                <a:cs typeface="Trebuchet MS"/>
              </a:rPr>
              <a:t>l</a:t>
            </a:r>
            <a:r>
              <a:rPr sz="1900" b="1" spc="-5" dirty="0">
                <a:solidFill>
                  <a:srgbClr val="0F469B"/>
                </a:solidFill>
                <a:latin typeface="Optimax"/>
                <a:cs typeface="Trebuchet MS"/>
              </a:rPr>
              <a:t>e</a:t>
            </a:r>
            <a:r>
              <a:rPr sz="1900" b="1" spc="-2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0F469B"/>
                </a:solidFill>
                <a:latin typeface="Trebuchet MS"/>
                <a:cs typeface="Trebuchet MS"/>
              </a:rPr>
              <a:t>Eas</a:t>
            </a:r>
            <a:r>
              <a:rPr sz="1900" b="1" spc="-5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endParaRPr sz="19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375" y="325882"/>
            <a:ext cx="9611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F469B"/>
                </a:solidFill>
                <a:latin typeface="Optimax"/>
              </a:rPr>
              <a:t>W</a:t>
            </a:r>
            <a:r>
              <a:rPr sz="2400" spc="-15" dirty="0">
                <a:solidFill>
                  <a:srgbClr val="0F469B"/>
                </a:solidFill>
                <a:latin typeface="Optimax"/>
              </a:rPr>
              <a:t>o</a:t>
            </a:r>
            <a:r>
              <a:rPr sz="2400" spc="-20" dirty="0">
                <a:solidFill>
                  <a:srgbClr val="0F469B"/>
                </a:solidFill>
                <a:latin typeface="Optimax"/>
              </a:rPr>
              <a:t>r</a:t>
            </a:r>
            <a:r>
              <a:rPr sz="2400" dirty="0">
                <a:solidFill>
                  <a:srgbClr val="0F469B"/>
                </a:solidFill>
                <a:latin typeface="Optimax"/>
              </a:rPr>
              <a:t>k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125" dirty="0">
                <a:solidFill>
                  <a:srgbClr val="0F469B"/>
                </a:solidFill>
                <a:latin typeface="Optimax"/>
              </a:rPr>
              <a:t>P</a:t>
            </a:r>
            <a:r>
              <a:rPr sz="2400" spc="-114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125" dirty="0">
                <a:solidFill>
                  <a:srgbClr val="0F469B"/>
                </a:solidFill>
                <a:latin typeface="Optimax"/>
              </a:rPr>
              <a:t>c</a:t>
            </a:r>
            <a:r>
              <a:rPr sz="2400" spc="-114" dirty="0">
                <a:solidFill>
                  <a:srgbClr val="0F469B"/>
                </a:solidFill>
                <a:latin typeface="Optimax"/>
              </a:rPr>
              <a:t>ka</a:t>
            </a:r>
            <a:r>
              <a:rPr sz="2400" spc="-125" dirty="0">
                <a:solidFill>
                  <a:srgbClr val="0F469B"/>
                </a:solidFill>
                <a:latin typeface="Optimax"/>
              </a:rPr>
              <a:t>g</a:t>
            </a:r>
            <a:r>
              <a:rPr sz="240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spc="-19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150" dirty="0">
                <a:solidFill>
                  <a:srgbClr val="0F469B"/>
                </a:solidFill>
                <a:latin typeface="Optimax"/>
              </a:rPr>
              <a:t>1</a:t>
            </a:r>
            <a:r>
              <a:rPr sz="2400" dirty="0">
                <a:solidFill>
                  <a:srgbClr val="0F469B"/>
                </a:solidFill>
                <a:latin typeface="Optimax"/>
              </a:rPr>
              <a:t>:</a:t>
            </a:r>
            <a:r>
              <a:rPr sz="2400" spc="-19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dirty="0">
                <a:solidFill>
                  <a:srgbClr val="0F469B"/>
                </a:solidFill>
                <a:latin typeface="Optimax"/>
              </a:rPr>
              <a:t>D</a:t>
            </a:r>
            <a:r>
              <a:rPr sz="2400" spc="5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5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C</a:t>
            </a:r>
            <a:r>
              <a:rPr sz="2400" spc="-60" dirty="0">
                <a:solidFill>
                  <a:srgbClr val="0F469B"/>
                </a:solidFill>
                <a:latin typeface="Optimax"/>
              </a:rPr>
              <a:t>le</a:t>
            </a:r>
            <a:r>
              <a:rPr sz="2400" spc="-55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ns</a:t>
            </a:r>
            <a:r>
              <a:rPr sz="2400" spc="-60" dirty="0">
                <a:solidFill>
                  <a:srgbClr val="0F469B"/>
                </a:solidFill>
                <a:latin typeface="Optimax"/>
              </a:rPr>
              <a:t>i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dirty="0">
                <a:solidFill>
                  <a:srgbClr val="0F469B"/>
                </a:solidFill>
                <a:latin typeface="Optimax"/>
              </a:rPr>
              <a:t>g</a:t>
            </a:r>
            <a:r>
              <a:rPr sz="2400" spc="-14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75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dirty="0">
                <a:solidFill>
                  <a:srgbClr val="0F469B"/>
                </a:solidFill>
                <a:latin typeface="Optimax"/>
              </a:rPr>
              <a:t>d</a:t>
            </a:r>
            <a:r>
              <a:rPr sz="2400" spc="-14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St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85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d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rd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iza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i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o</a:t>
            </a:r>
            <a:r>
              <a:rPr sz="2400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spc="-12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o</a:t>
            </a:r>
            <a:r>
              <a:rPr sz="2400" dirty="0">
                <a:solidFill>
                  <a:srgbClr val="0F469B"/>
                </a:solidFill>
                <a:latin typeface="Optimax"/>
              </a:rPr>
              <a:t>f</a:t>
            </a:r>
            <a:r>
              <a:rPr sz="2400" spc="-13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50" dirty="0">
                <a:solidFill>
                  <a:srgbClr val="0F469B"/>
                </a:solidFill>
                <a:latin typeface="Optimax"/>
              </a:rPr>
              <a:t>M</a:t>
            </a:r>
            <a:r>
              <a:rPr sz="2400" spc="-45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55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spc="-5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spc="-55" dirty="0">
                <a:solidFill>
                  <a:srgbClr val="0F469B"/>
                </a:solidFill>
                <a:latin typeface="Optimax"/>
              </a:rPr>
              <a:t>r</a:t>
            </a:r>
            <a:r>
              <a:rPr sz="2400" spc="-45" dirty="0">
                <a:solidFill>
                  <a:srgbClr val="0F469B"/>
                </a:solidFill>
                <a:latin typeface="Optimax"/>
              </a:rPr>
              <a:t>ia</a:t>
            </a:r>
            <a:r>
              <a:rPr sz="2400" dirty="0">
                <a:solidFill>
                  <a:srgbClr val="0F469B"/>
                </a:solidFill>
                <a:latin typeface="Optimax"/>
              </a:rPr>
              <a:t>l</a:t>
            </a:r>
            <a:r>
              <a:rPr sz="2400" spc="-10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50" dirty="0">
                <a:solidFill>
                  <a:srgbClr val="0F469B"/>
                </a:solidFill>
                <a:latin typeface="Optimax"/>
              </a:rPr>
              <a:t>M</a:t>
            </a:r>
            <a:r>
              <a:rPr sz="2400" spc="-45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50" dirty="0">
                <a:solidFill>
                  <a:srgbClr val="0F469B"/>
                </a:solidFill>
                <a:latin typeface="Optimax"/>
              </a:rPr>
              <a:t>s</a:t>
            </a:r>
            <a:r>
              <a:rPr sz="2400" spc="-55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spc="-5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dirty="0">
                <a:solidFill>
                  <a:srgbClr val="0F469B"/>
                </a:solidFill>
                <a:latin typeface="Optimax"/>
              </a:rPr>
              <a:t>r</a:t>
            </a:r>
            <a:endParaRPr sz="2400" dirty="0">
              <a:latin typeface="Optimax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634" y="6608545"/>
            <a:ext cx="49085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300" b="1" spc="5" dirty="0">
                <a:solidFill>
                  <a:srgbClr val="FFFFFF"/>
                </a:solidFill>
                <a:latin typeface="Arial"/>
                <a:cs typeface="Arial"/>
              </a:rPr>
              <a:t>iLo</a:t>
            </a:r>
            <a:r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5288" y="6629881"/>
            <a:ext cx="172275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300" b="1" u="heavy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www.piloggroup.com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19788" y="6629881"/>
            <a:ext cx="16827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fld>
            <a:endParaRPr sz="13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287316"/>
              </p:ext>
            </p:extLst>
          </p:nvPr>
        </p:nvGraphicFramePr>
        <p:xfrm>
          <a:off x="430530" y="951864"/>
          <a:ext cx="10959461" cy="4401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4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3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1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Optimax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600" b="1" spc="6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SN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Optimax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600" b="1" spc="-3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Description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Optimax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600" b="1" spc="-5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Tot.</a:t>
                      </a:r>
                      <a:r>
                        <a:rPr sz="1600" b="1" spc="-6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Items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 dirty="0">
                        <a:latin typeface="Optimax"/>
                        <a:cs typeface="Times New Roman"/>
                      </a:endParaRPr>
                    </a:p>
                    <a:p>
                      <a:pPr marR="480059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Item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  <a:p>
                      <a:pPr marL="802005">
                        <a:lnSpc>
                          <a:spcPct val="100000"/>
                        </a:lnSpc>
                      </a:pPr>
                      <a:r>
                        <a:rPr sz="1600" b="1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Price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  <a:p>
                      <a:pPr marL="802005">
                        <a:lnSpc>
                          <a:spcPct val="100000"/>
                        </a:lnSpc>
                      </a:pPr>
                      <a:r>
                        <a:rPr sz="1600" b="1" spc="7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USD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 dirty="0">
                        <a:latin typeface="Optimax"/>
                        <a:cs typeface="Times New Roman"/>
                      </a:endParaRPr>
                    </a:p>
                    <a:p>
                      <a:pPr marR="466090" algn="ctr">
                        <a:lnSpc>
                          <a:spcPct val="100000"/>
                        </a:lnSpc>
                      </a:pPr>
                      <a:r>
                        <a:rPr sz="1600" b="1" spc="-4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Total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  <a:p>
                      <a:pPr marL="802640">
                        <a:lnSpc>
                          <a:spcPct val="100000"/>
                        </a:lnSpc>
                      </a:pPr>
                      <a:r>
                        <a:rPr sz="1600" b="1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Price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  <a:p>
                      <a:pPr marL="802640">
                        <a:lnSpc>
                          <a:spcPct val="100000"/>
                        </a:lnSpc>
                      </a:pPr>
                      <a:r>
                        <a:rPr sz="1600" b="1" spc="7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USD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3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50">
                        <a:latin typeface="Optimax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1</a:t>
                      </a:r>
                      <a:endParaRPr sz="1600">
                        <a:latin typeface="Optimax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00" dirty="0">
                        <a:latin typeface="Optimax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600" spc="-2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Material</a:t>
                      </a:r>
                      <a:r>
                        <a:rPr sz="1600" spc="-5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2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Master</a:t>
                      </a:r>
                      <a:r>
                        <a:rPr sz="1600" spc="-4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Data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Cleansing</a:t>
                      </a:r>
                      <a:r>
                        <a:rPr sz="1600" spc="-4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&amp;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  <a:p>
                      <a:pPr marR="730250">
                        <a:lnSpc>
                          <a:spcPct val="198400"/>
                        </a:lnSpc>
                        <a:spcBef>
                          <a:spcPts val="55"/>
                        </a:spcBef>
                      </a:pPr>
                      <a:r>
                        <a:rPr sz="1600" spc="-3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Stan</a:t>
                      </a:r>
                      <a:r>
                        <a:rPr sz="1600" spc="-4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d</a:t>
                      </a:r>
                      <a:r>
                        <a:rPr sz="1600" spc="-3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ar</a:t>
                      </a:r>
                      <a:r>
                        <a:rPr sz="1600" spc="-4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diz</a:t>
                      </a:r>
                      <a:r>
                        <a:rPr sz="1600" spc="-3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at</a:t>
                      </a:r>
                      <a:r>
                        <a:rPr sz="1600" spc="-4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i</a:t>
                      </a:r>
                      <a:r>
                        <a:rPr sz="1600" spc="-4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o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n</a:t>
                      </a:r>
                      <a:r>
                        <a:rPr sz="1600" spc="-3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u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s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i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ng</a:t>
                      </a:r>
                      <a:r>
                        <a:rPr sz="1600" spc="-6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5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P</a:t>
                      </a:r>
                      <a:r>
                        <a:rPr sz="1600" spc="-5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i</a:t>
                      </a:r>
                      <a:r>
                        <a:rPr sz="1600" spc="-5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Lo</a:t>
                      </a:r>
                      <a:r>
                        <a:rPr sz="1600" spc="-4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g</a:t>
                      </a:r>
                      <a:r>
                        <a:rPr sz="1600" spc="-5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’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s</a:t>
                      </a:r>
                      <a:r>
                        <a:rPr sz="1600" spc="-4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i</a:t>
                      </a:r>
                      <a:r>
                        <a:rPr sz="1600" spc="-28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D</a:t>
                      </a:r>
                      <a:r>
                        <a:rPr sz="1600" spc="-27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Q</a:t>
                      </a:r>
                      <a:r>
                        <a:rPr sz="1600" spc="-28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M  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(i</a:t>
                      </a:r>
                      <a:r>
                        <a:rPr sz="1600" spc="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D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ata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Q</a:t>
                      </a:r>
                      <a:r>
                        <a:rPr sz="1600" spc="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u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ality 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m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an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a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ge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m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ent)</a:t>
                      </a:r>
                      <a:r>
                        <a:rPr sz="1600" spc="-16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17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T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oo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l  </a:t>
                      </a:r>
                      <a:r>
                        <a:rPr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Subscription</a:t>
                      </a:r>
                      <a:r>
                        <a:rPr sz="160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and </a:t>
                      </a:r>
                      <a:r>
                        <a:rPr sz="1600" spc="1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Mapping </a:t>
                      </a:r>
                      <a:r>
                        <a:rPr sz="1600" spc="-2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with </a:t>
                      </a:r>
                      <a:r>
                        <a:rPr sz="1600" spc="7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UNSPSC </a:t>
                      </a:r>
                      <a:r>
                        <a:rPr sz="1600" spc="-47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spc="-30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Classification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50" dirty="0">
                        <a:latin typeface="Optimax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spc="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100 000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600" spc="5" dirty="0">
                        <a:solidFill>
                          <a:srgbClr val="0F469B"/>
                        </a:solidFill>
                        <a:latin typeface="Optimax"/>
                        <a:ea typeface="+mn-ea"/>
                        <a:cs typeface="Times New Roman"/>
                      </a:endParaRPr>
                    </a:p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IN" sz="1600" spc="5" dirty="0">
                          <a:solidFill>
                            <a:srgbClr val="0F469B"/>
                          </a:solidFill>
                          <a:latin typeface="Optimax"/>
                          <a:ea typeface="+mn-ea"/>
                          <a:cs typeface="Trebuchet MS"/>
                        </a:rPr>
                        <a:t>2.49</a:t>
                      </a:r>
                      <a:endParaRPr sz="1600" spc="5" dirty="0">
                        <a:solidFill>
                          <a:srgbClr val="0F469B"/>
                        </a:solidFill>
                        <a:latin typeface="Optimax"/>
                        <a:ea typeface="+mn-ea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600" spc="5" dirty="0">
                        <a:solidFill>
                          <a:srgbClr val="0F469B"/>
                        </a:solidFill>
                        <a:latin typeface="Optimax"/>
                        <a:ea typeface="+mn-ea"/>
                        <a:cs typeface="Times New Roman"/>
                      </a:endParaRPr>
                    </a:p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IN" sz="1600" spc="5" dirty="0">
                          <a:solidFill>
                            <a:srgbClr val="0F469B"/>
                          </a:solidFill>
                          <a:latin typeface="Optimax"/>
                          <a:ea typeface="+mn-ea"/>
                          <a:cs typeface="Trebuchet MS"/>
                        </a:rPr>
                        <a:t>249,000</a:t>
                      </a:r>
                      <a:endParaRPr sz="1600" spc="5" dirty="0">
                        <a:solidFill>
                          <a:srgbClr val="0F469B"/>
                        </a:solidFill>
                        <a:latin typeface="Optimax"/>
                        <a:ea typeface="+mn-ea"/>
                        <a:cs typeface="Trebuchet MS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972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 dirty="0">
                        <a:latin typeface="Optimax"/>
                        <a:cs typeface="Times New Roman"/>
                      </a:endParaRPr>
                    </a:p>
                    <a:p>
                      <a:pPr marR="845819" algn="r">
                        <a:lnSpc>
                          <a:spcPct val="100000"/>
                        </a:lnSpc>
                      </a:pPr>
                      <a:r>
                        <a:rPr sz="1600" b="1" spc="-40" dirty="0">
                          <a:solidFill>
                            <a:srgbClr val="FF0000"/>
                          </a:solidFill>
                          <a:latin typeface="Optimax"/>
                          <a:cs typeface="Trebuchet MS"/>
                        </a:rPr>
                        <a:t>Total</a:t>
                      </a:r>
                      <a:r>
                        <a:rPr sz="1600" b="1" spc="-35" dirty="0">
                          <a:solidFill>
                            <a:srgbClr val="FF0000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Optimax"/>
                          <a:cs typeface="Trebuchet MS"/>
                        </a:rPr>
                        <a:t>Cost</a:t>
                      </a:r>
                      <a:r>
                        <a:rPr sz="1600" b="1" spc="-40" dirty="0">
                          <a:solidFill>
                            <a:srgbClr val="FF0000"/>
                          </a:solidFill>
                          <a:latin typeface="Optimax"/>
                          <a:cs typeface="Trebuchet MS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Optimax"/>
                          <a:cs typeface="Trebuchet MS"/>
                        </a:rPr>
                        <a:t>(USD)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 dirty="0">
                        <a:latin typeface="Optimax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spc="-5" dirty="0">
                          <a:solidFill>
                            <a:srgbClr val="0F469B"/>
                          </a:solidFill>
                          <a:latin typeface="Optimax"/>
                          <a:cs typeface="Trebuchet MS"/>
                        </a:rPr>
                        <a:t>249,000</a:t>
                      </a:r>
                      <a:endParaRPr sz="1600" dirty="0">
                        <a:latin typeface="Optimax"/>
                        <a:cs typeface="Trebuchet MS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14527" y="5459374"/>
            <a:ext cx="106019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0000"/>
                </a:solidFill>
                <a:latin typeface="Optimax"/>
                <a:cs typeface="Trebuchet MS"/>
              </a:rPr>
              <a:t>Note:</a:t>
            </a:r>
            <a:r>
              <a:rPr sz="2200" spc="-285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Optimax"/>
                <a:cs typeface="Trebuchet MS"/>
              </a:rPr>
              <a:t>Additional</a:t>
            </a:r>
            <a:r>
              <a:rPr sz="2200" spc="-20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70" dirty="0">
                <a:solidFill>
                  <a:srgbClr val="FF0000"/>
                </a:solidFill>
                <a:latin typeface="Optimax"/>
                <a:cs typeface="Trebuchet MS"/>
              </a:rPr>
              <a:t>items</a:t>
            </a:r>
            <a:r>
              <a:rPr sz="2200" spc="-135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70" dirty="0">
                <a:solidFill>
                  <a:srgbClr val="FF0000"/>
                </a:solidFill>
                <a:latin typeface="Optimax"/>
                <a:cs typeface="Trebuchet MS"/>
              </a:rPr>
              <a:t>for</a:t>
            </a:r>
            <a:r>
              <a:rPr sz="2200" spc="-145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75" dirty="0">
                <a:solidFill>
                  <a:srgbClr val="FF0000"/>
                </a:solidFill>
                <a:latin typeface="Optimax"/>
                <a:cs typeface="Trebuchet MS"/>
              </a:rPr>
              <a:t>data</a:t>
            </a:r>
            <a:r>
              <a:rPr sz="2200" spc="-150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Optimax"/>
                <a:cs typeface="Trebuchet MS"/>
              </a:rPr>
              <a:t>cleansing</a:t>
            </a:r>
            <a:r>
              <a:rPr sz="2200" spc="-80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Optimax"/>
                <a:cs typeface="Trebuchet MS"/>
              </a:rPr>
              <a:t>will</a:t>
            </a:r>
            <a:r>
              <a:rPr sz="2200" spc="-50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Optimax"/>
                <a:cs typeface="Trebuchet MS"/>
              </a:rPr>
              <a:t>be</a:t>
            </a:r>
            <a:r>
              <a:rPr sz="2200" spc="-95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Optimax"/>
                <a:cs typeface="Trebuchet MS"/>
              </a:rPr>
              <a:t>quoted</a:t>
            </a:r>
            <a:r>
              <a:rPr sz="2200" spc="-70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Optimax"/>
                <a:cs typeface="Trebuchet MS"/>
              </a:rPr>
              <a:t>as</a:t>
            </a:r>
            <a:r>
              <a:rPr sz="2200" spc="-110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Optimax"/>
                <a:cs typeface="Trebuchet MS"/>
              </a:rPr>
              <a:t>per</a:t>
            </a:r>
            <a:r>
              <a:rPr sz="2200" spc="-130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75" dirty="0">
                <a:solidFill>
                  <a:srgbClr val="FF0000"/>
                </a:solidFill>
                <a:latin typeface="Optimax"/>
                <a:cs typeface="Trebuchet MS"/>
              </a:rPr>
              <a:t>the</a:t>
            </a:r>
            <a:r>
              <a:rPr sz="2200" spc="-165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55" dirty="0">
                <a:solidFill>
                  <a:srgbClr val="FF0000"/>
                </a:solidFill>
                <a:latin typeface="Optimax"/>
                <a:cs typeface="Trebuchet MS"/>
              </a:rPr>
              <a:t>unit</a:t>
            </a:r>
            <a:r>
              <a:rPr sz="2200" spc="-105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114" dirty="0">
                <a:solidFill>
                  <a:srgbClr val="FF0000"/>
                </a:solidFill>
                <a:latin typeface="Optimax"/>
                <a:cs typeface="Trebuchet MS"/>
              </a:rPr>
              <a:t>rate</a:t>
            </a:r>
            <a:r>
              <a:rPr sz="2200" spc="-190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105" dirty="0">
                <a:solidFill>
                  <a:srgbClr val="FF0000"/>
                </a:solidFill>
                <a:latin typeface="Optimax"/>
                <a:cs typeface="Trebuchet MS"/>
              </a:rPr>
              <a:t>stated</a:t>
            </a:r>
            <a:r>
              <a:rPr sz="2200" spc="-195" dirty="0">
                <a:solidFill>
                  <a:srgbClr val="FF0000"/>
                </a:solidFill>
                <a:latin typeface="Optimax"/>
                <a:cs typeface="Trebuchet MS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Optimax"/>
                <a:cs typeface="Trebuchet MS"/>
              </a:rPr>
              <a:t>above</a:t>
            </a:r>
            <a:endParaRPr sz="2200" dirty="0">
              <a:latin typeface="Optimax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8006"/>
            <a:ext cx="12191999" cy="32296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40" y="6240778"/>
            <a:ext cx="1150620" cy="5425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8670" y="1837436"/>
            <a:ext cx="1038225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Optimax"/>
                <a:cs typeface="Trebuchet MS"/>
              </a:rPr>
              <a:t>Option</a:t>
            </a:r>
            <a:r>
              <a:rPr sz="2800" b="1" spc="-150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-170" dirty="0">
                <a:solidFill>
                  <a:srgbClr val="FFFFFF"/>
                </a:solidFill>
                <a:latin typeface="Optimax"/>
                <a:cs typeface="Trebuchet MS"/>
              </a:rPr>
              <a:t>1:</a:t>
            </a:r>
            <a:endParaRPr sz="2800" dirty="0">
              <a:latin typeface="Optimax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5542280" algn="l"/>
              </a:tabLst>
            </a:pP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Data</a:t>
            </a:r>
            <a:r>
              <a:rPr sz="2800" b="1" spc="-20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-85" dirty="0">
                <a:solidFill>
                  <a:srgbClr val="FFFFFF"/>
                </a:solidFill>
                <a:latin typeface="Optimax"/>
                <a:cs typeface="Trebuchet MS"/>
              </a:rPr>
              <a:t>G</a:t>
            </a:r>
            <a:r>
              <a:rPr sz="2800" b="1" spc="-80" dirty="0">
                <a:solidFill>
                  <a:srgbClr val="FFFFFF"/>
                </a:solidFill>
                <a:latin typeface="Optimax"/>
                <a:cs typeface="Trebuchet MS"/>
              </a:rPr>
              <a:t>ove</a:t>
            </a:r>
            <a:r>
              <a:rPr sz="2800" b="1" spc="-75" dirty="0">
                <a:solidFill>
                  <a:srgbClr val="FFFFFF"/>
                </a:solidFill>
                <a:latin typeface="Optimax"/>
                <a:cs typeface="Trebuchet MS"/>
              </a:rPr>
              <a:t>rn</a:t>
            </a:r>
            <a:r>
              <a:rPr sz="2800" b="1" spc="-80" dirty="0">
                <a:solidFill>
                  <a:srgbClr val="FFFFFF"/>
                </a:solidFill>
                <a:latin typeface="Optimax"/>
                <a:cs typeface="Trebuchet MS"/>
              </a:rPr>
              <a:t>a</a:t>
            </a:r>
            <a:r>
              <a:rPr sz="2800" b="1" spc="-75" dirty="0">
                <a:solidFill>
                  <a:srgbClr val="FFFFFF"/>
                </a:solidFill>
                <a:latin typeface="Optimax"/>
                <a:cs typeface="Trebuchet MS"/>
              </a:rPr>
              <a:t>n</a:t>
            </a:r>
            <a:r>
              <a:rPr sz="2800" b="1" spc="-80" dirty="0">
                <a:solidFill>
                  <a:srgbClr val="FFFFFF"/>
                </a:solidFill>
                <a:latin typeface="Optimax"/>
                <a:cs typeface="Trebuchet MS"/>
              </a:rPr>
              <a:t>c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spc="-175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Optimax"/>
                <a:cs typeface="Trebuchet MS"/>
              </a:rPr>
              <a:t>s</a:t>
            </a:r>
            <a:r>
              <a:rPr sz="2800" b="1" spc="-90" dirty="0">
                <a:solidFill>
                  <a:srgbClr val="FFFFFF"/>
                </a:solidFill>
                <a:latin typeface="Optimax"/>
                <a:cs typeface="Trebuchet MS"/>
              </a:rPr>
              <a:t>olu</a:t>
            </a:r>
            <a:r>
              <a:rPr sz="2800" b="1" spc="-100" dirty="0">
                <a:solidFill>
                  <a:srgbClr val="FFFFFF"/>
                </a:solidFill>
                <a:latin typeface="Optimax"/>
                <a:cs typeface="Trebuchet MS"/>
              </a:rPr>
              <a:t>t</a:t>
            </a:r>
            <a:r>
              <a:rPr sz="2800" b="1" spc="-85" dirty="0">
                <a:solidFill>
                  <a:srgbClr val="FFFFFF"/>
                </a:solidFill>
                <a:latin typeface="Optimax"/>
                <a:cs typeface="Trebuchet MS"/>
              </a:rPr>
              <a:t>i</a:t>
            </a:r>
            <a:r>
              <a:rPr sz="2800" b="1" spc="-90" dirty="0">
                <a:solidFill>
                  <a:srgbClr val="FFFFFF"/>
                </a:solidFill>
                <a:latin typeface="Optimax"/>
                <a:cs typeface="Trebuchet MS"/>
              </a:rPr>
              <a:t>o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n</a:t>
            </a:r>
            <a:r>
              <a:rPr sz="2800" b="1" spc="-180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210" dirty="0">
                <a:solidFill>
                  <a:srgbClr val="FFFFFF"/>
                </a:solidFill>
                <a:latin typeface="Optimax"/>
                <a:cs typeface="Trebuchet MS"/>
              </a:rPr>
              <a:t>iM</a:t>
            </a:r>
            <a:r>
              <a:rPr sz="2800" b="1" spc="204" dirty="0">
                <a:solidFill>
                  <a:srgbClr val="FFFFFF"/>
                </a:solidFill>
                <a:latin typeface="Optimax"/>
                <a:cs typeface="Trebuchet MS"/>
              </a:rPr>
              <a:t>D</a:t>
            </a:r>
            <a:r>
              <a:rPr sz="2800" b="1" spc="200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M</a:t>
            </a:r>
            <a:r>
              <a:rPr sz="2800" b="1" dirty="0">
                <a:solidFill>
                  <a:srgbClr val="FFFFFF"/>
                </a:solidFill>
                <a:latin typeface="Optimax"/>
                <a:cs typeface="Trebuchet MS"/>
              </a:rPr>
              <a:t>	</a:t>
            </a:r>
            <a:r>
              <a:rPr sz="2800" b="1" spc="-65" dirty="0">
                <a:solidFill>
                  <a:srgbClr val="FFFFFF"/>
                </a:solidFill>
                <a:latin typeface="Optimax"/>
                <a:cs typeface="Trebuchet MS"/>
              </a:rPr>
              <a:t>(M</a:t>
            </a:r>
            <a:r>
              <a:rPr sz="2800" b="1" spc="-70" dirty="0">
                <a:solidFill>
                  <a:srgbClr val="FFFFFF"/>
                </a:solidFill>
                <a:latin typeface="Optimax"/>
                <a:cs typeface="Trebuchet MS"/>
              </a:rPr>
              <a:t>a</a:t>
            </a:r>
            <a:r>
              <a:rPr sz="2800" b="1" spc="-75" dirty="0">
                <a:solidFill>
                  <a:srgbClr val="FFFFFF"/>
                </a:solidFill>
                <a:latin typeface="Optimax"/>
                <a:cs typeface="Trebuchet MS"/>
              </a:rPr>
              <a:t>st</a:t>
            </a:r>
            <a:r>
              <a:rPr sz="2800" b="1" spc="-70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120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Data</a:t>
            </a:r>
            <a:r>
              <a:rPr sz="2800" b="1" spc="-20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-85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80" dirty="0">
                <a:solidFill>
                  <a:srgbClr val="FFFFFF"/>
                </a:solidFill>
                <a:latin typeface="Optimax"/>
                <a:cs typeface="Trebuchet MS"/>
              </a:rPr>
              <a:t>eco</a:t>
            </a:r>
            <a:r>
              <a:rPr sz="2800" b="1" spc="-75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d</a:t>
            </a:r>
            <a:r>
              <a:rPr sz="2800" b="1" spc="-140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Optimax"/>
                <a:cs typeface="Trebuchet MS"/>
              </a:rPr>
              <a:t>M</a:t>
            </a:r>
            <a:r>
              <a:rPr sz="2800" b="1" spc="-45" dirty="0">
                <a:solidFill>
                  <a:srgbClr val="FFFFFF"/>
                </a:solidFill>
                <a:latin typeface="Optimax"/>
                <a:cs typeface="Trebuchet MS"/>
              </a:rPr>
              <a:t>a</a:t>
            </a:r>
            <a:r>
              <a:rPr sz="2800" b="1" spc="-40" dirty="0">
                <a:solidFill>
                  <a:srgbClr val="FFFFFF"/>
                </a:solidFill>
                <a:latin typeface="Optimax"/>
                <a:cs typeface="Trebuchet MS"/>
              </a:rPr>
              <a:t>n</a:t>
            </a:r>
            <a:r>
              <a:rPr sz="2800" b="1" spc="-45" dirty="0">
                <a:solidFill>
                  <a:srgbClr val="FFFFFF"/>
                </a:solidFill>
                <a:latin typeface="Optimax"/>
                <a:cs typeface="Trebuchet MS"/>
              </a:rPr>
              <a:t>age</a:t>
            </a:r>
            <a:r>
              <a:rPr sz="2800" b="1" spc="-40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)</a:t>
            </a:r>
            <a:endParaRPr sz="2800" dirty="0">
              <a:latin typeface="Optimax"/>
              <a:cs typeface="Trebuchet MS"/>
            </a:endParaRPr>
          </a:p>
          <a:p>
            <a:pPr marL="2088514" marR="31750" indent="-2076450">
              <a:lnSpc>
                <a:spcPct val="100000"/>
              </a:lnSpc>
              <a:tabLst>
                <a:tab pos="2088514" algn="l"/>
                <a:tab pos="2658745" algn="l"/>
                <a:tab pos="4798060" algn="l"/>
                <a:tab pos="6701790" algn="l"/>
                <a:tab pos="7194550" algn="l"/>
                <a:tab pos="8491855" algn="l"/>
                <a:tab pos="10010775" algn="l"/>
              </a:tabLst>
            </a:pPr>
            <a:r>
              <a:rPr sz="2800" b="1" spc="130" dirty="0">
                <a:solidFill>
                  <a:srgbClr val="FFFFFF"/>
                </a:solidFill>
                <a:latin typeface="Optimax"/>
                <a:cs typeface="Trebuchet MS"/>
              </a:rPr>
              <a:t>On</a:t>
            </a:r>
            <a:r>
              <a:rPr sz="2800" b="1" spc="-100" dirty="0">
                <a:solidFill>
                  <a:srgbClr val="FFFFFF"/>
                </a:solidFill>
                <a:latin typeface="Optimax"/>
                <a:cs typeface="Trebuchet MS"/>
              </a:rPr>
              <a:t>-</a:t>
            </a:r>
            <a:r>
              <a:rPr sz="2800" b="1" spc="-90" dirty="0">
                <a:solidFill>
                  <a:srgbClr val="FFFFFF"/>
                </a:solidFill>
                <a:latin typeface="Optimax"/>
                <a:cs typeface="Trebuchet MS"/>
              </a:rPr>
              <a:t>P</a:t>
            </a:r>
            <a:r>
              <a:rPr sz="2800" b="1" spc="-110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114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spc="-180" dirty="0">
                <a:solidFill>
                  <a:srgbClr val="FFFFFF"/>
                </a:solidFill>
                <a:latin typeface="Optimax"/>
                <a:cs typeface="Trebuchet MS"/>
              </a:rPr>
              <a:t>m</a:t>
            </a:r>
            <a:r>
              <a:rPr sz="2800" b="1" spc="-60" dirty="0">
                <a:solidFill>
                  <a:srgbClr val="FFFFFF"/>
                </a:solidFill>
                <a:latin typeface="Optimax"/>
                <a:cs typeface="Trebuchet MS"/>
              </a:rPr>
              <a:t>i</a:t>
            </a:r>
            <a:r>
              <a:rPr sz="2800" b="1" spc="-130" dirty="0">
                <a:solidFill>
                  <a:srgbClr val="FFFFFF"/>
                </a:solidFill>
                <a:latin typeface="Optimax"/>
                <a:cs typeface="Trebuchet MS"/>
              </a:rPr>
              <a:t>s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dirty="0">
                <a:solidFill>
                  <a:srgbClr val="FFFFFF"/>
                </a:solidFill>
                <a:latin typeface="Optimax"/>
                <a:cs typeface="Trebuchet MS"/>
              </a:rPr>
              <a:t>	</a:t>
            </a:r>
            <a:r>
              <a:rPr sz="2800" b="1" spc="150" dirty="0">
                <a:solidFill>
                  <a:srgbClr val="FFFFFF"/>
                </a:solidFill>
                <a:latin typeface="Optimax"/>
                <a:cs typeface="Trebuchet MS"/>
              </a:rPr>
              <a:t>I</a:t>
            </a:r>
            <a:r>
              <a:rPr sz="2800" b="1" spc="-80" dirty="0">
                <a:solidFill>
                  <a:srgbClr val="FFFFFF"/>
                </a:solidFill>
                <a:latin typeface="Optimax"/>
                <a:cs typeface="Trebuchet MS"/>
              </a:rPr>
              <a:t>m</a:t>
            </a:r>
            <a:r>
              <a:rPr sz="2800" b="1" spc="-75" dirty="0">
                <a:solidFill>
                  <a:srgbClr val="FFFFFF"/>
                </a:solidFill>
                <a:latin typeface="Optimax"/>
                <a:cs typeface="Trebuchet MS"/>
              </a:rPr>
              <a:t>p</a:t>
            </a:r>
            <a:r>
              <a:rPr sz="2800" b="1" spc="-65" dirty="0">
                <a:solidFill>
                  <a:srgbClr val="FFFFFF"/>
                </a:solidFill>
                <a:latin typeface="Optimax"/>
                <a:cs typeface="Trebuchet MS"/>
              </a:rPr>
              <a:t>l</a:t>
            </a:r>
            <a:r>
              <a:rPr sz="2800" b="1" spc="-114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spc="-180" dirty="0">
                <a:solidFill>
                  <a:srgbClr val="FFFFFF"/>
                </a:solidFill>
                <a:latin typeface="Optimax"/>
                <a:cs typeface="Trebuchet MS"/>
              </a:rPr>
              <a:t>m</a:t>
            </a:r>
            <a:r>
              <a:rPr sz="2800" b="1" spc="-160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spc="-145" dirty="0">
                <a:solidFill>
                  <a:srgbClr val="FFFFFF"/>
                </a:solidFill>
                <a:latin typeface="Optimax"/>
                <a:cs typeface="Trebuchet MS"/>
              </a:rPr>
              <a:t>n</a:t>
            </a:r>
            <a:r>
              <a:rPr sz="2800" b="1" spc="-190" dirty="0">
                <a:solidFill>
                  <a:srgbClr val="FFFFFF"/>
                </a:solidFill>
                <a:latin typeface="Optimax"/>
                <a:cs typeface="Trebuchet MS"/>
              </a:rPr>
              <a:t>t</a:t>
            </a:r>
            <a:r>
              <a:rPr sz="2800" b="1" spc="-165" dirty="0">
                <a:solidFill>
                  <a:srgbClr val="FFFFFF"/>
                </a:solidFill>
                <a:latin typeface="Optimax"/>
                <a:cs typeface="Trebuchet MS"/>
              </a:rPr>
              <a:t>a</a:t>
            </a:r>
            <a:r>
              <a:rPr sz="2800" b="1" spc="-120" dirty="0">
                <a:solidFill>
                  <a:srgbClr val="FFFFFF"/>
                </a:solidFill>
                <a:latin typeface="Optimax"/>
                <a:cs typeface="Trebuchet MS"/>
              </a:rPr>
              <a:t>t</a:t>
            </a:r>
            <a:r>
              <a:rPr sz="2800" b="1" spc="-60" dirty="0">
                <a:solidFill>
                  <a:srgbClr val="FFFFFF"/>
                </a:solidFill>
                <a:latin typeface="Optimax"/>
                <a:cs typeface="Trebuchet MS"/>
              </a:rPr>
              <a:t>i</a:t>
            </a:r>
            <a:r>
              <a:rPr sz="2800" b="1" spc="-30" dirty="0">
                <a:solidFill>
                  <a:srgbClr val="FFFFFF"/>
                </a:solidFill>
                <a:latin typeface="Optimax"/>
                <a:cs typeface="Trebuchet MS"/>
              </a:rPr>
              <a:t>o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n</a:t>
            </a:r>
            <a:r>
              <a:rPr sz="2800" b="1" dirty="0">
                <a:solidFill>
                  <a:srgbClr val="FFFFFF"/>
                </a:solidFill>
                <a:latin typeface="Optimax"/>
                <a:cs typeface="Trebuchet MS"/>
              </a:rPr>
              <a:t>	</a:t>
            </a:r>
            <a:r>
              <a:rPr sz="2800" b="1" spc="-100" dirty="0">
                <a:solidFill>
                  <a:srgbClr val="FFFFFF"/>
                </a:solidFill>
                <a:latin typeface="Optimax"/>
                <a:cs typeface="Trebuchet MS"/>
              </a:rPr>
              <a:t>(</a:t>
            </a:r>
            <a:r>
              <a:rPr sz="2800" b="1" spc="240" dirty="0">
                <a:solidFill>
                  <a:srgbClr val="FFFFFF"/>
                </a:solidFill>
                <a:latin typeface="Optimax"/>
                <a:cs typeface="Trebuchet MS"/>
              </a:rPr>
              <a:t>H</a:t>
            </a:r>
            <a:r>
              <a:rPr sz="2800" b="1" spc="-114" dirty="0">
                <a:solidFill>
                  <a:srgbClr val="FFFFFF"/>
                </a:solidFill>
                <a:latin typeface="Optimax"/>
                <a:cs typeface="Trebuchet MS"/>
              </a:rPr>
              <a:t>a</a:t>
            </a:r>
            <a:r>
              <a:rPr sz="2800" b="1" spc="-100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105" dirty="0">
                <a:solidFill>
                  <a:srgbClr val="FFFFFF"/>
                </a:solidFill>
                <a:latin typeface="Optimax"/>
                <a:cs typeface="Trebuchet MS"/>
              </a:rPr>
              <a:t>d</a:t>
            </a:r>
            <a:r>
              <a:rPr sz="2800" b="1" spc="-75" dirty="0">
                <a:solidFill>
                  <a:srgbClr val="FFFFFF"/>
                </a:solidFill>
                <a:latin typeface="Optimax"/>
                <a:cs typeface="Trebuchet MS"/>
              </a:rPr>
              <a:t>w</a:t>
            </a:r>
            <a:r>
              <a:rPr sz="2800" b="1" spc="-114" dirty="0">
                <a:solidFill>
                  <a:srgbClr val="FFFFFF"/>
                </a:solidFill>
                <a:latin typeface="Optimax"/>
                <a:cs typeface="Trebuchet MS"/>
              </a:rPr>
              <a:t>a</a:t>
            </a:r>
            <a:r>
              <a:rPr sz="2800" b="1" spc="-100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dirty="0">
                <a:solidFill>
                  <a:srgbClr val="FFFFFF"/>
                </a:solidFill>
                <a:latin typeface="Optimax"/>
                <a:cs typeface="Trebuchet MS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&amp;</a:t>
            </a:r>
            <a:r>
              <a:rPr sz="2800" b="1" dirty="0">
                <a:solidFill>
                  <a:srgbClr val="FFFFFF"/>
                </a:solidFill>
                <a:latin typeface="Optimax"/>
                <a:cs typeface="Trebuchet MS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O</a:t>
            </a:r>
            <a:r>
              <a:rPr sz="2800" b="1" spc="-484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-229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80" dirty="0">
                <a:solidFill>
                  <a:srgbClr val="FFFFFF"/>
                </a:solidFill>
                <a:latin typeface="Optimax"/>
                <a:cs typeface="Trebuchet MS"/>
              </a:rPr>
              <a:t>ac</a:t>
            </a:r>
            <a:r>
              <a:rPr sz="2800" b="1" spc="-50" dirty="0">
                <a:solidFill>
                  <a:srgbClr val="FFFFFF"/>
                </a:solidFill>
                <a:latin typeface="Optimax"/>
                <a:cs typeface="Trebuchet MS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dirty="0">
                <a:solidFill>
                  <a:srgbClr val="FFFFFF"/>
                </a:solidFill>
                <a:latin typeface="Optimax"/>
                <a:cs typeface="Trebuchet MS"/>
              </a:rPr>
              <a:t>	</a:t>
            </a:r>
            <a:r>
              <a:rPr sz="2800" b="1" spc="-135" dirty="0">
                <a:solidFill>
                  <a:srgbClr val="FFFFFF"/>
                </a:solidFill>
                <a:latin typeface="Optimax"/>
                <a:cs typeface="Trebuchet MS"/>
              </a:rPr>
              <a:t>L</a:t>
            </a:r>
            <a:r>
              <a:rPr sz="2800" b="1" spc="-85" dirty="0">
                <a:solidFill>
                  <a:srgbClr val="FFFFFF"/>
                </a:solidFill>
                <a:latin typeface="Optimax"/>
                <a:cs typeface="Trebuchet MS"/>
              </a:rPr>
              <a:t>i</a:t>
            </a:r>
            <a:r>
              <a:rPr sz="2800" b="1" spc="-120" dirty="0">
                <a:solidFill>
                  <a:srgbClr val="FFFFFF"/>
                </a:solidFill>
                <a:latin typeface="Optimax"/>
                <a:cs typeface="Trebuchet MS"/>
              </a:rPr>
              <a:t>c</a:t>
            </a:r>
            <a:r>
              <a:rPr sz="2800" b="1" spc="-114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spc="-110" dirty="0">
                <a:solidFill>
                  <a:srgbClr val="FFFFFF"/>
                </a:solidFill>
                <a:latin typeface="Optimax"/>
                <a:cs typeface="Trebuchet MS"/>
              </a:rPr>
              <a:t>n</a:t>
            </a:r>
            <a:r>
              <a:rPr sz="2800" b="1" spc="-130" dirty="0">
                <a:solidFill>
                  <a:srgbClr val="FFFFFF"/>
                </a:solidFill>
                <a:latin typeface="Optimax"/>
                <a:cs typeface="Trebuchet MS"/>
              </a:rPr>
              <a:t>s</a:t>
            </a:r>
            <a:r>
              <a:rPr sz="2800" b="1" spc="-175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s</a:t>
            </a:r>
            <a:r>
              <a:rPr sz="2800" b="1" dirty="0">
                <a:solidFill>
                  <a:srgbClr val="FFFFFF"/>
                </a:solidFill>
                <a:latin typeface="Optimax"/>
                <a:cs typeface="Trebuchet MS"/>
              </a:rPr>
              <a:t>	</a:t>
            </a:r>
            <a:r>
              <a:rPr sz="2800" b="1" spc="-95" dirty="0">
                <a:solidFill>
                  <a:srgbClr val="FFFFFF"/>
                </a:solidFill>
                <a:latin typeface="Optimax"/>
                <a:cs typeface="Trebuchet MS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o  </a:t>
            </a:r>
            <a:r>
              <a:rPr sz="2800" b="1" spc="-120" dirty="0">
                <a:solidFill>
                  <a:srgbClr val="FFFFFF"/>
                </a:solidFill>
                <a:latin typeface="Optimax"/>
                <a:cs typeface="Trebuchet MS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dirty="0">
                <a:solidFill>
                  <a:srgbClr val="FFFFFF"/>
                </a:solidFill>
                <a:latin typeface="Optimax"/>
                <a:cs typeface="Trebuchet MS"/>
              </a:rPr>
              <a:t>	</a:t>
            </a:r>
            <a:r>
              <a:rPr sz="2800" b="1" spc="-90" dirty="0">
                <a:solidFill>
                  <a:srgbClr val="FFFFFF"/>
                </a:solidFill>
                <a:latin typeface="Optimax"/>
                <a:cs typeface="Trebuchet MS"/>
              </a:rPr>
              <a:t>P</a:t>
            </a:r>
            <a:r>
              <a:rPr sz="2800" b="1" spc="-110" dirty="0">
                <a:solidFill>
                  <a:srgbClr val="FFFFFF"/>
                </a:solidFill>
                <a:latin typeface="Optimax"/>
                <a:cs typeface="Trebuchet MS"/>
              </a:rPr>
              <a:t>r</a:t>
            </a:r>
            <a:r>
              <a:rPr sz="2800" b="1" spc="-65" dirty="0">
                <a:solidFill>
                  <a:srgbClr val="FFFFFF"/>
                </a:solidFill>
                <a:latin typeface="Optimax"/>
                <a:cs typeface="Trebuchet MS"/>
              </a:rPr>
              <a:t>o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v</a:t>
            </a:r>
            <a:r>
              <a:rPr sz="2800" b="1" spc="-60" dirty="0">
                <a:solidFill>
                  <a:srgbClr val="FFFFFF"/>
                </a:solidFill>
                <a:latin typeface="Optimax"/>
                <a:cs typeface="Trebuchet MS"/>
              </a:rPr>
              <a:t>i</a:t>
            </a:r>
            <a:r>
              <a:rPr sz="2800" b="1" spc="-70" dirty="0">
                <a:solidFill>
                  <a:srgbClr val="FFFFFF"/>
                </a:solidFill>
                <a:latin typeface="Optimax"/>
                <a:cs typeface="Trebuchet MS"/>
              </a:rPr>
              <a:t>d</a:t>
            </a:r>
            <a:r>
              <a:rPr sz="2800" b="1" spc="-150" dirty="0">
                <a:solidFill>
                  <a:srgbClr val="FFFFFF"/>
                </a:solidFill>
                <a:latin typeface="Optimax"/>
                <a:cs typeface="Trebuchet MS"/>
              </a:rPr>
              <a:t>e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d</a:t>
            </a:r>
            <a:r>
              <a:rPr sz="2800" b="1" spc="-215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sz="2800" b="1" spc="-145" dirty="0">
                <a:solidFill>
                  <a:srgbClr val="FFFFFF"/>
                </a:solidFill>
                <a:latin typeface="Optimax"/>
                <a:cs typeface="Trebuchet MS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y</a:t>
            </a:r>
            <a:r>
              <a:rPr sz="2800" b="1" spc="-405" dirty="0">
                <a:solidFill>
                  <a:srgbClr val="FFFFFF"/>
                </a:solidFill>
                <a:latin typeface="Optimax"/>
                <a:cs typeface="Trebuchet MS"/>
              </a:rPr>
              <a:t> </a:t>
            </a:r>
            <a:r>
              <a:rPr lang="en-IN" sz="2800" b="1" spc="-160" dirty="0">
                <a:solidFill>
                  <a:srgbClr val="FFFFFF"/>
                </a:solidFill>
                <a:latin typeface="Optimax"/>
              </a:rPr>
              <a:t>Al-</a:t>
            </a:r>
            <a:r>
              <a:rPr lang="en-IN" sz="2800" b="1" spc="-160" dirty="0" err="1">
                <a:solidFill>
                  <a:srgbClr val="FFFFFF"/>
                </a:solidFill>
                <a:latin typeface="Optimax"/>
              </a:rPr>
              <a:t>Hajri</a:t>
            </a:r>
            <a:r>
              <a:rPr lang="en-IN" sz="2800" b="1" spc="-160" dirty="0">
                <a:solidFill>
                  <a:srgbClr val="FFFFFF"/>
                </a:solidFill>
                <a:latin typeface="Optimax"/>
              </a:rPr>
              <a:t> Corporation </a:t>
            </a:r>
            <a:r>
              <a:rPr sz="2800" b="1" spc="-5" dirty="0">
                <a:solidFill>
                  <a:srgbClr val="FFFFFF"/>
                </a:solidFill>
                <a:latin typeface="Optimax"/>
                <a:cs typeface="Trebuchet MS"/>
              </a:rPr>
              <a:t>)</a:t>
            </a:r>
            <a:endParaRPr sz="2800" dirty="0">
              <a:latin typeface="Optimax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0"/>
            <a:ext cx="952817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spc="-10" dirty="0">
                <a:solidFill>
                  <a:srgbClr val="0F469B"/>
                </a:solidFill>
                <a:latin typeface="Optimax"/>
              </a:rPr>
              <a:t>W</a:t>
            </a:r>
            <a:r>
              <a:rPr sz="2400" spc="-15" dirty="0">
                <a:solidFill>
                  <a:srgbClr val="0F469B"/>
                </a:solidFill>
                <a:latin typeface="Optimax"/>
              </a:rPr>
              <a:t>o</a:t>
            </a:r>
            <a:r>
              <a:rPr sz="2400" spc="-20" dirty="0">
                <a:solidFill>
                  <a:srgbClr val="0F469B"/>
                </a:solidFill>
                <a:latin typeface="Optimax"/>
              </a:rPr>
              <a:t>r</a:t>
            </a:r>
            <a:r>
              <a:rPr sz="2400" dirty="0">
                <a:solidFill>
                  <a:srgbClr val="0F469B"/>
                </a:solidFill>
                <a:latin typeface="Optimax"/>
              </a:rPr>
              <a:t>k</a:t>
            </a:r>
            <a:r>
              <a:rPr sz="2400" spc="-2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125" dirty="0">
                <a:solidFill>
                  <a:srgbClr val="0F469B"/>
                </a:solidFill>
                <a:latin typeface="Optimax"/>
              </a:rPr>
              <a:t>P</a:t>
            </a:r>
            <a:r>
              <a:rPr sz="2400" spc="-114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125" dirty="0">
                <a:solidFill>
                  <a:srgbClr val="0F469B"/>
                </a:solidFill>
                <a:latin typeface="Optimax"/>
              </a:rPr>
              <a:t>c</a:t>
            </a:r>
            <a:r>
              <a:rPr sz="2400" spc="-114" dirty="0">
                <a:solidFill>
                  <a:srgbClr val="0F469B"/>
                </a:solidFill>
                <a:latin typeface="Optimax"/>
              </a:rPr>
              <a:t>ka</a:t>
            </a:r>
            <a:r>
              <a:rPr sz="2400" spc="-125" dirty="0">
                <a:solidFill>
                  <a:srgbClr val="0F469B"/>
                </a:solidFill>
                <a:latin typeface="Optimax"/>
              </a:rPr>
              <a:t>g</a:t>
            </a:r>
            <a:r>
              <a:rPr sz="240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spc="-27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150" dirty="0">
                <a:solidFill>
                  <a:srgbClr val="0F469B"/>
                </a:solidFill>
                <a:latin typeface="Optimax"/>
              </a:rPr>
              <a:t>2</a:t>
            </a:r>
            <a:r>
              <a:rPr sz="2400" dirty="0">
                <a:solidFill>
                  <a:srgbClr val="0F469B"/>
                </a:solidFill>
                <a:latin typeface="Optimax"/>
              </a:rPr>
              <a:t>:</a:t>
            </a:r>
            <a:r>
              <a:rPr sz="2400" spc="-27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dirty="0">
                <a:solidFill>
                  <a:srgbClr val="0F469B"/>
                </a:solidFill>
                <a:latin typeface="Optimax"/>
              </a:rPr>
              <a:t>D</a:t>
            </a:r>
            <a:r>
              <a:rPr sz="2400" spc="5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5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2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Go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v</a:t>
            </a:r>
            <a:r>
              <a:rPr sz="2400" spc="-6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r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spc="-55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c</a:t>
            </a:r>
            <a:r>
              <a:rPr sz="240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spc="-16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125" dirty="0">
                <a:solidFill>
                  <a:srgbClr val="0F469B"/>
                </a:solidFill>
                <a:latin typeface="Optimax"/>
              </a:rPr>
              <a:t>Too</a:t>
            </a:r>
            <a:r>
              <a:rPr sz="2400" dirty="0">
                <a:solidFill>
                  <a:srgbClr val="0F469B"/>
                </a:solidFill>
                <a:latin typeface="Optimax"/>
              </a:rPr>
              <a:t>l</a:t>
            </a:r>
            <a:r>
              <a:rPr sz="2400" spc="-23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I</a:t>
            </a:r>
            <a:r>
              <a:rPr sz="2400" spc="-85" dirty="0">
                <a:solidFill>
                  <a:srgbClr val="0F469B"/>
                </a:solidFill>
                <a:latin typeface="Optimax"/>
              </a:rPr>
              <a:t>m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p</a:t>
            </a:r>
            <a:r>
              <a:rPr sz="2400" spc="-85" dirty="0">
                <a:solidFill>
                  <a:srgbClr val="0F469B"/>
                </a:solidFill>
                <a:latin typeface="Optimax"/>
              </a:rPr>
              <a:t>lemen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spc="-80" dirty="0">
                <a:solidFill>
                  <a:srgbClr val="0F469B"/>
                </a:solidFill>
                <a:latin typeface="Optimax"/>
              </a:rPr>
              <a:t>i</a:t>
            </a:r>
            <a:r>
              <a:rPr sz="2400" spc="-90" dirty="0">
                <a:solidFill>
                  <a:srgbClr val="0F469B"/>
                </a:solidFill>
                <a:latin typeface="Optimax"/>
              </a:rPr>
              <a:t>o</a:t>
            </a:r>
            <a:r>
              <a:rPr sz="2400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spc="-13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dirty="0">
                <a:solidFill>
                  <a:srgbClr val="0F469B"/>
                </a:solidFill>
                <a:latin typeface="Optimax"/>
              </a:rPr>
              <a:t>(</a:t>
            </a:r>
            <a:r>
              <a:rPr sz="2400" spc="-16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(</a:t>
            </a:r>
            <a:r>
              <a:rPr sz="2400" spc="-60" dirty="0">
                <a:solidFill>
                  <a:srgbClr val="0F469B"/>
                </a:solidFill>
                <a:latin typeface="Optimax"/>
              </a:rPr>
              <a:t>O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-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P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r</a:t>
            </a:r>
            <a:r>
              <a:rPr sz="2400" spc="-60" dirty="0">
                <a:solidFill>
                  <a:srgbClr val="0F469B"/>
                </a:solidFill>
                <a:latin typeface="Optimax"/>
              </a:rPr>
              <a:t>emi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s</a:t>
            </a:r>
            <a:r>
              <a:rPr sz="2400" spc="-6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dirty="0">
                <a:solidFill>
                  <a:srgbClr val="0F469B"/>
                </a:solidFill>
                <a:latin typeface="Optimax"/>
              </a:rPr>
              <a:t>)  </a:t>
            </a:r>
            <a:r>
              <a:rPr sz="2400" spc="120" dirty="0">
                <a:solidFill>
                  <a:srgbClr val="0F469B"/>
                </a:solidFill>
                <a:latin typeface="Optimax"/>
              </a:rPr>
              <a:t>i</a:t>
            </a:r>
            <a:r>
              <a:rPr sz="2400" spc="114" dirty="0">
                <a:solidFill>
                  <a:srgbClr val="0F469B"/>
                </a:solidFill>
                <a:latin typeface="Optimax"/>
              </a:rPr>
              <a:t>M</a:t>
            </a:r>
            <a:r>
              <a:rPr sz="2400" spc="120" dirty="0">
                <a:solidFill>
                  <a:srgbClr val="0F469B"/>
                </a:solidFill>
                <a:latin typeface="Optimax"/>
              </a:rPr>
              <a:t>D</a:t>
            </a:r>
            <a:r>
              <a:rPr sz="2400" spc="114" dirty="0">
                <a:solidFill>
                  <a:srgbClr val="0F469B"/>
                </a:solidFill>
                <a:latin typeface="Optimax"/>
              </a:rPr>
              <a:t>RM</a:t>
            </a:r>
            <a:r>
              <a:rPr sz="2400" dirty="0">
                <a:solidFill>
                  <a:srgbClr val="0F469B"/>
                </a:solidFill>
                <a:latin typeface="Optimax"/>
              </a:rPr>
              <a:t>:</a:t>
            </a:r>
            <a:r>
              <a:rPr sz="2400" spc="4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50" dirty="0">
                <a:solidFill>
                  <a:srgbClr val="0F469B"/>
                </a:solidFill>
                <a:latin typeface="Optimax"/>
              </a:rPr>
              <a:t>M</a:t>
            </a:r>
            <a:r>
              <a:rPr sz="2400" spc="-45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50" dirty="0">
                <a:solidFill>
                  <a:srgbClr val="0F469B"/>
                </a:solidFill>
                <a:latin typeface="Optimax"/>
              </a:rPr>
              <a:t>s</a:t>
            </a:r>
            <a:r>
              <a:rPr sz="2400" spc="-55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spc="-5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dirty="0">
                <a:solidFill>
                  <a:srgbClr val="0F469B"/>
                </a:solidFill>
                <a:latin typeface="Optimax"/>
              </a:rPr>
              <a:t>r</a:t>
            </a:r>
            <a:r>
              <a:rPr sz="2400" spc="-9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dirty="0">
                <a:solidFill>
                  <a:srgbClr val="0F469B"/>
                </a:solidFill>
                <a:latin typeface="Optimax"/>
              </a:rPr>
              <a:t>D</a:t>
            </a:r>
            <a:r>
              <a:rPr sz="2400" spc="5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5" dirty="0">
                <a:solidFill>
                  <a:srgbClr val="0F469B"/>
                </a:solidFill>
                <a:latin typeface="Optimax"/>
              </a:rPr>
              <a:t>t</a:t>
            </a:r>
            <a:r>
              <a:rPr sz="240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85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R</a:t>
            </a:r>
            <a:r>
              <a:rPr sz="2400" spc="-60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spc="-65" dirty="0">
                <a:solidFill>
                  <a:srgbClr val="0F469B"/>
                </a:solidFill>
                <a:latin typeface="Optimax"/>
              </a:rPr>
              <a:t>co</a:t>
            </a:r>
            <a:r>
              <a:rPr sz="2400" spc="-70" dirty="0">
                <a:solidFill>
                  <a:srgbClr val="0F469B"/>
                </a:solidFill>
                <a:latin typeface="Optimax"/>
              </a:rPr>
              <a:t>r</a:t>
            </a:r>
            <a:r>
              <a:rPr sz="2400" dirty="0">
                <a:solidFill>
                  <a:srgbClr val="0F469B"/>
                </a:solidFill>
                <a:latin typeface="Optimax"/>
              </a:rPr>
              <a:t>d</a:t>
            </a:r>
            <a:r>
              <a:rPr sz="2400" spc="-150" dirty="0">
                <a:solidFill>
                  <a:srgbClr val="0F469B"/>
                </a:solidFill>
                <a:latin typeface="Optimax"/>
              </a:rPr>
              <a:t> </a:t>
            </a:r>
            <a:r>
              <a:rPr sz="2400" spc="-25" dirty="0">
                <a:solidFill>
                  <a:srgbClr val="0F469B"/>
                </a:solidFill>
                <a:latin typeface="Optimax"/>
              </a:rPr>
              <a:t>M</a:t>
            </a:r>
            <a:r>
              <a:rPr sz="2400" spc="-2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25" dirty="0">
                <a:solidFill>
                  <a:srgbClr val="0F469B"/>
                </a:solidFill>
                <a:latin typeface="Optimax"/>
              </a:rPr>
              <a:t>n</a:t>
            </a:r>
            <a:r>
              <a:rPr sz="2400" spc="-20" dirty="0">
                <a:solidFill>
                  <a:srgbClr val="0F469B"/>
                </a:solidFill>
                <a:latin typeface="Optimax"/>
              </a:rPr>
              <a:t>a</a:t>
            </a:r>
            <a:r>
              <a:rPr sz="2400" spc="-30" dirty="0">
                <a:solidFill>
                  <a:srgbClr val="0F469B"/>
                </a:solidFill>
                <a:latin typeface="Optimax"/>
              </a:rPr>
              <a:t>g</a:t>
            </a:r>
            <a:r>
              <a:rPr sz="2400" spc="-25" dirty="0">
                <a:solidFill>
                  <a:srgbClr val="0F469B"/>
                </a:solidFill>
                <a:latin typeface="Optimax"/>
              </a:rPr>
              <a:t>e</a:t>
            </a:r>
            <a:r>
              <a:rPr sz="2400" dirty="0">
                <a:solidFill>
                  <a:srgbClr val="0F469B"/>
                </a:solidFill>
                <a:latin typeface="Optimax"/>
              </a:rPr>
              <a:t>r</a:t>
            </a:r>
            <a:endParaRPr sz="2400" dirty="0">
              <a:latin typeface="Optimax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868" y="6599401"/>
            <a:ext cx="49085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300" b="1" spc="5" dirty="0">
                <a:solidFill>
                  <a:srgbClr val="FFFFFF"/>
                </a:solidFill>
                <a:latin typeface="Arial"/>
                <a:cs typeface="Arial"/>
              </a:rPr>
              <a:t>iLo</a:t>
            </a:r>
            <a:r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6247" y="6606933"/>
            <a:ext cx="1596390" cy="2165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u="heavy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2"/>
              </a:rPr>
              <a:t>www.piloggroup.com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4553" y="6629881"/>
            <a:ext cx="11747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96D2CE-43C2-9142-F108-D87E82EC9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686714"/>
              </p:ext>
            </p:extLst>
          </p:nvPr>
        </p:nvGraphicFramePr>
        <p:xfrm>
          <a:off x="320142" y="990600"/>
          <a:ext cx="11490859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000">
                  <a:extLst>
                    <a:ext uri="{9D8B030D-6E8A-4147-A177-3AD203B41FA5}">
                      <a16:colId xmlns:a16="http://schemas.microsoft.com/office/drawing/2014/main" val="1540330882"/>
                    </a:ext>
                  </a:extLst>
                </a:gridCol>
                <a:gridCol w="4279237">
                  <a:extLst>
                    <a:ext uri="{9D8B030D-6E8A-4147-A177-3AD203B41FA5}">
                      <a16:colId xmlns:a16="http://schemas.microsoft.com/office/drawing/2014/main" val="3930857323"/>
                    </a:ext>
                  </a:extLst>
                </a:gridCol>
                <a:gridCol w="920632">
                  <a:extLst>
                    <a:ext uri="{9D8B030D-6E8A-4147-A177-3AD203B41FA5}">
                      <a16:colId xmlns:a16="http://schemas.microsoft.com/office/drawing/2014/main" val="2207426077"/>
                    </a:ext>
                  </a:extLst>
                </a:gridCol>
                <a:gridCol w="1756021">
                  <a:extLst>
                    <a:ext uri="{9D8B030D-6E8A-4147-A177-3AD203B41FA5}">
                      <a16:colId xmlns:a16="http://schemas.microsoft.com/office/drawing/2014/main" val="1133423677"/>
                    </a:ext>
                  </a:extLst>
                </a:gridCol>
                <a:gridCol w="1756021">
                  <a:extLst>
                    <a:ext uri="{9D8B030D-6E8A-4147-A177-3AD203B41FA5}">
                      <a16:colId xmlns:a16="http://schemas.microsoft.com/office/drawing/2014/main" val="3573514086"/>
                    </a:ext>
                  </a:extLst>
                </a:gridCol>
                <a:gridCol w="2079948">
                  <a:extLst>
                    <a:ext uri="{9D8B030D-6E8A-4147-A177-3AD203B41FA5}">
                      <a16:colId xmlns:a16="http://schemas.microsoft.com/office/drawing/2014/main" val="3958518671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SN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Description</a:t>
                      </a:r>
                    </a:p>
                  </a:txBody>
                  <a:tcPr marL="100584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U O M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Item  Price  USD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Total  Price  USD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Recurring  Cost USD  (Yearly)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875719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4472C4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Optima"/>
                        </a:rPr>
                        <a:t>(One Time)</a:t>
                      </a:r>
                      <a:endParaRPr lang="en-IN" sz="1600" b="0" i="0" u="none" strike="noStrike" dirty="0">
                        <a:solidFill>
                          <a:srgbClr val="4472C4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4472C4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7348999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Optima"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4472C4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Data Governance Solution </a:t>
                      </a:r>
                      <a:r>
                        <a:rPr lang="en-GB" sz="1600" u="none" strike="noStrike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i</a:t>
                      </a:r>
                      <a:r>
                        <a:rPr lang="en-GB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 MDRM  implementation and integration with SAP for Material Master</a:t>
                      </a:r>
                      <a:endParaRPr lang="en-GB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LS</a:t>
                      </a:r>
                      <a:endParaRPr lang="en-IN" sz="1600" b="0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 </a:t>
                      </a:r>
                      <a:endParaRPr lang="en-IN" sz="1600" b="0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14,90,000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 </a:t>
                      </a:r>
                      <a:endParaRPr lang="en-IN" sz="1600" b="0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35501639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Optima"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4472C4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i</a:t>
                      </a:r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 MDRM Licenses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10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2400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24000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14032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Optima"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4472C4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AMC &amp; Support for Material Master</a:t>
                      </a:r>
                      <a:endParaRPr lang="en-IN" sz="1600" b="0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Yearly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Optima"/>
                        </a:rPr>
                        <a:t>15336</a:t>
                      </a:r>
                      <a:endParaRPr lang="en-IN" sz="1600" b="0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4751946"/>
                  </a:ext>
                </a:extLst>
              </a:tr>
              <a:tr h="8255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rgbClr val="FF0000"/>
                          </a:solidFill>
                          <a:effectLst/>
                          <a:latin typeface="Optima"/>
                        </a:rPr>
                        <a:t>Total Cost</a:t>
                      </a:r>
                      <a:endParaRPr lang="en-IN" sz="1600" b="0" i="0" u="none" strike="noStrike" dirty="0">
                        <a:solidFill>
                          <a:srgbClr val="FF0000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rgbClr val="FF0000"/>
                          </a:solidFill>
                          <a:effectLst/>
                          <a:latin typeface="Optima"/>
                        </a:rPr>
                        <a:t>15,14,000</a:t>
                      </a:r>
                      <a:endParaRPr lang="en-IN" sz="1600" b="0" i="0" u="none" strike="noStrike" dirty="0">
                        <a:solidFill>
                          <a:srgbClr val="FF0000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solidFill>
                            <a:srgbClr val="FF0000"/>
                          </a:solidFill>
                          <a:effectLst/>
                          <a:latin typeface="Optima"/>
                        </a:rPr>
                        <a:t>15336</a:t>
                      </a:r>
                      <a:endParaRPr lang="en-IN" sz="1600" b="0" i="0" u="none" strike="noStrike" dirty="0">
                        <a:solidFill>
                          <a:srgbClr val="FF0000"/>
                        </a:solidFill>
                        <a:effectLst/>
                        <a:latin typeface="Optim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8020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8670" y="1837436"/>
            <a:ext cx="10337165" cy="131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/>
              <a:t>Option</a:t>
            </a:r>
            <a:r>
              <a:rPr sz="2800" spc="-150" dirty="0"/>
              <a:t> </a:t>
            </a:r>
            <a:r>
              <a:rPr sz="2800" spc="-170" dirty="0"/>
              <a:t>2:</a:t>
            </a:r>
            <a:endParaRPr sz="2800" dirty="0"/>
          </a:p>
          <a:p>
            <a:pPr marL="12700" marR="5080">
              <a:lnSpc>
                <a:spcPts val="3300"/>
              </a:lnSpc>
              <a:spcBef>
                <a:spcPts val="305"/>
              </a:spcBef>
            </a:pPr>
            <a:r>
              <a:rPr sz="2800" spc="-5" dirty="0"/>
              <a:t>Data</a:t>
            </a:r>
            <a:r>
              <a:rPr sz="2800" spc="-65" dirty="0"/>
              <a:t> </a:t>
            </a:r>
            <a:r>
              <a:rPr sz="2800" spc="-70" dirty="0"/>
              <a:t>Governance</a:t>
            </a:r>
            <a:r>
              <a:rPr sz="2800" spc="-150" dirty="0"/>
              <a:t> </a:t>
            </a:r>
            <a:r>
              <a:rPr sz="2800" spc="-80" dirty="0"/>
              <a:t>solution</a:t>
            </a:r>
            <a:r>
              <a:rPr sz="2800" spc="-130" dirty="0"/>
              <a:t> </a:t>
            </a:r>
            <a:r>
              <a:rPr sz="2800" spc="165" dirty="0"/>
              <a:t>iMDRM</a:t>
            </a:r>
            <a:r>
              <a:rPr sz="2800" spc="190" dirty="0"/>
              <a:t> </a:t>
            </a:r>
            <a:r>
              <a:rPr sz="2800" spc="-60" dirty="0"/>
              <a:t>(Master</a:t>
            </a:r>
            <a:r>
              <a:rPr sz="2800" spc="-110" dirty="0"/>
              <a:t> </a:t>
            </a:r>
            <a:r>
              <a:rPr sz="2800" spc="-5" dirty="0"/>
              <a:t>Data</a:t>
            </a:r>
            <a:r>
              <a:rPr sz="2800" spc="-70" dirty="0"/>
              <a:t> </a:t>
            </a:r>
            <a:r>
              <a:rPr sz="2800" spc="-65" dirty="0"/>
              <a:t>Record</a:t>
            </a:r>
            <a:r>
              <a:rPr sz="2800" spc="-105" dirty="0"/>
              <a:t> </a:t>
            </a:r>
            <a:r>
              <a:rPr sz="2800" spc="-40" dirty="0"/>
              <a:t>Manager) </a:t>
            </a:r>
            <a:r>
              <a:rPr sz="2800" spc="-830" dirty="0"/>
              <a:t> </a:t>
            </a:r>
            <a:r>
              <a:rPr sz="2800" spc="5" dirty="0"/>
              <a:t>On-Cloud</a:t>
            </a:r>
            <a:r>
              <a:rPr sz="2800" spc="-85" dirty="0"/>
              <a:t> </a:t>
            </a:r>
            <a:r>
              <a:rPr sz="2800" spc="-85" dirty="0">
                <a:latin typeface="Optima"/>
              </a:rPr>
              <a:t>Implementation</a:t>
            </a:r>
            <a:endParaRPr sz="2800" dirty="0">
              <a:latin typeface="Opti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182067"/>
            <a:ext cx="9073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spc="-15" dirty="0">
                <a:solidFill>
                  <a:srgbClr val="0F469B"/>
                </a:solidFill>
                <a:latin typeface="Optima"/>
              </a:rPr>
              <a:t>W</a:t>
            </a:r>
            <a:r>
              <a:rPr lang="en-GB" sz="2400" spc="-20" dirty="0">
                <a:solidFill>
                  <a:srgbClr val="0F469B"/>
                </a:solidFill>
                <a:latin typeface="Optima"/>
              </a:rPr>
              <a:t>or</a:t>
            </a:r>
            <a:r>
              <a:rPr lang="en-GB" sz="2400" dirty="0">
                <a:solidFill>
                  <a:srgbClr val="0F469B"/>
                </a:solidFill>
                <a:latin typeface="Optima"/>
              </a:rPr>
              <a:t>k</a:t>
            </a:r>
            <a:r>
              <a:rPr lang="en-GB" sz="2400" spc="-70" dirty="0">
                <a:solidFill>
                  <a:srgbClr val="0F469B"/>
                </a:solidFill>
                <a:latin typeface="Optima"/>
              </a:rPr>
              <a:t> </a:t>
            </a:r>
            <a:r>
              <a:rPr lang="en-GB" sz="2400" spc="-130" dirty="0">
                <a:solidFill>
                  <a:srgbClr val="0F469B"/>
                </a:solidFill>
                <a:latin typeface="Optima"/>
              </a:rPr>
              <a:t>P</a:t>
            </a:r>
            <a:r>
              <a:rPr lang="en-GB" sz="2400" spc="-114" dirty="0">
                <a:solidFill>
                  <a:srgbClr val="0F469B"/>
                </a:solidFill>
                <a:latin typeface="Optima"/>
              </a:rPr>
              <a:t>a</a:t>
            </a:r>
            <a:r>
              <a:rPr lang="en-GB" sz="2400" spc="-125" dirty="0">
                <a:solidFill>
                  <a:srgbClr val="0F469B"/>
                </a:solidFill>
                <a:latin typeface="Optima"/>
              </a:rPr>
              <a:t>c</a:t>
            </a:r>
            <a:r>
              <a:rPr lang="en-GB" sz="2400" spc="-114" dirty="0">
                <a:solidFill>
                  <a:srgbClr val="0F469B"/>
                </a:solidFill>
                <a:latin typeface="Optima"/>
              </a:rPr>
              <a:t>ka</a:t>
            </a:r>
            <a:r>
              <a:rPr lang="en-GB" sz="2400" spc="-125" dirty="0">
                <a:solidFill>
                  <a:srgbClr val="0F469B"/>
                </a:solidFill>
                <a:latin typeface="Optima"/>
              </a:rPr>
              <a:t>g</a:t>
            </a:r>
            <a:r>
              <a:rPr lang="en-GB" sz="2400" dirty="0">
                <a:solidFill>
                  <a:srgbClr val="0F469B"/>
                </a:solidFill>
                <a:latin typeface="Optima"/>
              </a:rPr>
              <a:t>e</a:t>
            </a:r>
            <a:r>
              <a:rPr lang="en-GB" sz="2400" spc="-204" dirty="0">
                <a:solidFill>
                  <a:srgbClr val="0F469B"/>
                </a:solidFill>
                <a:latin typeface="Optima"/>
              </a:rPr>
              <a:t> </a:t>
            </a:r>
            <a:r>
              <a:rPr lang="en-GB" sz="2400" spc="-150" dirty="0">
                <a:solidFill>
                  <a:srgbClr val="0F469B"/>
                </a:solidFill>
                <a:latin typeface="Optima"/>
              </a:rPr>
              <a:t>2</a:t>
            </a:r>
            <a:r>
              <a:rPr lang="en-GB" sz="2400" dirty="0">
                <a:solidFill>
                  <a:srgbClr val="0F469B"/>
                </a:solidFill>
                <a:latin typeface="Optima"/>
              </a:rPr>
              <a:t>:</a:t>
            </a:r>
            <a:r>
              <a:rPr lang="en-GB" sz="2400" spc="-190" dirty="0">
                <a:solidFill>
                  <a:srgbClr val="0F469B"/>
                </a:solidFill>
                <a:latin typeface="Optima"/>
              </a:rPr>
              <a:t> </a:t>
            </a:r>
            <a:r>
              <a:rPr lang="en-GB" sz="2400" dirty="0">
                <a:solidFill>
                  <a:srgbClr val="0F469B"/>
                </a:solidFill>
                <a:latin typeface="Optima"/>
              </a:rPr>
              <a:t>Data</a:t>
            </a:r>
            <a:r>
              <a:rPr lang="en-GB" sz="2400" spc="-70" dirty="0">
                <a:solidFill>
                  <a:srgbClr val="0F469B"/>
                </a:solidFill>
                <a:latin typeface="Optima"/>
              </a:rPr>
              <a:t> G</a:t>
            </a:r>
            <a:r>
              <a:rPr lang="en-GB" sz="2400" spc="-65" dirty="0">
                <a:solidFill>
                  <a:srgbClr val="0F469B"/>
                </a:solidFill>
                <a:latin typeface="Optima"/>
              </a:rPr>
              <a:t>o</a:t>
            </a:r>
            <a:r>
              <a:rPr lang="en-GB" sz="2400" spc="-70" dirty="0">
                <a:solidFill>
                  <a:srgbClr val="0F469B"/>
                </a:solidFill>
                <a:latin typeface="Optima"/>
              </a:rPr>
              <a:t>v</a:t>
            </a:r>
            <a:r>
              <a:rPr lang="en-GB" sz="2400" spc="-65" dirty="0">
                <a:solidFill>
                  <a:srgbClr val="0F469B"/>
                </a:solidFill>
                <a:latin typeface="Optima"/>
              </a:rPr>
              <a:t>e</a:t>
            </a:r>
            <a:r>
              <a:rPr lang="en-GB" sz="2400" spc="-70" dirty="0">
                <a:solidFill>
                  <a:srgbClr val="0F469B"/>
                </a:solidFill>
                <a:latin typeface="Optima"/>
              </a:rPr>
              <a:t>r</a:t>
            </a:r>
            <a:r>
              <a:rPr lang="en-GB" sz="2400" spc="-65" dirty="0">
                <a:solidFill>
                  <a:srgbClr val="0F469B"/>
                </a:solidFill>
                <a:latin typeface="Optima"/>
              </a:rPr>
              <a:t>n</a:t>
            </a:r>
            <a:r>
              <a:rPr lang="en-GB" sz="2400" spc="-60" dirty="0">
                <a:solidFill>
                  <a:srgbClr val="0F469B"/>
                </a:solidFill>
                <a:latin typeface="Optima"/>
              </a:rPr>
              <a:t>a</a:t>
            </a:r>
            <a:r>
              <a:rPr lang="en-GB" sz="2400" spc="-80" dirty="0">
                <a:solidFill>
                  <a:srgbClr val="0F469B"/>
                </a:solidFill>
                <a:latin typeface="Optima"/>
              </a:rPr>
              <a:t>n</a:t>
            </a:r>
            <a:r>
              <a:rPr lang="en-GB" sz="2400" spc="-65" dirty="0">
                <a:solidFill>
                  <a:srgbClr val="0F469B"/>
                </a:solidFill>
                <a:latin typeface="Optima"/>
              </a:rPr>
              <a:t>c</a:t>
            </a:r>
            <a:r>
              <a:rPr lang="en-GB" sz="2400" dirty="0">
                <a:solidFill>
                  <a:srgbClr val="0F469B"/>
                </a:solidFill>
                <a:latin typeface="Optima"/>
              </a:rPr>
              <a:t>e</a:t>
            </a:r>
            <a:r>
              <a:rPr lang="en-GB" sz="2400" spc="-310" dirty="0">
                <a:solidFill>
                  <a:srgbClr val="0F469B"/>
                </a:solidFill>
                <a:latin typeface="Optima"/>
              </a:rPr>
              <a:t> </a:t>
            </a:r>
            <a:r>
              <a:rPr lang="en-GB" sz="2400" spc="-130" dirty="0">
                <a:solidFill>
                  <a:srgbClr val="0F469B"/>
                </a:solidFill>
                <a:latin typeface="Optima"/>
              </a:rPr>
              <a:t>T</a:t>
            </a:r>
            <a:r>
              <a:rPr lang="en-GB" sz="2400" spc="-125" dirty="0">
                <a:solidFill>
                  <a:srgbClr val="0F469B"/>
                </a:solidFill>
                <a:latin typeface="Optima"/>
              </a:rPr>
              <a:t>oo</a:t>
            </a:r>
            <a:r>
              <a:rPr lang="en-GB" sz="2400" dirty="0">
                <a:solidFill>
                  <a:srgbClr val="0F469B"/>
                </a:solidFill>
                <a:latin typeface="Optima"/>
              </a:rPr>
              <a:t>l</a:t>
            </a:r>
            <a:r>
              <a:rPr lang="en-GB" sz="2400" spc="-185" dirty="0">
                <a:solidFill>
                  <a:srgbClr val="0F469B"/>
                </a:solidFill>
                <a:latin typeface="Optima"/>
              </a:rPr>
              <a:t> </a:t>
            </a:r>
            <a:r>
              <a:rPr lang="en-GB" sz="2400" spc="-80" dirty="0">
                <a:solidFill>
                  <a:srgbClr val="0F469B"/>
                </a:solidFill>
                <a:latin typeface="Optima"/>
              </a:rPr>
              <a:t>I</a:t>
            </a:r>
            <a:r>
              <a:rPr lang="en-GB" sz="2400" spc="-85" dirty="0">
                <a:solidFill>
                  <a:srgbClr val="0F469B"/>
                </a:solidFill>
                <a:latin typeface="Optima"/>
              </a:rPr>
              <a:t>mpl</a:t>
            </a:r>
            <a:r>
              <a:rPr lang="en-GB" sz="2400" spc="-90" dirty="0">
                <a:solidFill>
                  <a:srgbClr val="0F469B"/>
                </a:solidFill>
                <a:latin typeface="Optima"/>
              </a:rPr>
              <a:t>e</a:t>
            </a:r>
            <a:r>
              <a:rPr lang="en-GB" sz="2400" spc="-85" dirty="0">
                <a:solidFill>
                  <a:srgbClr val="0F469B"/>
                </a:solidFill>
                <a:latin typeface="Optima"/>
              </a:rPr>
              <a:t>m</a:t>
            </a:r>
            <a:r>
              <a:rPr lang="en-GB" sz="2400" spc="-90" dirty="0">
                <a:solidFill>
                  <a:srgbClr val="0F469B"/>
                </a:solidFill>
                <a:latin typeface="Optima"/>
              </a:rPr>
              <a:t>ent</a:t>
            </a:r>
            <a:r>
              <a:rPr lang="en-GB" sz="2400" spc="-80" dirty="0">
                <a:solidFill>
                  <a:srgbClr val="0F469B"/>
                </a:solidFill>
                <a:latin typeface="Optima"/>
              </a:rPr>
              <a:t>a</a:t>
            </a:r>
            <a:r>
              <a:rPr lang="en-GB" sz="2400" spc="-90" dirty="0">
                <a:solidFill>
                  <a:srgbClr val="0F469B"/>
                </a:solidFill>
                <a:latin typeface="Optima"/>
              </a:rPr>
              <a:t>t</a:t>
            </a:r>
            <a:r>
              <a:rPr lang="en-GB" sz="2400" spc="-85" dirty="0">
                <a:solidFill>
                  <a:srgbClr val="0F469B"/>
                </a:solidFill>
                <a:latin typeface="Optima"/>
              </a:rPr>
              <a:t>i</a:t>
            </a:r>
            <a:r>
              <a:rPr lang="en-GB" sz="2400" spc="-90" dirty="0">
                <a:solidFill>
                  <a:srgbClr val="0F469B"/>
                </a:solidFill>
                <a:latin typeface="Optima"/>
              </a:rPr>
              <a:t>o</a:t>
            </a:r>
            <a:r>
              <a:rPr lang="en-GB" sz="2400" dirty="0">
                <a:solidFill>
                  <a:srgbClr val="0F469B"/>
                </a:solidFill>
                <a:latin typeface="Optima"/>
              </a:rPr>
              <a:t>n</a:t>
            </a:r>
            <a:r>
              <a:rPr lang="en-GB" sz="2400" spc="-110" dirty="0">
                <a:solidFill>
                  <a:srgbClr val="0F469B"/>
                </a:solidFill>
                <a:latin typeface="Optima"/>
              </a:rPr>
              <a:t> </a:t>
            </a:r>
            <a:r>
              <a:rPr lang="en-GB" sz="2400" spc="-20" dirty="0">
                <a:solidFill>
                  <a:srgbClr val="0F469B"/>
                </a:solidFill>
                <a:latin typeface="Optima"/>
              </a:rPr>
              <a:t>(</a:t>
            </a:r>
            <a:r>
              <a:rPr lang="en-GB" sz="2400" spc="-10" dirty="0">
                <a:solidFill>
                  <a:srgbClr val="0F469B"/>
                </a:solidFill>
                <a:latin typeface="Optima"/>
              </a:rPr>
              <a:t>O</a:t>
            </a:r>
            <a:r>
              <a:rPr lang="en-GB" sz="2400" spc="-15" dirty="0">
                <a:solidFill>
                  <a:srgbClr val="0F469B"/>
                </a:solidFill>
                <a:latin typeface="Optima"/>
              </a:rPr>
              <a:t>n</a:t>
            </a:r>
            <a:r>
              <a:rPr lang="en-GB" sz="2400" spc="-20" dirty="0">
                <a:solidFill>
                  <a:srgbClr val="0F469B"/>
                </a:solidFill>
                <a:latin typeface="Optima"/>
              </a:rPr>
              <a:t>-C</a:t>
            </a:r>
            <a:r>
              <a:rPr lang="en-GB" sz="2400" spc="-15" dirty="0">
                <a:solidFill>
                  <a:srgbClr val="0F469B"/>
                </a:solidFill>
                <a:latin typeface="Optima"/>
              </a:rPr>
              <a:t>l</a:t>
            </a:r>
            <a:r>
              <a:rPr lang="en-GB" sz="2400" spc="-20" dirty="0">
                <a:solidFill>
                  <a:srgbClr val="0F469B"/>
                </a:solidFill>
                <a:latin typeface="Optima"/>
              </a:rPr>
              <a:t>oud</a:t>
            </a:r>
            <a:r>
              <a:rPr lang="en-GB" sz="2400" dirty="0">
                <a:solidFill>
                  <a:srgbClr val="0F469B"/>
                </a:solidFill>
                <a:latin typeface="Optima"/>
              </a:rPr>
              <a:t>)</a:t>
            </a:r>
            <a:endParaRPr sz="2400" dirty="0">
              <a:latin typeface="Opt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868" y="6599401"/>
            <a:ext cx="49085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300" b="1" spc="1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300" b="1" spc="5" dirty="0">
                <a:solidFill>
                  <a:srgbClr val="FFFFFF"/>
                </a:solidFill>
                <a:latin typeface="Arial"/>
                <a:cs typeface="Arial"/>
              </a:rPr>
              <a:t>iLo</a:t>
            </a:r>
            <a:r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6247" y="6606933"/>
            <a:ext cx="1596390" cy="2165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u="heavy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2"/>
              </a:rPr>
              <a:t>www.piloggroup.com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4553" y="6629881"/>
            <a:ext cx="11747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3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90C6B5-A339-5211-B0CF-ACF8836DE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751830"/>
              </p:ext>
            </p:extLst>
          </p:nvPr>
        </p:nvGraphicFramePr>
        <p:xfrm>
          <a:off x="685800" y="1219200"/>
          <a:ext cx="10896600" cy="4600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1679529661"/>
                    </a:ext>
                  </a:extLst>
                </a:gridCol>
                <a:gridCol w="3081867">
                  <a:extLst>
                    <a:ext uri="{9D8B030D-6E8A-4147-A177-3AD203B41FA5}">
                      <a16:colId xmlns:a16="http://schemas.microsoft.com/office/drawing/2014/main" val="4289976908"/>
                    </a:ext>
                  </a:extLst>
                </a:gridCol>
                <a:gridCol w="829733">
                  <a:extLst>
                    <a:ext uri="{9D8B030D-6E8A-4147-A177-3AD203B41FA5}">
                      <a16:colId xmlns:a16="http://schemas.microsoft.com/office/drawing/2014/main" val="1898955716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690046497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829138773"/>
                    </a:ext>
                  </a:extLst>
                </a:gridCol>
                <a:gridCol w="3233208">
                  <a:extLst>
                    <a:ext uri="{9D8B030D-6E8A-4147-A177-3AD203B41FA5}">
                      <a16:colId xmlns:a16="http://schemas.microsoft.com/office/drawing/2014/main" val="2420566244"/>
                    </a:ext>
                  </a:extLst>
                </a:gridCol>
              </a:tblGrid>
              <a:tr h="528033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SN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Description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U O 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Item  Price  USD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Total  Price  USD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Recurring  Cost USD  (Yearly)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6648506"/>
                  </a:ext>
                </a:extLst>
              </a:tr>
              <a:tr h="528033">
                <a:tc>
                  <a:txBody>
                    <a:bodyPr/>
                    <a:lstStyle/>
                    <a:p>
                      <a:pPr marL="0" algn="ctr" fontAlgn="b"/>
                      <a:r>
                        <a:rPr lang="en-IN" sz="11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IN" sz="11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IN" sz="11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IN" sz="11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(One Time)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IN" sz="11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67800"/>
                  </a:ext>
                </a:extLst>
              </a:tr>
              <a:tr h="862885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GB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Data Governance Solution </a:t>
                      </a:r>
                      <a:r>
                        <a:rPr lang="en-GB" sz="1600" b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i</a:t>
                      </a:r>
                      <a:r>
                        <a:rPr lang="en-GB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 MDRM  implementation and integration with SAP for Material Master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 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14,90,000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 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7737879"/>
                  </a:ext>
                </a:extLst>
              </a:tr>
              <a:tr h="759854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2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i</a:t>
                      </a: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 MDRM Licenses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10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2400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24000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 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546135"/>
                  </a:ext>
                </a:extLst>
              </a:tr>
              <a:tr h="682581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AMC &amp; Support for Material Master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Yearly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 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 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15336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9944794"/>
                  </a:ext>
                </a:extLst>
              </a:tr>
              <a:tr h="682581"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4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Cloud Subscription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Monthly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 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3000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Optimax"/>
                          <a:ea typeface="+mn-ea"/>
                          <a:cs typeface="Times New Roman"/>
                        </a:rPr>
                        <a:t>36000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455526"/>
                  </a:ext>
                </a:extLst>
              </a:tr>
              <a:tr h="528033">
                <a:tc gridSpan="4"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latin typeface="Optimax"/>
                          <a:ea typeface="+mn-ea"/>
                          <a:cs typeface="Times New Roman"/>
                        </a:rPr>
                        <a:t>Total Cost</a:t>
                      </a: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latin typeface="Optimax"/>
                          <a:ea typeface="+mn-ea"/>
                          <a:cs typeface="Times New Roman"/>
                        </a:rPr>
                        <a:t>15,14,000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latin typeface="Optimax"/>
                          <a:ea typeface="+mn-ea"/>
                          <a:cs typeface="Times New Roman"/>
                        </a:rPr>
                        <a:t>51336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4676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81" y="182067"/>
            <a:ext cx="19907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10" dirty="0">
                <a:solidFill>
                  <a:srgbClr val="0F469B"/>
                </a:solidFill>
              </a:rPr>
              <a:t>P</a:t>
            </a:r>
            <a:r>
              <a:rPr sz="2400" spc="-155" dirty="0">
                <a:solidFill>
                  <a:srgbClr val="0F469B"/>
                </a:solidFill>
              </a:rPr>
              <a:t>a</a:t>
            </a:r>
            <a:r>
              <a:rPr sz="2400" spc="-75" dirty="0">
                <a:solidFill>
                  <a:srgbClr val="0F469B"/>
                </a:solidFill>
              </a:rPr>
              <a:t>ym</a:t>
            </a:r>
            <a:r>
              <a:rPr sz="2400" spc="-135" dirty="0">
                <a:solidFill>
                  <a:srgbClr val="0F469B"/>
                </a:solidFill>
              </a:rPr>
              <a:t>en</a:t>
            </a:r>
            <a:r>
              <a:rPr sz="2400" dirty="0">
                <a:solidFill>
                  <a:srgbClr val="0F469B"/>
                </a:solidFill>
              </a:rPr>
              <a:t>t</a:t>
            </a:r>
            <a:r>
              <a:rPr sz="2400" spc="-420" dirty="0">
                <a:solidFill>
                  <a:srgbClr val="0F469B"/>
                </a:solidFill>
              </a:rPr>
              <a:t> </a:t>
            </a:r>
            <a:r>
              <a:rPr sz="2400" spc="-380" dirty="0">
                <a:solidFill>
                  <a:srgbClr val="0F469B"/>
                </a:solidFill>
                <a:latin typeface="Optima"/>
              </a:rPr>
              <a:t>T</a:t>
            </a:r>
            <a:r>
              <a:rPr sz="2400" spc="-145" dirty="0">
                <a:solidFill>
                  <a:srgbClr val="0F469B"/>
                </a:solidFill>
                <a:latin typeface="Optima"/>
              </a:rPr>
              <a:t>e</a:t>
            </a:r>
            <a:r>
              <a:rPr sz="2400" spc="-155" dirty="0">
                <a:solidFill>
                  <a:srgbClr val="0F469B"/>
                </a:solidFill>
                <a:latin typeface="Optima"/>
              </a:rPr>
              <a:t>r</a:t>
            </a:r>
            <a:r>
              <a:rPr sz="2400" spc="-65" dirty="0">
                <a:solidFill>
                  <a:srgbClr val="0F469B"/>
                </a:solidFill>
                <a:latin typeface="Optima"/>
              </a:rPr>
              <a:t>m</a:t>
            </a:r>
            <a:r>
              <a:rPr sz="2400" dirty="0">
                <a:solidFill>
                  <a:srgbClr val="0F469B"/>
                </a:solidFill>
                <a:latin typeface="Optima"/>
              </a:rPr>
              <a:t>s</a:t>
            </a:r>
            <a:endParaRPr sz="2400" dirty="0">
              <a:latin typeface="Opti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6247" y="6606933"/>
            <a:ext cx="1596390" cy="2165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u="heavy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2"/>
              </a:rPr>
              <a:t>www.piloggroup.com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77341" y="968120"/>
            <a:ext cx="10050780" cy="5352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400" b="1" spc="-70" dirty="0">
                <a:solidFill>
                  <a:srgbClr val="0F469B"/>
                </a:solidFill>
                <a:latin typeface="Trebuchet MS"/>
                <a:cs typeface="Trebuchet MS"/>
              </a:rPr>
              <a:t>Licenses</a:t>
            </a:r>
            <a:r>
              <a:rPr sz="1400" spc="-70" dirty="0">
                <a:solidFill>
                  <a:srgbClr val="0F469B"/>
                </a:solidFill>
                <a:latin typeface="Trebuchet MS"/>
                <a:cs typeface="Trebuchet MS"/>
              </a:rPr>
              <a:t>:</a:t>
            </a:r>
            <a:r>
              <a:rPr sz="1400" spc="-2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Licenses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amount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for</a:t>
            </a:r>
            <a:r>
              <a:rPr sz="1400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28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0F469B"/>
                </a:solidFill>
                <a:latin typeface="Trebuchet MS"/>
                <a:cs typeface="Trebuchet MS"/>
              </a:rPr>
              <a:t>MDRM</a:t>
            </a:r>
            <a:r>
              <a:rPr sz="1400" spc="1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Solution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 must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be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paid</a:t>
            </a:r>
            <a:r>
              <a:rPr sz="1400" spc="-5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0F469B"/>
                </a:solidFill>
                <a:latin typeface="Trebuchet MS"/>
                <a:cs typeface="Trebuchet MS"/>
              </a:rPr>
              <a:t>after</a:t>
            </a:r>
            <a:r>
              <a:rPr sz="1400" spc="-1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0F469B"/>
                </a:solidFill>
                <a:latin typeface="Trebuchet MS"/>
                <a:cs typeface="Trebuchet MS"/>
              </a:rPr>
              <a:t>Project</a:t>
            </a:r>
            <a:r>
              <a:rPr sz="1400" spc="-1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Kick-Off.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F469B"/>
              </a:buClr>
              <a:buFont typeface="Wingdings"/>
              <a:buChar char=""/>
            </a:pPr>
            <a:endParaRPr sz="13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Note: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If</a:t>
            </a:r>
            <a:r>
              <a:rPr sz="1400" spc="-2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0F469B"/>
                </a:solidFill>
                <a:latin typeface="Trebuchet MS"/>
                <a:cs typeface="Trebuchet MS"/>
              </a:rPr>
              <a:t>Al</a:t>
            </a:r>
            <a:r>
              <a:rPr sz="1400" spc="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0F469B"/>
                </a:solidFill>
                <a:latin typeface="Trebuchet MS"/>
                <a:cs typeface="Trebuchet MS"/>
              </a:rPr>
              <a:t>Gihaz</a:t>
            </a:r>
            <a:r>
              <a:rPr sz="1400" spc="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would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 like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 to</a:t>
            </a:r>
            <a:r>
              <a:rPr sz="1400" spc="-114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procure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additional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number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of</a:t>
            </a:r>
            <a:r>
              <a:rPr sz="1400" spc="-8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licenses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it</a:t>
            </a:r>
            <a:r>
              <a:rPr sz="1400" spc="-1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will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be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charged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as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 per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400" spc="-10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0F469B"/>
                </a:solidFill>
                <a:latin typeface="Trebuchet MS"/>
                <a:cs typeface="Trebuchet MS"/>
              </a:rPr>
              <a:t>Per</a:t>
            </a:r>
            <a:r>
              <a:rPr sz="1400" spc="-1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unit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License</a:t>
            </a:r>
            <a:r>
              <a:rPr sz="1400" spc="-2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Value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 dirty="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400" b="1" spc="85" dirty="0">
                <a:solidFill>
                  <a:srgbClr val="0F469B"/>
                </a:solidFill>
                <a:latin typeface="Trebuchet MS"/>
                <a:cs typeface="Trebuchet MS"/>
              </a:rPr>
              <a:t>iMDRM</a:t>
            </a:r>
            <a:r>
              <a:rPr sz="1400" b="1" spc="-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0F469B"/>
                </a:solidFill>
                <a:latin typeface="Trebuchet MS"/>
                <a:cs typeface="Trebuchet MS"/>
              </a:rPr>
              <a:t>Implementation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M</a:t>
            </a:r>
            <a:r>
              <a:rPr sz="1400" spc="-1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es</a:t>
            </a:r>
            <a:r>
              <a:rPr sz="1400" spc="-185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1400" spc="2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ne</a:t>
            </a:r>
            <a:r>
              <a:rPr sz="1400" spc="-1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30" dirty="0">
                <a:solidFill>
                  <a:srgbClr val="0F469B"/>
                </a:solidFill>
                <a:latin typeface="Trebuchet MS"/>
                <a:cs typeface="Trebuchet MS"/>
              </a:rPr>
              <a:t>1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:</a:t>
            </a:r>
            <a:r>
              <a:rPr sz="1400" spc="-1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P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r</a:t>
            </a:r>
            <a:r>
              <a:rPr sz="1400" spc="2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spc="-135" dirty="0">
                <a:solidFill>
                  <a:srgbClr val="0F469B"/>
                </a:solidFill>
                <a:latin typeface="Trebuchet MS"/>
                <a:cs typeface="Trebuchet MS"/>
              </a:rPr>
              <a:t>j</a:t>
            </a:r>
            <a:r>
              <a:rPr sz="1400" spc="-7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c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1400" spc="-1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k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c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k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2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spc="-135" dirty="0">
                <a:solidFill>
                  <a:srgbClr val="0F469B"/>
                </a:solidFill>
                <a:latin typeface="Trebuchet MS"/>
                <a:cs typeface="Trebuchet MS"/>
              </a:rPr>
              <a:t>f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f</a:t>
            </a:r>
            <a:r>
              <a:rPr sz="1400" spc="-1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–</a:t>
            </a:r>
            <a:r>
              <a:rPr sz="1400" spc="1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0F469B"/>
                </a:solidFill>
                <a:latin typeface="Trebuchet MS"/>
                <a:cs typeface="Trebuchet MS"/>
              </a:rPr>
              <a:t>15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%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M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st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n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2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: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0F469B"/>
                </a:solidFill>
                <a:latin typeface="Trebuchet MS"/>
                <a:cs typeface="Trebuchet MS"/>
              </a:rPr>
              <a:t>De</a:t>
            </a:r>
            <a:r>
              <a:rPr sz="1400" spc="15" dirty="0">
                <a:solidFill>
                  <a:srgbClr val="0F469B"/>
                </a:solidFill>
                <a:latin typeface="Trebuchet MS"/>
                <a:cs typeface="Trebuchet MS"/>
              </a:rPr>
              <a:t>si</a:t>
            </a:r>
            <a:r>
              <a:rPr sz="1400" spc="25" dirty="0">
                <a:solidFill>
                  <a:srgbClr val="0F469B"/>
                </a:solidFill>
                <a:latin typeface="Trebuchet MS"/>
                <a:cs typeface="Trebuchet MS"/>
              </a:rPr>
              <a:t>g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n</a:t>
            </a:r>
            <a:r>
              <a:rPr sz="1400" spc="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n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d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Bu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ld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– 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45" dirty="0">
                <a:solidFill>
                  <a:srgbClr val="0F469B"/>
                </a:solidFill>
                <a:latin typeface="Trebuchet MS"/>
                <a:cs typeface="Trebuchet MS"/>
              </a:rPr>
              <a:t>3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5</a:t>
            </a:r>
            <a:r>
              <a:rPr sz="1400" spc="-2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%</a:t>
            </a:r>
            <a:endParaRPr sz="1400" dirty="0">
              <a:latin typeface="Trebuchet MS"/>
              <a:cs typeface="Trebuchet MS"/>
            </a:endParaRPr>
          </a:p>
          <a:p>
            <a:pPr marL="12700" marR="6635115">
              <a:lnSpc>
                <a:spcPts val="3350"/>
              </a:lnSpc>
              <a:spcBef>
                <a:spcPts val="375"/>
              </a:spcBef>
            </a:pP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M</a:t>
            </a:r>
            <a:r>
              <a:rPr sz="1400" spc="-1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es</a:t>
            </a:r>
            <a:r>
              <a:rPr sz="1400" spc="-185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1400" spc="2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ne</a:t>
            </a:r>
            <a:r>
              <a:rPr sz="1400" spc="-1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30" dirty="0">
                <a:solidFill>
                  <a:srgbClr val="0F469B"/>
                </a:solidFill>
                <a:latin typeface="Trebuchet MS"/>
                <a:cs typeface="Trebuchet MS"/>
              </a:rPr>
              <a:t>3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:</a:t>
            </a:r>
            <a:r>
              <a:rPr sz="1400" spc="-1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U</a:t>
            </a:r>
            <a:r>
              <a:rPr sz="1400" spc="-2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35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1400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5" dirty="0">
                <a:solidFill>
                  <a:srgbClr val="0F469B"/>
                </a:solidFill>
                <a:latin typeface="Trebuchet MS"/>
                <a:cs typeface="Trebuchet MS"/>
              </a:rPr>
              <a:t>S</a:t>
            </a:r>
            <a:r>
              <a:rPr sz="1400" spc="-5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gn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2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spc="-135" dirty="0">
                <a:solidFill>
                  <a:srgbClr val="0F469B"/>
                </a:solidFill>
                <a:latin typeface="Trebuchet MS"/>
                <a:cs typeface="Trebuchet MS"/>
              </a:rPr>
              <a:t>f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f</a:t>
            </a:r>
            <a:r>
              <a:rPr sz="1400" spc="-1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n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d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85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1400" spc="-114" dirty="0">
                <a:solidFill>
                  <a:srgbClr val="0F469B"/>
                </a:solidFill>
                <a:latin typeface="Trebuchet MS"/>
                <a:cs typeface="Trebuchet MS"/>
              </a:rPr>
              <a:t>r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n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ng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–</a:t>
            </a:r>
            <a:r>
              <a:rPr sz="1400" spc="1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10" dirty="0">
                <a:solidFill>
                  <a:srgbClr val="0F469B"/>
                </a:solidFill>
                <a:latin typeface="Trebuchet MS"/>
                <a:cs typeface="Trebuchet MS"/>
              </a:rPr>
              <a:t>40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%  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M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st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n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4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: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P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r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d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uc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ti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n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75" dirty="0">
                <a:solidFill>
                  <a:srgbClr val="0F469B"/>
                </a:solidFill>
                <a:latin typeface="Trebuchet MS"/>
                <a:cs typeface="Trebuchet MS"/>
              </a:rPr>
              <a:t>G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spc="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v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–</a:t>
            </a:r>
            <a:r>
              <a:rPr sz="1400" spc="150" dirty="0">
                <a:solidFill>
                  <a:srgbClr val="0F469B"/>
                </a:solidFill>
                <a:latin typeface="Trebuchet MS"/>
                <a:cs typeface="Trebuchet MS"/>
              </a:rPr>
              <a:t> 10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%</a:t>
            </a:r>
            <a:r>
              <a:rPr sz="1400" spc="-2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endParaRPr sz="1400" dirty="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1290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400" b="1" spc="70" dirty="0">
                <a:solidFill>
                  <a:srgbClr val="0F469B"/>
                </a:solidFill>
                <a:latin typeface="Trebuchet MS"/>
                <a:cs typeface="Trebuchet MS"/>
              </a:rPr>
              <a:t>AMC</a:t>
            </a:r>
            <a:r>
              <a:rPr sz="1400" b="1" spc="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0F469B"/>
                </a:solidFill>
                <a:latin typeface="Trebuchet MS"/>
                <a:cs typeface="Trebuchet MS"/>
              </a:rPr>
              <a:t>&amp; </a:t>
            </a:r>
            <a:r>
              <a:rPr sz="1400" b="1" spc="-55" dirty="0">
                <a:solidFill>
                  <a:srgbClr val="0F469B"/>
                </a:solidFill>
                <a:latin typeface="Trebuchet MS"/>
                <a:cs typeface="Trebuchet MS"/>
              </a:rPr>
              <a:t>Support/subscription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:</a:t>
            </a:r>
            <a:r>
              <a:rPr sz="1400" spc="-2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400" spc="-2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65" dirty="0">
                <a:solidFill>
                  <a:srgbClr val="0F469B"/>
                </a:solidFill>
                <a:latin typeface="Trebuchet MS"/>
                <a:cs typeface="Trebuchet MS"/>
              </a:rPr>
              <a:t>AMC,</a:t>
            </a:r>
            <a:r>
              <a:rPr sz="1400" spc="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Support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and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Subscription</a:t>
            </a:r>
            <a:r>
              <a:rPr sz="1400" spc="-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will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be</a:t>
            </a:r>
            <a:r>
              <a:rPr sz="1400" spc="-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applicable</a:t>
            </a:r>
            <a:r>
              <a:rPr sz="1400" spc="-2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After</a:t>
            </a:r>
            <a:r>
              <a:rPr sz="1400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hyper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care/Support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period</a:t>
            </a:r>
            <a:r>
              <a:rPr sz="1400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of</a:t>
            </a:r>
            <a:r>
              <a:rPr sz="1400" spc="-8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4</a:t>
            </a:r>
            <a:r>
              <a:rPr sz="1400" spc="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weeks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F469B"/>
              </a:buClr>
              <a:buFont typeface="Wingdings"/>
              <a:buChar char=""/>
            </a:pPr>
            <a:endParaRPr sz="1450" dirty="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</a:pP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fr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m</a:t>
            </a:r>
            <a:r>
              <a:rPr sz="1400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1400" spc="-85" dirty="0">
                <a:solidFill>
                  <a:srgbClr val="0F469B"/>
                </a:solidFill>
                <a:latin typeface="Trebuchet MS"/>
                <a:cs typeface="Trebuchet MS"/>
              </a:rPr>
              <a:t>h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1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d</a:t>
            </a:r>
            <a:r>
              <a:rPr sz="1400" spc="-80" dirty="0">
                <a:solidFill>
                  <a:srgbClr val="0F469B"/>
                </a:solidFill>
                <a:latin typeface="Trebuchet MS"/>
                <a:cs typeface="Trebuchet MS"/>
              </a:rPr>
              <a:t>at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f</a:t>
            </a:r>
            <a:r>
              <a:rPr sz="1400" spc="-10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0F469B"/>
                </a:solidFill>
                <a:latin typeface="Trebuchet MS"/>
                <a:cs typeface="Trebuchet MS"/>
              </a:rPr>
              <a:t>G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o-</a:t>
            </a:r>
            <a:r>
              <a:rPr sz="1400" spc="-5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ve</a:t>
            </a:r>
            <a:endParaRPr sz="1400" dirty="0">
              <a:latin typeface="Trebuchet MS"/>
              <a:cs typeface="Trebuchet MS"/>
            </a:endParaRPr>
          </a:p>
          <a:p>
            <a:pPr marL="299085" marR="148590" indent="-287020">
              <a:lnSpc>
                <a:spcPct val="202100"/>
              </a:lnSpc>
              <a:spcBef>
                <a:spcPts val="305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400" b="1" dirty="0">
                <a:solidFill>
                  <a:srgbClr val="0F469B"/>
                </a:solidFill>
                <a:latin typeface="Trebuchet MS"/>
                <a:cs typeface="Trebuchet MS"/>
              </a:rPr>
              <a:t>Data </a:t>
            </a:r>
            <a:r>
              <a:rPr sz="1400" b="1" spc="-35" dirty="0">
                <a:solidFill>
                  <a:srgbClr val="0F469B"/>
                </a:solidFill>
                <a:latin typeface="Trebuchet MS"/>
                <a:cs typeface="Trebuchet MS"/>
              </a:rPr>
              <a:t>Cleansing </a:t>
            </a:r>
            <a:r>
              <a:rPr sz="1400" b="1" spc="-50" dirty="0">
                <a:solidFill>
                  <a:srgbClr val="0F469B"/>
                </a:solidFill>
                <a:latin typeface="Trebuchet MS"/>
                <a:cs typeface="Trebuchet MS"/>
              </a:rPr>
              <a:t>Services </a:t>
            </a:r>
            <a:r>
              <a:rPr sz="1400" b="1" spc="-75" dirty="0">
                <a:solidFill>
                  <a:srgbClr val="0F469B"/>
                </a:solidFill>
                <a:latin typeface="Trebuchet MS"/>
                <a:cs typeface="Trebuchet MS"/>
              </a:rPr>
              <a:t>Powered </a:t>
            </a:r>
            <a:r>
              <a:rPr sz="1400" b="1" spc="-30" dirty="0">
                <a:solidFill>
                  <a:srgbClr val="0F469B"/>
                </a:solidFill>
                <a:latin typeface="Trebuchet MS"/>
                <a:cs typeface="Trebuchet MS"/>
              </a:rPr>
              <a:t>by </a:t>
            </a:r>
            <a:r>
              <a:rPr sz="1400" b="1" dirty="0">
                <a:solidFill>
                  <a:srgbClr val="0F469B"/>
                </a:solidFill>
                <a:latin typeface="Trebuchet MS"/>
                <a:cs typeface="Trebuchet MS"/>
              </a:rPr>
              <a:t>i </a:t>
            </a:r>
            <a:r>
              <a:rPr sz="1400" b="1" spc="85" dirty="0">
                <a:solidFill>
                  <a:srgbClr val="0F469B"/>
                </a:solidFill>
                <a:latin typeface="Trebuchet MS"/>
                <a:cs typeface="Trebuchet MS"/>
              </a:rPr>
              <a:t>DQM </a:t>
            </a:r>
            <a:r>
              <a:rPr sz="1400" b="1" spc="-55" dirty="0">
                <a:solidFill>
                  <a:srgbClr val="0F469B"/>
                </a:solidFill>
                <a:latin typeface="Trebuchet MS"/>
                <a:cs typeface="Trebuchet MS"/>
              </a:rPr>
              <a:t>solution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: 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PiLog 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will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send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monthly 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invoice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for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number 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of </a:t>
            </a:r>
            <a:r>
              <a:rPr sz="1400" spc="-50" dirty="0">
                <a:solidFill>
                  <a:srgbClr val="0F469B"/>
                </a:solidFill>
                <a:latin typeface="Trebuchet MS"/>
                <a:cs typeface="Trebuchet MS"/>
              </a:rPr>
              <a:t>items 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submitted/approved</a:t>
            </a:r>
            <a:r>
              <a:rPr sz="1400" spc="-15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–</a:t>
            </a:r>
            <a:r>
              <a:rPr sz="1400" spc="1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if</a:t>
            </a:r>
            <a:r>
              <a:rPr sz="1400" spc="-114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0F469B"/>
                </a:solidFill>
                <a:latin typeface="Trebuchet MS"/>
                <a:cs typeface="Trebuchet MS"/>
              </a:rPr>
              <a:t>items 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are</a:t>
            </a:r>
            <a:r>
              <a:rPr sz="1400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not</a:t>
            </a:r>
            <a:r>
              <a:rPr sz="1400" spc="-10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approved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due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to</a:t>
            </a:r>
            <a:r>
              <a:rPr sz="1400" spc="-114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delay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0F469B"/>
                </a:solidFill>
                <a:latin typeface="Trebuchet MS"/>
                <a:cs typeface="Trebuchet MS"/>
              </a:rPr>
              <a:t>in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80" dirty="0">
                <a:solidFill>
                  <a:srgbClr val="0F469B"/>
                </a:solidFill>
                <a:latin typeface="Trebuchet MS"/>
                <a:cs typeface="Trebuchet MS"/>
              </a:rPr>
              <a:t>QC</a:t>
            </a:r>
            <a:r>
              <a:rPr sz="1400" spc="1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process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from</a:t>
            </a:r>
            <a:r>
              <a:rPr sz="1400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client</a:t>
            </a:r>
            <a:r>
              <a:rPr sz="1400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for</a:t>
            </a:r>
            <a:r>
              <a:rPr sz="1400" spc="-114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0F469B"/>
                </a:solidFill>
                <a:latin typeface="Trebuchet MS"/>
                <a:cs typeface="Trebuchet MS"/>
              </a:rPr>
              <a:t>15</a:t>
            </a:r>
            <a:r>
              <a:rPr sz="1400" spc="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days</a:t>
            </a:r>
            <a:r>
              <a:rPr sz="1400" spc="-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0F469B"/>
                </a:solidFill>
                <a:latin typeface="Trebuchet MS"/>
                <a:cs typeface="Trebuchet MS"/>
              </a:rPr>
              <a:t>it</a:t>
            </a:r>
            <a:r>
              <a:rPr sz="1400" spc="-1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will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be</a:t>
            </a:r>
            <a:r>
              <a:rPr sz="1400" spc="-8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deemed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approved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F469B"/>
              </a:buClr>
              <a:buFont typeface="Wingdings"/>
              <a:buChar char=""/>
            </a:pPr>
            <a:endParaRPr sz="1450" dirty="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400" spc="-65" dirty="0">
                <a:solidFill>
                  <a:srgbClr val="0F469B"/>
                </a:solidFill>
                <a:latin typeface="Trebuchet MS"/>
                <a:cs typeface="Trebuchet MS"/>
              </a:rPr>
              <a:t>Payment</a:t>
            </a:r>
            <a:r>
              <a:rPr sz="1400" spc="-15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to</a:t>
            </a:r>
            <a:r>
              <a:rPr sz="1400" spc="-1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be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released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within</a:t>
            </a:r>
            <a:r>
              <a:rPr sz="1400" spc="-6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0F469B"/>
                </a:solidFill>
                <a:latin typeface="Trebuchet MS"/>
                <a:cs typeface="Trebuchet MS"/>
              </a:rPr>
              <a:t>30</a:t>
            </a:r>
            <a:r>
              <a:rPr sz="1400" spc="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days</a:t>
            </a:r>
            <a:r>
              <a:rPr sz="1400" spc="-6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from</a:t>
            </a:r>
            <a:r>
              <a:rPr sz="1400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400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0F469B"/>
                </a:solidFill>
                <a:latin typeface="Trebuchet MS"/>
                <a:cs typeface="Trebuchet MS"/>
              </a:rPr>
              <a:t>date</a:t>
            </a:r>
            <a:r>
              <a:rPr sz="1400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of</a:t>
            </a:r>
            <a:r>
              <a:rPr sz="1400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0F469B"/>
                </a:solidFill>
                <a:latin typeface="Trebuchet MS"/>
                <a:cs typeface="Trebuchet MS"/>
              </a:rPr>
              <a:t>submission</a:t>
            </a:r>
            <a:r>
              <a:rPr sz="1400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of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15" dirty="0">
                <a:solidFill>
                  <a:srgbClr val="0F469B"/>
                </a:solidFill>
                <a:latin typeface="Trebuchet MS"/>
                <a:cs typeface="Trebuchet MS"/>
              </a:rPr>
              <a:t>invoice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F469B"/>
              </a:buClr>
              <a:buFont typeface="Wingdings"/>
              <a:buChar char=""/>
            </a:pPr>
            <a:endParaRPr sz="1450" dirty="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  <a:tab pos="299720" algn="l"/>
              </a:tabLst>
            </a:pPr>
            <a:r>
              <a:rPr sz="1400" spc="-105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he</a:t>
            </a:r>
            <a:r>
              <a:rPr sz="1400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0F469B"/>
                </a:solidFill>
                <a:latin typeface="Trebuchet MS"/>
                <a:cs typeface="Trebuchet MS"/>
              </a:rPr>
              <a:t>P</a:t>
            </a:r>
            <a:r>
              <a:rPr sz="1400" spc="-90" dirty="0">
                <a:solidFill>
                  <a:srgbClr val="0F469B"/>
                </a:solidFill>
                <a:latin typeface="Trebuchet MS"/>
                <a:cs typeface="Trebuchet MS"/>
              </a:rPr>
              <a:t>r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40" dirty="0">
                <a:solidFill>
                  <a:srgbClr val="0F469B"/>
                </a:solidFill>
                <a:latin typeface="Trebuchet MS"/>
                <a:cs typeface="Trebuchet MS"/>
              </a:rPr>
              <a:t>c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s</a:t>
            </a:r>
            <a:r>
              <a:rPr sz="1400" spc="-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400" spc="-70" dirty="0">
                <a:solidFill>
                  <a:srgbClr val="0F469B"/>
                </a:solidFill>
                <a:latin typeface="Trebuchet MS"/>
                <a:cs typeface="Trebuchet MS"/>
              </a:rPr>
              <a:t>r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x</a:t>
            </a:r>
            <a:r>
              <a:rPr sz="1400" spc="-25" dirty="0">
                <a:solidFill>
                  <a:srgbClr val="0F469B"/>
                </a:solidFill>
                <a:latin typeface="Trebuchet MS"/>
                <a:cs typeface="Trebuchet MS"/>
              </a:rPr>
              <a:t>c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u</a:t>
            </a:r>
            <a:r>
              <a:rPr sz="1400" spc="-30" dirty="0">
                <a:solidFill>
                  <a:srgbClr val="0F469B"/>
                </a:solidFill>
                <a:latin typeface="Trebuchet MS"/>
                <a:cs typeface="Trebuchet MS"/>
              </a:rPr>
              <a:t>s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i</a:t>
            </a:r>
            <a:r>
              <a:rPr sz="1400" spc="-20" dirty="0">
                <a:solidFill>
                  <a:srgbClr val="0F469B"/>
                </a:solidFill>
                <a:latin typeface="Trebuchet MS"/>
                <a:cs typeface="Trebuchet MS"/>
              </a:rPr>
              <a:t>v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1400" spc="-1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2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f</a:t>
            </a:r>
            <a:r>
              <a:rPr sz="1400" spc="-1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1400" spc="-1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400" spc="-360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1400" spc="-45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400" spc="-35" dirty="0">
                <a:solidFill>
                  <a:srgbClr val="0F469B"/>
                </a:solidFill>
                <a:latin typeface="Trebuchet MS"/>
                <a:cs typeface="Trebuchet MS"/>
              </a:rPr>
              <a:t>xe</a:t>
            </a:r>
            <a:r>
              <a:rPr sz="1400" dirty="0">
                <a:solidFill>
                  <a:srgbClr val="0F469B"/>
                </a:solidFill>
                <a:latin typeface="Trebuchet MS"/>
                <a:cs typeface="Trebuchet MS"/>
              </a:rPr>
              <a:t>s</a:t>
            </a: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4852"/>
            <a:ext cx="5387340" cy="803275"/>
          </a:xfrm>
          <a:custGeom>
            <a:avLst/>
            <a:gdLst/>
            <a:ahLst/>
            <a:cxnLst/>
            <a:rect l="l" t="t" r="r" b="b"/>
            <a:pathLst>
              <a:path w="5387340" h="803275">
                <a:moveTo>
                  <a:pt x="0" y="0"/>
                </a:moveTo>
                <a:lnTo>
                  <a:pt x="0" y="802829"/>
                </a:lnTo>
                <a:lnTo>
                  <a:pt x="5386959" y="802829"/>
                </a:lnTo>
                <a:lnTo>
                  <a:pt x="1917064" y="492671"/>
                </a:lnTo>
                <a:lnTo>
                  <a:pt x="0" y="0"/>
                </a:lnTo>
                <a:close/>
              </a:path>
            </a:pathLst>
          </a:custGeom>
          <a:solidFill>
            <a:srgbClr val="0F469B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6804" y="728472"/>
            <a:ext cx="195072" cy="21793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6047" y="820216"/>
          <a:ext cx="11672570" cy="5572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03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1900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Component</a:t>
                      </a:r>
                      <a:r>
                        <a:rPr sz="1900" spc="-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0F4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8575" algn="ctr">
                        <a:lnSpc>
                          <a:spcPct val="100000"/>
                        </a:lnSpc>
                      </a:pPr>
                      <a:r>
                        <a:rPr sz="19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900" spc="-2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900" spc="-2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0F4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900" spc="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QTY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0F4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900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Price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0F4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540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PiLog </a:t>
                      </a:r>
                      <a:r>
                        <a:rPr sz="1300" spc="-6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Preferred</a:t>
                      </a:r>
                      <a:r>
                        <a:rPr sz="1300" spc="-8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Records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License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(Standard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Subscription: </a:t>
                      </a:r>
                      <a:r>
                        <a:rPr sz="1300" spc="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25,000</a:t>
                      </a:r>
                      <a:r>
                        <a:rPr sz="1300" spc="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4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hits</a:t>
                      </a:r>
                      <a:r>
                        <a:rPr sz="1300" spc="-7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4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year)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540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54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ts val="154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19,900.00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540"/>
                        </a:lnSpc>
                      </a:pPr>
                      <a:r>
                        <a:rPr sz="1300" spc="5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mBoM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Governance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540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54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ts val="154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19,900.00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 dirty="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530"/>
                        </a:lnSpc>
                      </a:pP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Asset</a:t>
                      </a:r>
                      <a:r>
                        <a:rPr sz="1300" spc="-9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Management</a:t>
                      </a:r>
                      <a:r>
                        <a:rPr sz="1300" spc="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(Equipments,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Functional</a:t>
                      </a:r>
                      <a:r>
                        <a:rPr sz="1300" spc="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Location,</a:t>
                      </a:r>
                      <a:r>
                        <a:rPr sz="1300" spc="-9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eBoM,</a:t>
                      </a:r>
                      <a:r>
                        <a:rPr sz="1300" spc="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fBoM)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Governance</a:t>
                      </a:r>
                      <a:endParaRPr sz="1300" dirty="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530"/>
                        </a:lnSpc>
                      </a:pPr>
                      <a:r>
                        <a:rPr sz="1300" spc="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EA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53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ts val="153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29,900.00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InfoGraphics</a:t>
                      </a: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(KPI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Reports,</a:t>
                      </a:r>
                      <a:r>
                        <a:rPr sz="1300" spc="-9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Dashboards</a:t>
                      </a:r>
                      <a:r>
                        <a:rPr sz="1300" spc="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300" spc="-7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1300" spc="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roles,</a:t>
                      </a:r>
                      <a:r>
                        <a:rPr sz="1300" spc="-7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Quality,</a:t>
                      </a:r>
                      <a:r>
                        <a:rPr sz="1300" spc="-7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SLA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Monthly</a:t>
                      </a:r>
                      <a:r>
                        <a:rPr sz="1300" spc="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reports)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ct val="10000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29,900.00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Cockpit</a:t>
                      </a:r>
                      <a:r>
                        <a:rPr sz="1300" spc="-17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View</a:t>
                      </a:r>
                      <a:r>
                        <a:rPr sz="1300" spc="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(Transactional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300" spc="-7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Analytics,</a:t>
                      </a: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Real-time</a:t>
                      </a:r>
                      <a:r>
                        <a:rPr sz="1300" spc="-9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view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7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SAP</a:t>
                      </a:r>
                      <a:r>
                        <a:rPr sz="1300" spc="39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6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data)</a:t>
                      </a:r>
                      <a:endParaRPr sz="1300" dirty="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ct val="10000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19,900.00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Workbench</a:t>
                      </a:r>
                      <a:r>
                        <a:rPr sz="1300" spc="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(Data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Routing,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Mass</a:t>
                      </a:r>
                      <a:r>
                        <a:rPr sz="1300" spc="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300" spc="-8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Approvals,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Administration</a:t>
                      </a:r>
                      <a:r>
                        <a:rPr sz="1300" spc="-6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Monitoring)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spc="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EA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ct val="10000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19,900.00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540"/>
                        </a:lnSpc>
                        <a:spcBef>
                          <a:spcPts val="5"/>
                        </a:spcBef>
                      </a:pPr>
                      <a:r>
                        <a:rPr sz="1300" spc="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Mass</a:t>
                      </a:r>
                      <a:r>
                        <a:rPr sz="1300" spc="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Processing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Workbench</a:t>
                      </a:r>
                      <a:r>
                        <a:rPr sz="1300" spc="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300" spc="-8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Materials: 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Create</a:t>
                      </a:r>
                      <a:r>
                        <a:rPr sz="1300" spc="-7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300" spc="-1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&amp; </a:t>
                      </a:r>
                      <a:r>
                        <a:rPr sz="1300" spc="-4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Extension)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540"/>
                        </a:lnSpc>
                        <a:spcBef>
                          <a:spcPts val="5"/>
                        </a:spcBef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54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ts val="1540"/>
                        </a:lnSpc>
                        <a:spcBef>
                          <a:spcPts val="5"/>
                        </a:spcBef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40,000.00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535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Bulk</a:t>
                      </a: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De-duplication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Resolution</a:t>
                      </a:r>
                      <a:r>
                        <a:rPr sz="1300" spc="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(Smart</a:t>
                      </a:r>
                      <a:r>
                        <a:rPr sz="1300" spc="-8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Consolidation</a:t>
                      </a:r>
                      <a:r>
                        <a:rPr sz="1300" spc="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module)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535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ts val="1535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19,900.00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530"/>
                        </a:lnSpc>
                      </a:pP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Financial</a:t>
                      </a:r>
                      <a:r>
                        <a:rPr sz="1300" spc="-9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Assets</a:t>
                      </a:r>
                      <a:r>
                        <a:rPr sz="1300" spc="-7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Management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(On-Cloud) 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(Fixed</a:t>
                      </a:r>
                      <a:r>
                        <a:rPr sz="1300" spc="-8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Asset</a:t>
                      </a:r>
                      <a:r>
                        <a:rPr sz="1300" spc="-9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6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Register)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530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Block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53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ts val="153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39,900.00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9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Inte</a:t>
                      </a:r>
                      <a:r>
                        <a:rPr sz="1300" spc="-5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tio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it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300" spc="-1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tiv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300" spc="-8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300" spc="-6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1300" spc="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SSO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1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300" spc="8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IIS]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ct val="10000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24,900.00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Material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Criticality</a:t>
                      </a:r>
                      <a:r>
                        <a:rPr sz="1300" spc="-9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Analysis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(1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Block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20,000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records)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Block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ct val="100000"/>
                        </a:lnSpc>
                        <a:tabLst>
                          <a:tab pos="1132840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19,900.00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10197">
                <a:tc>
                  <a:txBody>
                    <a:bodyPr/>
                    <a:lstStyle/>
                    <a:p>
                      <a:pPr marL="7620">
                        <a:lnSpc>
                          <a:spcPts val="1530"/>
                        </a:lnSpc>
                        <a:spcBef>
                          <a:spcPts val="795"/>
                        </a:spcBef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Outsourcing</a:t>
                      </a:r>
                      <a:r>
                        <a:rPr sz="1300" spc="-7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300" spc="-8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Master</a:t>
                      </a: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300" spc="-4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Functional</a:t>
                      </a:r>
                      <a:r>
                        <a:rPr sz="1300" spc="2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Specialist</a:t>
                      </a:r>
                      <a:r>
                        <a:rPr sz="1300" spc="-9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function</a:t>
                      </a:r>
                      <a:r>
                        <a:rPr sz="1300" spc="-6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300" spc="-1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PiLog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(Responsible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300" spc="-8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5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entire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7620">
                        <a:lnSpc>
                          <a:spcPts val="1530"/>
                        </a:lnSpc>
                      </a:pPr>
                      <a:r>
                        <a:rPr sz="1300" spc="-5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reportin</a:t>
                      </a:r>
                      <a:r>
                        <a:rPr sz="1300" spc="-5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300" spc="-4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fun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tiona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300" spc="-10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assista</a:t>
                      </a:r>
                      <a:r>
                        <a:rPr sz="1300" spc="-4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300" spc="-4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300" spc="-1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300" spc="-1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6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300" spc="-6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300" spc="-9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q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ualit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300" spc="-8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anal</a:t>
                      </a:r>
                      <a:r>
                        <a:rPr sz="1300" spc="-3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300" spc="-2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sis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r>
                        <a:rPr sz="1300" spc="-1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6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300" spc="-6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300" spc="-6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300" spc="-10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300" spc="-4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300" spc="-3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300" spc="-4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300" spc="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Monthly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30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  <a:p>
                      <a:pPr marL="305435">
                        <a:lnSpc>
                          <a:spcPts val="1495"/>
                        </a:lnSpc>
                        <a:tabLst>
                          <a:tab pos="1226185" algn="l"/>
                        </a:tabLst>
                      </a:pPr>
                      <a:r>
                        <a:rPr sz="1300" spc="-5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$	</a:t>
                      </a:r>
                      <a:r>
                        <a:rPr sz="1300" spc="10" dirty="0">
                          <a:solidFill>
                            <a:srgbClr val="0F469B"/>
                          </a:solidFill>
                          <a:latin typeface="Trebuchet MS"/>
                          <a:cs typeface="Trebuchet MS"/>
                        </a:rPr>
                        <a:t>6500.00</a:t>
                      </a:r>
                      <a:endParaRPr sz="13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19050">
                      <a:solidFill>
                        <a:srgbClr val="0F469B"/>
                      </a:solidFill>
                      <a:prstDash val="solid"/>
                    </a:lnL>
                    <a:lnR w="19050">
                      <a:solidFill>
                        <a:srgbClr val="0F469B"/>
                      </a:solidFill>
                      <a:prstDash val="solid"/>
                    </a:lnR>
                    <a:lnT w="19050">
                      <a:solidFill>
                        <a:srgbClr val="0F469B"/>
                      </a:solidFill>
                      <a:prstDash val="solid"/>
                    </a:lnT>
                    <a:lnB w="19050">
                      <a:solidFill>
                        <a:srgbClr val="0F469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3" y="6624826"/>
            <a:ext cx="198119" cy="1981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670792" y="6502907"/>
            <a:ext cx="521334" cy="354965"/>
          </a:xfrm>
          <a:custGeom>
            <a:avLst/>
            <a:gdLst/>
            <a:ahLst/>
            <a:cxnLst/>
            <a:rect l="l" t="t" r="r" b="b"/>
            <a:pathLst>
              <a:path w="521334" h="354965">
                <a:moveTo>
                  <a:pt x="520826" y="0"/>
                </a:moveTo>
                <a:lnTo>
                  <a:pt x="0" y="354897"/>
                </a:lnTo>
                <a:lnTo>
                  <a:pt x="520826" y="354897"/>
                </a:lnTo>
                <a:lnTo>
                  <a:pt x="520826" y="0"/>
                </a:lnTo>
                <a:close/>
              </a:path>
            </a:pathLst>
          </a:custGeom>
          <a:solidFill>
            <a:srgbClr val="0F469B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04119" y="6120383"/>
            <a:ext cx="1994916" cy="73761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0141" y="141858"/>
            <a:ext cx="346900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25" dirty="0">
                <a:solidFill>
                  <a:srgbClr val="0F469B"/>
                </a:solidFill>
              </a:rPr>
              <a:t>Add-On</a:t>
            </a:r>
            <a:r>
              <a:rPr sz="2900" spc="-100" dirty="0">
                <a:solidFill>
                  <a:srgbClr val="0F469B"/>
                </a:solidFill>
              </a:rPr>
              <a:t> </a:t>
            </a:r>
            <a:r>
              <a:rPr sz="2900" spc="-70" dirty="0">
                <a:solidFill>
                  <a:srgbClr val="0F469B"/>
                </a:solidFill>
                <a:latin typeface="Optima"/>
              </a:rPr>
              <a:t>Components</a:t>
            </a:r>
            <a:endParaRPr sz="2900" dirty="0">
              <a:latin typeface="Opti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286247" y="6606933"/>
            <a:ext cx="1596390" cy="2165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u="heavy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5"/>
              </a:rPr>
              <a:t>www.piloggroup.com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41" y="76961"/>
            <a:ext cx="209296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85" dirty="0">
                <a:solidFill>
                  <a:srgbClr val="0F469B"/>
                </a:solidFill>
                <a:latin typeface="Optima"/>
              </a:rPr>
              <a:t>Co</a:t>
            </a:r>
            <a:r>
              <a:rPr sz="3700" spc="-165" dirty="0">
                <a:solidFill>
                  <a:srgbClr val="0F469B"/>
                </a:solidFill>
                <a:latin typeface="Optima"/>
              </a:rPr>
              <a:t>p</a:t>
            </a:r>
            <a:r>
              <a:rPr sz="3700" spc="-120" dirty="0">
                <a:solidFill>
                  <a:srgbClr val="0F469B"/>
                </a:solidFill>
                <a:latin typeface="Optima"/>
              </a:rPr>
              <a:t>y</a:t>
            </a:r>
            <a:r>
              <a:rPr sz="3700" spc="-135" dirty="0">
                <a:solidFill>
                  <a:srgbClr val="0F469B"/>
                </a:solidFill>
                <a:latin typeface="Optima"/>
              </a:rPr>
              <a:t>r</a:t>
            </a:r>
            <a:r>
              <a:rPr sz="3700" spc="-80" dirty="0">
                <a:solidFill>
                  <a:srgbClr val="0F469B"/>
                </a:solidFill>
                <a:latin typeface="Optima"/>
              </a:rPr>
              <a:t>i</a:t>
            </a:r>
            <a:r>
              <a:rPr sz="3700" spc="-5" dirty="0">
                <a:solidFill>
                  <a:srgbClr val="0F469B"/>
                </a:solidFill>
                <a:latin typeface="Optima"/>
              </a:rPr>
              <a:t>g</a:t>
            </a:r>
            <a:r>
              <a:rPr sz="3700" spc="-120" dirty="0">
                <a:solidFill>
                  <a:srgbClr val="0F469B"/>
                </a:solidFill>
                <a:latin typeface="Optima"/>
              </a:rPr>
              <a:t>h</a:t>
            </a:r>
            <a:r>
              <a:rPr sz="3700" spc="-5" dirty="0">
                <a:solidFill>
                  <a:srgbClr val="0F469B"/>
                </a:solidFill>
                <a:latin typeface="Optima"/>
              </a:rPr>
              <a:t>t</a:t>
            </a:r>
            <a:endParaRPr sz="3700" dirty="0">
              <a:latin typeface="Opti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5" dirty="0"/>
              <a:t>Pi</a:t>
            </a:r>
            <a:r>
              <a:rPr spc="-30" dirty="0"/>
              <a:t>L</a:t>
            </a:r>
            <a:r>
              <a:rPr spc="-35" dirty="0"/>
              <a:t>o</a:t>
            </a:r>
            <a:r>
              <a:rPr spc="-5" dirty="0"/>
              <a:t>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6247" y="6606933"/>
            <a:ext cx="1596390" cy="2165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u="heavy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2"/>
              </a:rPr>
              <a:t>www.piloggroup.com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4668" y="959953"/>
            <a:ext cx="11451590" cy="417004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900" b="1" dirty="0">
                <a:solidFill>
                  <a:srgbClr val="0F469B"/>
                </a:solidFill>
                <a:latin typeface="Trebuchet MS"/>
                <a:cs typeface="Trebuchet MS"/>
              </a:rPr>
              <a:t>©</a:t>
            </a:r>
            <a:r>
              <a:rPr sz="2900" b="1" spc="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2900" b="1" spc="-60" dirty="0">
                <a:solidFill>
                  <a:srgbClr val="0F469B"/>
                </a:solidFill>
                <a:latin typeface="Trebuchet MS"/>
                <a:cs typeface="Trebuchet MS"/>
              </a:rPr>
              <a:t>Pi</a:t>
            </a:r>
            <a:r>
              <a:rPr sz="2900" b="1" spc="-55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2900" b="1" spc="-70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2900" b="1" dirty="0">
                <a:solidFill>
                  <a:srgbClr val="0F469B"/>
                </a:solidFill>
                <a:latin typeface="Trebuchet MS"/>
                <a:cs typeface="Trebuchet MS"/>
              </a:rPr>
              <a:t>g</a:t>
            </a:r>
            <a:r>
              <a:rPr sz="2900" b="1" spc="-18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2900" b="1" spc="-85" dirty="0">
                <a:solidFill>
                  <a:srgbClr val="0F469B"/>
                </a:solidFill>
                <a:latin typeface="Trebuchet MS"/>
                <a:cs typeface="Trebuchet MS"/>
              </a:rPr>
              <a:t>2022</a:t>
            </a:r>
            <a:endParaRPr sz="2900" dirty="0">
              <a:latin typeface="Trebuchet MS"/>
              <a:cs typeface="Trebuchet MS"/>
            </a:endParaRPr>
          </a:p>
          <a:p>
            <a:pPr marL="12700" marR="8315959">
              <a:lnSpc>
                <a:spcPts val="4310"/>
              </a:lnSpc>
              <a:spcBef>
                <a:spcPts val="50"/>
              </a:spcBef>
            </a:pPr>
            <a:r>
              <a:rPr sz="2900" b="1" spc="-5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2900" b="1" spc="-1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2900" b="1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2900" b="1" spc="-75" dirty="0">
                <a:solidFill>
                  <a:srgbClr val="0F469B"/>
                </a:solidFill>
                <a:latin typeface="Trebuchet MS"/>
                <a:cs typeface="Trebuchet MS"/>
              </a:rPr>
              <a:t> Ri</a:t>
            </a:r>
            <a:r>
              <a:rPr sz="2900" b="1" spc="-80" dirty="0">
                <a:solidFill>
                  <a:srgbClr val="0F469B"/>
                </a:solidFill>
                <a:latin typeface="Trebuchet MS"/>
                <a:cs typeface="Trebuchet MS"/>
              </a:rPr>
              <a:t>gh</a:t>
            </a:r>
            <a:r>
              <a:rPr sz="2900" b="1" spc="-75" dirty="0">
                <a:solidFill>
                  <a:srgbClr val="0F469B"/>
                </a:solidFill>
                <a:latin typeface="Trebuchet MS"/>
                <a:cs typeface="Trebuchet MS"/>
              </a:rPr>
              <a:t>t</a:t>
            </a:r>
            <a:r>
              <a:rPr sz="2900" b="1" dirty="0">
                <a:solidFill>
                  <a:srgbClr val="0F469B"/>
                </a:solidFill>
                <a:latin typeface="Trebuchet MS"/>
                <a:cs typeface="Trebuchet MS"/>
              </a:rPr>
              <a:t>s</a:t>
            </a:r>
            <a:r>
              <a:rPr sz="2900" b="1" spc="-1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2900" b="1" spc="-120" dirty="0">
                <a:solidFill>
                  <a:srgbClr val="0F469B"/>
                </a:solidFill>
                <a:latin typeface="Trebuchet MS"/>
                <a:cs typeface="Trebuchet MS"/>
              </a:rPr>
              <a:t>R</a:t>
            </a:r>
            <a:r>
              <a:rPr sz="2900" b="1" spc="-125" dirty="0">
                <a:solidFill>
                  <a:srgbClr val="0F469B"/>
                </a:solidFill>
                <a:latin typeface="Trebuchet MS"/>
                <a:cs typeface="Trebuchet MS"/>
              </a:rPr>
              <a:t>ese</a:t>
            </a:r>
            <a:r>
              <a:rPr sz="2900" b="1" spc="-130" dirty="0">
                <a:solidFill>
                  <a:srgbClr val="0F469B"/>
                </a:solidFill>
                <a:latin typeface="Trebuchet MS"/>
                <a:cs typeface="Trebuchet MS"/>
              </a:rPr>
              <a:t>rv</a:t>
            </a:r>
            <a:r>
              <a:rPr sz="2900" b="1" spc="-140" dirty="0">
                <a:solidFill>
                  <a:srgbClr val="0F469B"/>
                </a:solidFill>
                <a:latin typeface="Trebuchet MS"/>
                <a:cs typeface="Trebuchet MS"/>
              </a:rPr>
              <a:t>e</a:t>
            </a:r>
            <a:r>
              <a:rPr sz="2900" b="1" dirty="0">
                <a:solidFill>
                  <a:srgbClr val="0F469B"/>
                </a:solidFill>
                <a:latin typeface="Trebuchet MS"/>
                <a:cs typeface="Trebuchet MS"/>
              </a:rPr>
              <a:t>d  </a:t>
            </a:r>
            <a:r>
              <a:rPr sz="2900" b="1" spc="-65" dirty="0">
                <a:solidFill>
                  <a:srgbClr val="0F469B"/>
                </a:solidFill>
                <a:latin typeface="Trebuchet MS"/>
                <a:cs typeface="Trebuchet MS"/>
              </a:rPr>
              <a:t>Pi</a:t>
            </a:r>
            <a:r>
              <a:rPr sz="2900" b="1" spc="-60" dirty="0">
                <a:solidFill>
                  <a:srgbClr val="0F469B"/>
                </a:solidFill>
                <a:latin typeface="Trebuchet MS"/>
                <a:cs typeface="Trebuchet MS"/>
              </a:rPr>
              <a:t>L</a:t>
            </a:r>
            <a:r>
              <a:rPr sz="2900" b="1" spc="-65" dirty="0">
                <a:solidFill>
                  <a:srgbClr val="0F469B"/>
                </a:solidFill>
                <a:latin typeface="Trebuchet MS"/>
                <a:cs typeface="Trebuchet MS"/>
              </a:rPr>
              <a:t>o</a:t>
            </a:r>
            <a:r>
              <a:rPr sz="2900" b="1" dirty="0">
                <a:solidFill>
                  <a:srgbClr val="0F469B"/>
                </a:solidFill>
                <a:latin typeface="Trebuchet MS"/>
                <a:cs typeface="Trebuchet MS"/>
              </a:rPr>
              <a:t>g</a:t>
            </a:r>
            <a:r>
              <a:rPr sz="2900" b="1" spc="-17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2900" b="1" spc="-5" dirty="0">
                <a:solidFill>
                  <a:srgbClr val="0F469B"/>
                </a:solidFill>
                <a:latin typeface="Trebuchet MS"/>
                <a:cs typeface="Trebuchet MS"/>
              </a:rPr>
              <a:t>G</a:t>
            </a:r>
            <a:r>
              <a:rPr sz="2900" b="1" spc="10" dirty="0">
                <a:solidFill>
                  <a:srgbClr val="0F469B"/>
                </a:solidFill>
                <a:latin typeface="Trebuchet MS"/>
                <a:cs typeface="Trebuchet MS"/>
              </a:rPr>
              <a:t>r</a:t>
            </a:r>
            <a:r>
              <a:rPr sz="2900" b="1" spc="5" dirty="0">
                <a:solidFill>
                  <a:srgbClr val="0F469B"/>
                </a:solidFill>
                <a:latin typeface="Trebuchet MS"/>
                <a:cs typeface="Trebuchet MS"/>
              </a:rPr>
              <a:t>ou</a:t>
            </a:r>
            <a:r>
              <a:rPr sz="2900" b="1" dirty="0">
                <a:solidFill>
                  <a:srgbClr val="0F469B"/>
                </a:solidFill>
                <a:latin typeface="Trebuchet MS"/>
                <a:cs typeface="Trebuchet MS"/>
              </a:rPr>
              <a:t>p</a:t>
            </a:r>
            <a:endParaRPr sz="2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900" b="1" spc="-20" dirty="0">
                <a:solidFill>
                  <a:srgbClr val="FF0000"/>
                </a:solidFill>
                <a:latin typeface="Trebuchet MS"/>
                <a:cs typeface="Trebuchet MS"/>
              </a:rPr>
              <a:t>Notice</a:t>
            </a:r>
            <a:endParaRPr sz="2900" dirty="0">
              <a:latin typeface="Trebuchet MS"/>
              <a:cs typeface="Trebuchet MS"/>
            </a:endParaRPr>
          </a:p>
          <a:p>
            <a:pPr marL="12700" marR="5080">
              <a:lnSpc>
                <a:spcPct val="100899"/>
              </a:lnSpc>
              <a:spcBef>
                <a:spcPts val="400"/>
              </a:spcBef>
            </a:pPr>
            <a:r>
              <a:rPr sz="1800" i="1" spc="-50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800" i="1" spc="-70" dirty="0">
                <a:solidFill>
                  <a:srgbClr val="0F469B"/>
                </a:solidFill>
                <a:latin typeface="Trebuchet MS"/>
                <a:cs typeface="Trebuchet MS"/>
              </a:rPr>
              <a:t>information </a:t>
            </a:r>
            <a:r>
              <a:rPr sz="1800" i="1" spc="-30" dirty="0">
                <a:solidFill>
                  <a:srgbClr val="0F469B"/>
                </a:solidFill>
                <a:latin typeface="Trebuchet MS"/>
                <a:cs typeface="Trebuchet MS"/>
              </a:rPr>
              <a:t>in </a:t>
            </a:r>
            <a:r>
              <a:rPr sz="1800" i="1" spc="-75" dirty="0">
                <a:solidFill>
                  <a:srgbClr val="0F469B"/>
                </a:solidFill>
                <a:latin typeface="Trebuchet MS"/>
                <a:cs typeface="Trebuchet MS"/>
              </a:rPr>
              <a:t>this </a:t>
            </a:r>
            <a:r>
              <a:rPr sz="1800" i="1" spc="-25" dirty="0">
                <a:solidFill>
                  <a:srgbClr val="0F469B"/>
                </a:solidFill>
                <a:latin typeface="Trebuchet MS"/>
                <a:cs typeface="Trebuchet MS"/>
              </a:rPr>
              <a:t>document </a:t>
            </a:r>
            <a:r>
              <a:rPr sz="1800" i="1" spc="-60" dirty="0">
                <a:solidFill>
                  <a:srgbClr val="0F469B"/>
                </a:solidFill>
                <a:latin typeface="Trebuchet MS"/>
                <a:cs typeface="Trebuchet MS"/>
              </a:rPr>
              <a:t>shall 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not </a:t>
            </a:r>
            <a:r>
              <a:rPr sz="1800" i="1" spc="-10" dirty="0">
                <a:solidFill>
                  <a:srgbClr val="0F469B"/>
                </a:solidFill>
                <a:latin typeface="Trebuchet MS"/>
                <a:cs typeface="Trebuchet MS"/>
              </a:rPr>
              <a:t>be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disclosed </a:t>
            </a:r>
            <a:r>
              <a:rPr sz="1800" i="1" spc="-55" dirty="0">
                <a:solidFill>
                  <a:srgbClr val="0F469B"/>
                </a:solidFill>
                <a:latin typeface="Trebuchet MS"/>
                <a:cs typeface="Trebuchet MS"/>
              </a:rPr>
              <a:t>outside of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800" i="1" spc="-105" dirty="0">
                <a:solidFill>
                  <a:srgbClr val="0F469B"/>
                </a:solidFill>
                <a:latin typeface="Trebuchet MS"/>
                <a:cs typeface="Trebuchet MS"/>
              </a:rPr>
              <a:t>recipient’s </a:t>
            </a:r>
            <a:r>
              <a:rPr sz="1800" i="1" spc="-50" dirty="0">
                <a:solidFill>
                  <a:srgbClr val="0F469B"/>
                </a:solidFill>
                <a:latin typeface="Trebuchet MS"/>
                <a:cs typeface="Trebuchet MS"/>
              </a:rPr>
              <a:t>organization </a:t>
            </a:r>
            <a:r>
              <a:rPr sz="1800" i="1" spc="-5" dirty="0">
                <a:solidFill>
                  <a:srgbClr val="0F469B"/>
                </a:solidFill>
                <a:latin typeface="Trebuchet MS"/>
                <a:cs typeface="Trebuchet MS"/>
              </a:rPr>
              <a:t>and </a:t>
            </a:r>
            <a:r>
              <a:rPr sz="1800" i="1" spc="-60" dirty="0">
                <a:solidFill>
                  <a:srgbClr val="0F469B"/>
                </a:solidFill>
                <a:latin typeface="Trebuchet MS"/>
                <a:cs typeface="Trebuchet MS"/>
              </a:rPr>
              <a:t>shall 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not </a:t>
            </a:r>
            <a:r>
              <a:rPr sz="1800" i="1" spc="-20" dirty="0">
                <a:solidFill>
                  <a:srgbClr val="0F469B"/>
                </a:solidFill>
                <a:latin typeface="Trebuchet MS"/>
                <a:cs typeface="Trebuchet MS"/>
              </a:rPr>
              <a:t>be </a:t>
            </a:r>
            <a:r>
              <a:rPr sz="1800" i="1" spc="-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55" dirty="0">
                <a:solidFill>
                  <a:srgbClr val="0F469B"/>
                </a:solidFill>
                <a:latin typeface="Trebuchet MS"/>
                <a:cs typeface="Trebuchet MS"/>
              </a:rPr>
              <a:t>duplicated,</a:t>
            </a:r>
            <a:r>
              <a:rPr sz="1800" i="1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20" dirty="0">
                <a:solidFill>
                  <a:srgbClr val="0F469B"/>
                </a:solidFill>
                <a:latin typeface="Trebuchet MS"/>
                <a:cs typeface="Trebuchet MS"/>
              </a:rPr>
              <a:t>used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or</a:t>
            </a:r>
            <a:r>
              <a:rPr sz="1800" i="1" spc="-10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disclosed</a:t>
            </a:r>
            <a:r>
              <a:rPr sz="1800" i="1" spc="-5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0" dirty="0">
                <a:solidFill>
                  <a:srgbClr val="0F469B"/>
                </a:solidFill>
                <a:latin typeface="Trebuchet MS"/>
                <a:cs typeface="Trebuchet MS"/>
              </a:rPr>
              <a:t>in</a:t>
            </a:r>
            <a:r>
              <a:rPr sz="1800" i="1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whole</a:t>
            </a:r>
            <a:r>
              <a:rPr sz="1800" i="1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or</a:t>
            </a:r>
            <a:r>
              <a:rPr sz="1800" i="1" spc="-1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0" dirty="0">
                <a:solidFill>
                  <a:srgbClr val="0F469B"/>
                </a:solidFill>
                <a:latin typeface="Trebuchet MS"/>
                <a:cs typeface="Trebuchet MS"/>
              </a:rPr>
              <a:t>in</a:t>
            </a:r>
            <a:r>
              <a:rPr sz="1800" i="1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75" dirty="0">
                <a:solidFill>
                  <a:srgbClr val="0F469B"/>
                </a:solidFill>
                <a:latin typeface="Trebuchet MS"/>
                <a:cs typeface="Trebuchet MS"/>
              </a:rPr>
              <a:t>part</a:t>
            </a:r>
            <a:r>
              <a:rPr sz="1800" i="1" spc="-16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85" dirty="0">
                <a:solidFill>
                  <a:srgbClr val="0F469B"/>
                </a:solidFill>
                <a:latin typeface="Trebuchet MS"/>
                <a:cs typeface="Trebuchet MS"/>
              </a:rPr>
              <a:t>for</a:t>
            </a:r>
            <a:r>
              <a:rPr sz="1800" i="1" spc="-15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20" dirty="0">
                <a:solidFill>
                  <a:srgbClr val="0F469B"/>
                </a:solidFill>
                <a:latin typeface="Trebuchet MS"/>
                <a:cs typeface="Trebuchet MS"/>
              </a:rPr>
              <a:t>any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25" dirty="0">
                <a:solidFill>
                  <a:srgbClr val="0F469B"/>
                </a:solidFill>
                <a:latin typeface="Trebuchet MS"/>
                <a:cs typeface="Trebuchet MS"/>
              </a:rPr>
              <a:t>purpose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70" dirty="0">
                <a:solidFill>
                  <a:srgbClr val="0F469B"/>
                </a:solidFill>
                <a:latin typeface="Trebuchet MS"/>
                <a:cs typeface="Trebuchet MS"/>
              </a:rPr>
              <a:t>other</a:t>
            </a:r>
            <a:r>
              <a:rPr sz="1800" i="1" spc="-15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than</a:t>
            </a:r>
            <a:r>
              <a:rPr sz="1800" i="1" spc="-1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50" dirty="0">
                <a:solidFill>
                  <a:srgbClr val="0F469B"/>
                </a:solidFill>
                <a:latin typeface="Trebuchet MS"/>
                <a:cs typeface="Trebuchet MS"/>
              </a:rPr>
              <a:t>to</a:t>
            </a:r>
            <a:r>
              <a:rPr sz="1800" i="1" spc="-1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80" dirty="0">
                <a:solidFill>
                  <a:srgbClr val="0F469B"/>
                </a:solidFill>
                <a:latin typeface="Trebuchet MS"/>
                <a:cs typeface="Trebuchet MS"/>
              </a:rPr>
              <a:t>evaluate</a:t>
            </a:r>
            <a:r>
              <a:rPr sz="1800" i="1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800" i="1" spc="-1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proposal,</a:t>
            </a:r>
            <a:r>
              <a:rPr sz="1800" i="1" spc="-114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provided</a:t>
            </a:r>
            <a:r>
              <a:rPr sz="1800" i="1" spc="-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that</a:t>
            </a:r>
            <a:r>
              <a:rPr sz="1800" i="1" spc="-204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90" dirty="0">
                <a:solidFill>
                  <a:srgbClr val="0F469B"/>
                </a:solidFill>
                <a:latin typeface="Trebuchet MS"/>
                <a:cs typeface="Trebuchet MS"/>
              </a:rPr>
              <a:t>if </a:t>
            </a:r>
            <a:r>
              <a:rPr sz="1800" i="1" spc="-5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dirty="0">
                <a:solidFill>
                  <a:srgbClr val="0F469B"/>
                </a:solidFill>
                <a:latin typeface="Trebuchet MS"/>
                <a:cs typeface="Trebuchet MS"/>
              </a:rPr>
              <a:t>a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70" dirty="0">
                <a:solidFill>
                  <a:srgbClr val="0F469B"/>
                </a:solidFill>
                <a:latin typeface="Trebuchet MS"/>
                <a:cs typeface="Trebuchet MS"/>
              </a:rPr>
              <a:t>confidential</a:t>
            </a:r>
            <a:r>
              <a:rPr sz="1800" i="1" spc="-9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dirty="0">
                <a:solidFill>
                  <a:srgbClr val="0F469B"/>
                </a:solidFill>
                <a:latin typeface="Trebuchet MS"/>
                <a:cs typeface="Trebuchet MS"/>
              </a:rPr>
              <a:t>&amp;</a:t>
            </a:r>
            <a:r>
              <a:rPr sz="1800" i="1" spc="-10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114" dirty="0">
                <a:solidFill>
                  <a:srgbClr val="0F469B"/>
                </a:solidFill>
                <a:latin typeface="Trebuchet MS"/>
                <a:cs typeface="Trebuchet MS"/>
              </a:rPr>
              <a:t>NDA</a:t>
            </a:r>
            <a:r>
              <a:rPr sz="1800" i="1" spc="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40" dirty="0">
                <a:solidFill>
                  <a:srgbClr val="0F469B"/>
                </a:solidFill>
                <a:latin typeface="Trebuchet MS"/>
                <a:cs typeface="Trebuchet MS"/>
              </a:rPr>
              <a:t>is</a:t>
            </a:r>
            <a:r>
              <a:rPr sz="1800" i="1" spc="-1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signed</a:t>
            </a:r>
            <a:r>
              <a:rPr sz="1800" i="1" spc="-5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between</a:t>
            </a:r>
            <a:r>
              <a:rPr sz="1800" i="1" spc="-1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800" i="1" spc="-17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90" dirty="0">
                <a:solidFill>
                  <a:srgbClr val="0F469B"/>
                </a:solidFill>
                <a:latin typeface="Trebuchet MS"/>
                <a:cs typeface="Trebuchet MS"/>
              </a:rPr>
              <a:t>parties,</a:t>
            </a:r>
            <a:r>
              <a:rPr sz="1800" i="1" spc="-31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50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800" i="1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recipient</a:t>
            </a:r>
            <a:r>
              <a:rPr sz="1800" i="1" spc="-1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0" dirty="0">
                <a:solidFill>
                  <a:srgbClr val="0F469B"/>
                </a:solidFill>
                <a:latin typeface="Trebuchet MS"/>
                <a:cs typeface="Trebuchet MS"/>
              </a:rPr>
              <a:t>shall</a:t>
            </a:r>
            <a:r>
              <a:rPr sz="1800" i="1" spc="-1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40" dirty="0">
                <a:solidFill>
                  <a:srgbClr val="0F469B"/>
                </a:solidFill>
                <a:latin typeface="Trebuchet MS"/>
                <a:cs typeface="Trebuchet MS"/>
              </a:rPr>
              <a:t>have</a:t>
            </a:r>
            <a:r>
              <a:rPr sz="1800" i="1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800" i="1" spc="-16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90" dirty="0">
                <a:solidFill>
                  <a:srgbClr val="0F469B"/>
                </a:solidFill>
                <a:latin typeface="Trebuchet MS"/>
                <a:cs typeface="Trebuchet MS"/>
              </a:rPr>
              <a:t>right</a:t>
            </a:r>
            <a:r>
              <a:rPr sz="1800" i="1" spc="-14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50" dirty="0">
                <a:solidFill>
                  <a:srgbClr val="0F469B"/>
                </a:solidFill>
                <a:latin typeface="Trebuchet MS"/>
                <a:cs typeface="Trebuchet MS"/>
              </a:rPr>
              <a:t>to</a:t>
            </a:r>
            <a:r>
              <a:rPr sz="1800" i="1" spc="-1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duplicate,</a:t>
            </a:r>
            <a:r>
              <a:rPr sz="1800" i="1" spc="-13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0" dirty="0">
                <a:solidFill>
                  <a:srgbClr val="0F469B"/>
                </a:solidFill>
                <a:latin typeface="Trebuchet MS"/>
                <a:cs typeface="Trebuchet MS"/>
              </a:rPr>
              <a:t>use</a:t>
            </a:r>
            <a:r>
              <a:rPr sz="1800" i="1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or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disclose</a:t>
            </a:r>
            <a:r>
              <a:rPr sz="1800" i="1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800" i="1" spc="-6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70" dirty="0">
                <a:solidFill>
                  <a:srgbClr val="0F469B"/>
                </a:solidFill>
                <a:latin typeface="Trebuchet MS"/>
                <a:cs typeface="Trebuchet MS"/>
              </a:rPr>
              <a:t>information </a:t>
            </a:r>
            <a:r>
              <a:rPr sz="1800" i="1" spc="-50" dirty="0">
                <a:solidFill>
                  <a:srgbClr val="0F469B"/>
                </a:solidFill>
                <a:latin typeface="Trebuchet MS"/>
                <a:cs typeface="Trebuchet MS"/>
              </a:rPr>
              <a:t>to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extent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provided </a:t>
            </a:r>
            <a:r>
              <a:rPr sz="1800" i="1" spc="-30" dirty="0">
                <a:solidFill>
                  <a:srgbClr val="0F469B"/>
                </a:solidFill>
                <a:latin typeface="Trebuchet MS"/>
                <a:cs typeface="Trebuchet MS"/>
              </a:rPr>
              <a:t>in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800" i="1" spc="-70" dirty="0">
                <a:solidFill>
                  <a:srgbClr val="0F469B"/>
                </a:solidFill>
                <a:latin typeface="Trebuchet MS"/>
                <a:cs typeface="Trebuchet MS"/>
              </a:rPr>
              <a:t>contract. </a:t>
            </a:r>
            <a:r>
              <a:rPr sz="1800" i="1" spc="-55" dirty="0">
                <a:solidFill>
                  <a:srgbClr val="0F469B"/>
                </a:solidFill>
                <a:latin typeface="Trebuchet MS"/>
                <a:cs typeface="Trebuchet MS"/>
              </a:rPr>
              <a:t>This 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restriction </a:t>
            </a:r>
            <a:r>
              <a:rPr sz="1800" i="1" spc="-10" dirty="0">
                <a:solidFill>
                  <a:srgbClr val="0F469B"/>
                </a:solidFill>
                <a:latin typeface="Trebuchet MS"/>
                <a:cs typeface="Trebuchet MS"/>
              </a:rPr>
              <a:t>does 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not </a:t>
            </a:r>
            <a:r>
              <a:rPr sz="1800" i="1" spc="-100" dirty="0">
                <a:solidFill>
                  <a:srgbClr val="0F469B"/>
                </a:solidFill>
                <a:latin typeface="Trebuchet MS"/>
                <a:cs typeface="Trebuchet MS"/>
              </a:rPr>
              <a:t>limit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 </a:t>
            </a:r>
            <a:r>
              <a:rPr sz="1800" i="1" spc="-90" dirty="0">
                <a:solidFill>
                  <a:srgbClr val="0F469B"/>
                </a:solidFill>
                <a:latin typeface="Trebuchet MS"/>
                <a:cs typeface="Trebuchet MS"/>
              </a:rPr>
              <a:t>right </a:t>
            </a:r>
            <a:r>
              <a:rPr sz="1800" i="1" spc="-55" dirty="0">
                <a:solidFill>
                  <a:srgbClr val="0F469B"/>
                </a:solidFill>
                <a:latin typeface="Trebuchet MS"/>
                <a:cs typeface="Trebuchet MS"/>
              </a:rPr>
              <a:t>of </a:t>
            </a:r>
            <a:r>
              <a:rPr sz="1800" i="1" spc="-70" dirty="0">
                <a:solidFill>
                  <a:srgbClr val="0F469B"/>
                </a:solidFill>
                <a:latin typeface="Trebuchet MS"/>
                <a:cs typeface="Trebuchet MS"/>
              </a:rPr>
              <a:t>recipient </a:t>
            </a:r>
            <a:r>
              <a:rPr sz="1800" i="1" spc="-50" dirty="0">
                <a:solidFill>
                  <a:srgbClr val="0F469B"/>
                </a:solidFill>
                <a:latin typeface="Trebuchet MS"/>
                <a:cs typeface="Trebuchet MS"/>
              </a:rPr>
              <a:t>to </a:t>
            </a:r>
            <a:r>
              <a:rPr sz="1800" i="1" spc="-30" dirty="0">
                <a:solidFill>
                  <a:srgbClr val="0F469B"/>
                </a:solidFill>
                <a:latin typeface="Trebuchet MS"/>
                <a:cs typeface="Trebuchet MS"/>
              </a:rPr>
              <a:t>use </a:t>
            </a:r>
            <a:r>
              <a:rPr sz="1800" i="1" spc="-2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70" dirty="0">
                <a:solidFill>
                  <a:srgbClr val="0F469B"/>
                </a:solidFill>
                <a:latin typeface="Trebuchet MS"/>
                <a:cs typeface="Trebuchet MS"/>
              </a:rPr>
              <a:t>information</a:t>
            </a:r>
            <a:r>
              <a:rPr sz="1800" i="1" spc="-1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contained</a:t>
            </a:r>
            <a:r>
              <a:rPr sz="1800" i="1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0" dirty="0">
                <a:solidFill>
                  <a:srgbClr val="0F469B"/>
                </a:solidFill>
                <a:latin typeface="Trebuchet MS"/>
                <a:cs typeface="Trebuchet MS"/>
              </a:rPr>
              <a:t>in</a:t>
            </a:r>
            <a:r>
              <a:rPr sz="1800" i="1" spc="-10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the</a:t>
            </a:r>
            <a:r>
              <a:rPr sz="1800" i="1" spc="-18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proposal</a:t>
            </a:r>
            <a:r>
              <a:rPr sz="1800" i="1" spc="-8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if</a:t>
            </a:r>
            <a:r>
              <a:rPr sz="1800" i="1" spc="-21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it</a:t>
            </a:r>
            <a:r>
              <a:rPr sz="1800" i="1" spc="-22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40" dirty="0">
                <a:solidFill>
                  <a:srgbClr val="0F469B"/>
                </a:solidFill>
                <a:latin typeface="Trebuchet MS"/>
                <a:cs typeface="Trebuchet MS"/>
              </a:rPr>
              <a:t>is</a:t>
            </a:r>
            <a:r>
              <a:rPr sz="1800" i="1" spc="-13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obtained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80" dirty="0">
                <a:solidFill>
                  <a:srgbClr val="0F469B"/>
                </a:solidFill>
                <a:latin typeface="Trebuchet MS"/>
                <a:cs typeface="Trebuchet MS"/>
              </a:rPr>
              <a:t>from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55" dirty="0">
                <a:solidFill>
                  <a:srgbClr val="0F469B"/>
                </a:solidFill>
                <a:latin typeface="Trebuchet MS"/>
                <a:cs typeface="Trebuchet MS"/>
              </a:rPr>
              <a:t>another</a:t>
            </a:r>
            <a:r>
              <a:rPr sz="1800" i="1" spc="-16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0F469B"/>
                </a:solidFill>
                <a:latin typeface="Trebuchet MS"/>
                <a:cs typeface="Trebuchet MS"/>
              </a:rPr>
              <a:t>source</a:t>
            </a:r>
            <a:r>
              <a:rPr sz="1800" i="1" spc="-45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65" dirty="0">
                <a:solidFill>
                  <a:srgbClr val="0F469B"/>
                </a:solidFill>
                <a:latin typeface="Trebuchet MS"/>
                <a:cs typeface="Trebuchet MS"/>
              </a:rPr>
              <a:t>without</a:t>
            </a:r>
            <a:r>
              <a:rPr sz="1800" i="1" spc="-160" dirty="0">
                <a:solidFill>
                  <a:srgbClr val="0F469B"/>
                </a:solidFill>
                <a:latin typeface="Trebuchet MS"/>
                <a:cs typeface="Trebuchet MS"/>
              </a:rPr>
              <a:t> </a:t>
            </a:r>
            <a:r>
              <a:rPr sz="1800" i="1" spc="-95" dirty="0">
                <a:solidFill>
                  <a:srgbClr val="0F469B"/>
                </a:solidFill>
                <a:latin typeface="Trebuchet MS"/>
                <a:cs typeface="Trebuchet MS"/>
              </a:rPr>
              <a:t>restriction</a:t>
            </a:r>
            <a:r>
              <a:rPr sz="2000" i="1" spc="-95" dirty="0">
                <a:solidFill>
                  <a:srgbClr val="0F469B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965</Words>
  <Application>Microsoft Office PowerPoint</Application>
  <PresentationFormat>Widescreen</PresentationFormat>
  <Paragraphs>274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Optima</vt:lpstr>
      <vt:lpstr>Optimax</vt:lpstr>
      <vt:lpstr>Times New Roman</vt:lpstr>
      <vt:lpstr>Trebuchet MS</vt:lpstr>
      <vt:lpstr>Wingdings</vt:lpstr>
      <vt:lpstr>Office Theme</vt:lpstr>
      <vt:lpstr>PowerPoint Presentation</vt:lpstr>
      <vt:lpstr>Introduction</vt:lpstr>
      <vt:lpstr>Work Package 1: Data Cleansing and Standardization of Material Master</vt:lpstr>
      <vt:lpstr>PowerPoint Presentation</vt:lpstr>
      <vt:lpstr>Work Package 2: Data Governance Tool Implementation ( (On-Premise)  iMDRM: Master Data Record Manager</vt:lpstr>
      <vt:lpstr>Option 2: Data Governance solution iMDRM (Master Data Record Manager)  On-Cloud Implementation</vt:lpstr>
      <vt:lpstr>Work Package 2: Data Governance Tool Implementation (On-Cloud)</vt:lpstr>
      <vt:lpstr>Payment Terms</vt:lpstr>
      <vt:lpstr>Add-On Components</vt:lpstr>
      <vt:lpstr>Copyright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Kirankumar</dc:creator>
  <cp:lastModifiedBy>Haritha</cp:lastModifiedBy>
  <cp:revision>19</cp:revision>
  <dcterms:created xsi:type="dcterms:W3CDTF">2022-12-27T12:37:10Z</dcterms:created>
  <dcterms:modified xsi:type="dcterms:W3CDTF">2022-12-28T12:48:06Z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2022-11-09T00:00:00Z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2022-12-27T00:00:00Z</vt:filetime>
  </property>
</Properties>
</file>